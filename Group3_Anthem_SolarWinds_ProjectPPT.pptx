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71" r:id="rId2"/>
    <p:sldId id="256" r:id="rId3"/>
    <p:sldId id="257" r:id="rId4"/>
    <p:sldId id="258" r:id="rId5"/>
    <p:sldId id="259" r:id="rId6"/>
    <p:sldId id="260" r:id="rId7"/>
    <p:sldId id="262" r:id="rId8"/>
    <p:sldId id="272" r:id="rId9"/>
    <p:sldId id="263" r:id="rId10"/>
    <p:sldId id="264" r:id="rId11"/>
    <p:sldId id="266" r:id="rId12"/>
    <p:sldId id="273" r:id="rId13"/>
    <p:sldId id="267" r:id="rId14"/>
    <p:sldId id="268" r:id="rId15"/>
    <p:sldId id="269" r:id="rId16"/>
    <p:sldId id="270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ata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3.sv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1.svg"/><Relationship Id="rId4" Type="http://schemas.openxmlformats.org/officeDocument/2006/relationships/image" Target="../media/image25.svg"/><Relationship Id="rId9" Type="http://schemas.openxmlformats.org/officeDocument/2006/relationships/image" Target="../media/image30.png"/></Relationships>
</file>

<file path=ppt/diagrams/_rels/data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sv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10" Type="http://schemas.openxmlformats.org/officeDocument/2006/relationships/image" Target="../media/image43.svg"/><Relationship Id="rId4" Type="http://schemas.openxmlformats.org/officeDocument/2006/relationships/image" Target="../media/image37.svg"/><Relationship Id="rId9" Type="http://schemas.openxmlformats.org/officeDocument/2006/relationships/image" Target="../media/image42.pn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3.sv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1.svg"/><Relationship Id="rId4" Type="http://schemas.openxmlformats.org/officeDocument/2006/relationships/image" Target="../media/image25.svg"/><Relationship Id="rId9" Type="http://schemas.openxmlformats.org/officeDocument/2006/relationships/image" Target="../media/image30.png"/></Relationships>
</file>

<file path=ppt/diagrams/_rels/drawing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sv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10" Type="http://schemas.openxmlformats.org/officeDocument/2006/relationships/image" Target="../media/image43.svg"/><Relationship Id="rId4" Type="http://schemas.openxmlformats.org/officeDocument/2006/relationships/image" Target="../media/image37.svg"/><Relationship Id="rId9" Type="http://schemas.openxmlformats.org/officeDocument/2006/relationships/image" Target="../media/image4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9D07035-E780-48A9-AE70-260837F3117C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7927C83-DFB3-4FAD-A444-0B13AE5E0908}">
      <dgm:prSet/>
      <dgm:spPr/>
      <dgm:t>
        <a:bodyPr/>
        <a:lstStyle/>
        <a:p>
          <a:r>
            <a:rPr lang="en-US" b="1" dirty="0"/>
            <a:t>Group-3:</a:t>
          </a:r>
          <a:endParaRPr lang="en-US" dirty="0"/>
        </a:p>
      </dgm:t>
    </dgm:pt>
    <dgm:pt modelId="{A147121C-2E1B-4BE8-8BAA-E924BA4925EE}" type="parTrans" cxnId="{DF7D8A74-8D18-48C3-AF0A-C3294AC1C2E4}">
      <dgm:prSet/>
      <dgm:spPr/>
      <dgm:t>
        <a:bodyPr/>
        <a:lstStyle/>
        <a:p>
          <a:endParaRPr lang="en-US"/>
        </a:p>
      </dgm:t>
    </dgm:pt>
    <dgm:pt modelId="{E5066400-68D1-4826-8DF1-1FB839769BE9}" type="sibTrans" cxnId="{DF7D8A74-8D18-48C3-AF0A-C3294AC1C2E4}">
      <dgm:prSet/>
      <dgm:spPr/>
      <dgm:t>
        <a:bodyPr/>
        <a:lstStyle/>
        <a:p>
          <a:endParaRPr lang="en-US"/>
        </a:p>
      </dgm:t>
    </dgm:pt>
    <dgm:pt modelId="{CE451727-C1E6-451D-95B8-95DAE8BAD751}">
      <dgm:prSet/>
      <dgm:spPr/>
      <dgm:t>
        <a:bodyPr/>
        <a:lstStyle/>
        <a:p>
          <a:r>
            <a:rPr lang="en-US" b="1"/>
            <a:t>Lei Chen</a:t>
          </a:r>
          <a:endParaRPr lang="en-US"/>
        </a:p>
      </dgm:t>
    </dgm:pt>
    <dgm:pt modelId="{E4D09473-B593-4811-8B1A-E992E2CA4697}" type="parTrans" cxnId="{BF51FFC0-C3CA-4CF6-A9B1-75B23D60D458}">
      <dgm:prSet/>
      <dgm:spPr/>
      <dgm:t>
        <a:bodyPr/>
        <a:lstStyle/>
        <a:p>
          <a:endParaRPr lang="en-US"/>
        </a:p>
      </dgm:t>
    </dgm:pt>
    <dgm:pt modelId="{50B7C31B-C40D-4ACC-A099-C41AD1B861F6}" type="sibTrans" cxnId="{BF51FFC0-C3CA-4CF6-A9B1-75B23D60D458}">
      <dgm:prSet/>
      <dgm:spPr/>
      <dgm:t>
        <a:bodyPr/>
        <a:lstStyle/>
        <a:p>
          <a:endParaRPr lang="en-US"/>
        </a:p>
      </dgm:t>
    </dgm:pt>
    <dgm:pt modelId="{5A7C556D-08C5-4B61-A49E-10DCAA5211E2}">
      <dgm:prSet/>
      <dgm:spPr/>
      <dgm:t>
        <a:bodyPr/>
        <a:lstStyle/>
        <a:p>
          <a:r>
            <a:rPr lang="en-US" b="1" dirty="0"/>
            <a:t>Twinkle Akhilesh Mishra</a:t>
          </a:r>
          <a:endParaRPr lang="en-US" dirty="0"/>
        </a:p>
      </dgm:t>
    </dgm:pt>
    <dgm:pt modelId="{A33F3B83-70B5-478A-B592-6A3E453FE8BE}" type="parTrans" cxnId="{8E3CCD5C-7FBD-491C-8739-DC97031E2542}">
      <dgm:prSet/>
      <dgm:spPr/>
      <dgm:t>
        <a:bodyPr/>
        <a:lstStyle/>
        <a:p>
          <a:endParaRPr lang="en-US"/>
        </a:p>
      </dgm:t>
    </dgm:pt>
    <dgm:pt modelId="{9E5C3E23-F154-4EE5-B61E-457E78C23A6C}" type="sibTrans" cxnId="{8E3CCD5C-7FBD-491C-8739-DC97031E2542}">
      <dgm:prSet/>
      <dgm:spPr/>
      <dgm:t>
        <a:bodyPr/>
        <a:lstStyle/>
        <a:p>
          <a:endParaRPr lang="en-US"/>
        </a:p>
      </dgm:t>
    </dgm:pt>
    <dgm:pt modelId="{49AEE8B1-4332-42CF-AB07-7A45CAF119C6}">
      <dgm:prSet/>
      <dgm:spPr/>
      <dgm:t>
        <a:bodyPr/>
        <a:lstStyle/>
        <a:p>
          <a:r>
            <a:rPr lang="en-US" b="1" dirty="0"/>
            <a:t>RishiKumar </a:t>
          </a:r>
          <a:r>
            <a:rPr lang="en-US" b="1" dirty="0" err="1"/>
            <a:t>Amrutbhai</a:t>
          </a:r>
          <a:r>
            <a:rPr lang="en-US" b="1" dirty="0"/>
            <a:t> Patel</a:t>
          </a:r>
          <a:endParaRPr lang="en-US" dirty="0"/>
        </a:p>
      </dgm:t>
    </dgm:pt>
    <dgm:pt modelId="{4C0E8565-0C36-4B0D-B545-8CFC5B7845F7}" type="parTrans" cxnId="{3D6CCDF6-E2E2-4199-B341-464C2ABC23A2}">
      <dgm:prSet/>
      <dgm:spPr/>
      <dgm:t>
        <a:bodyPr/>
        <a:lstStyle/>
        <a:p>
          <a:endParaRPr lang="en-US"/>
        </a:p>
      </dgm:t>
    </dgm:pt>
    <dgm:pt modelId="{08891AB6-21DB-406E-8747-41CBB8DD6240}" type="sibTrans" cxnId="{3D6CCDF6-E2E2-4199-B341-464C2ABC23A2}">
      <dgm:prSet/>
      <dgm:spPr/>
      <dgm:t>
        <a:bodyPr/>
        <a:lstStyle/>
        <a:p>
          <a:endParaRPr lang="en-US"/>
        </a:p>
      </dgm:t>
    </dgm:pt>
    <dgm:pt modelId="{4BC7FE4D-2419-4B64-8AD1-B58F100ABFAA}" type="pres">
      <dgm:prSet presAssocID="{29D07035-E780-48A9-AE70-260837F3117C}" presName="Name0" presStyleCnt="0">
        <dgm:presLayoutVars>
          <dgm:chMax val="7"/>
          <dgm:chPref val="7"/>
          <dgm:dir/>
        </dgm:presLayoutVars>
      </dgm:prSet>
      <dgm:spPr/>
    </dgm:pt>
    <dgm:pt modelId="{9AB22AB8-4968-4238-9835-7BAD5B66A0B1}" type="pres">
      <dgm:prSet presAssocID="{29D07035-E780-48A9-AE70-260837F3117C}" presName="Name1" presStyleCnt="0"/>
      <dgm:spPr/>
    </dgm:pt>
    <dgm:pt modelId="{8D712748-9777-4419-89CB-05833412DA1B}" type="pres">
      <dgm:prSet presAssocID="{29D07035-E780-48A9-AE70-260837F3117C}" presName="cycle" presStyleCnt="0"/>
      <dgm:spPr/>
    </dgm:pt>
    <dgm:pt modelId="{58D9DDDE-35FE-4FAE-963F-9ED3CD98027C}" type="pres">
      <dgm:prSet presAssocID="{29D07035-E780-48A9-AE70-260837F3117C}" presName="srcNode" presStyleLbl="node1" presStyleIdx="0" presStyleCnt="4"/>
      <dgm:spPr/>
    </dgm:pt>
    <dgm:pt modelId="{665C7669-E769-4E52-8B90-999CD7BD1F0E}" type="pres">
      <dgm:prSet presAssocID="{29D07035-E780-48A9-AE70-260837F3117C}" presName="conn" presStyleLbl="parChTrans1D2" presStyleIdx="0" presStyleCnt="1"/>
      <dgm:spPr/>
    </dgm:pt>
    <dgm:pt modelId="{3DE1F467-B119-49EC-9B3F-24744E0DD578}" type="pres">
      <dgm:prSet presAssocID="{29D07035-E780-48A9-AE70-260837F3117C}" presName="extraNode" presStyleLbl="node1" presStyleIdx="0" presStyleCnt="4"/>
      <dgm:spPr/>
    </dgm:pt>
    <dgm:pt modelId="{0F95194E-8E6E-4C88-A5E9-F59C9157D9C6}" type="pres">
      <dgm:prSet presAssocID="{29D07035-E780-48A9-AE70-260837F3117C}" presName="dstNode" presStyleLbl="node1" presStyleIdx="0" presStyleCnt="4"/>
      <dgm:spPr/>
    </dgm:pt>
    <dgm:pt modelId="{7C1F613E-A7CB-4F8A-A44A-678A1E5DC281}" type="pres">
      <dgm:prSet presAssocID="{17927C83-DFB3-4FAD-A444-0B13AE5E0908}" presName="text_1" presStyleLbl="node1" presStyleIdx="0" presStyleCnt="4">
        <dgm:presLayoutVars>
          <dgm:bulletEnabled val="1"/>
        </dgm:presLayoutVars>
      </dgm:prSet>
      <dgm:spPr/>
    </dgm:pt>
    <dgm:pt modelId="{5C77C2EF-3750-40E8-AE1F-9D8BAB281BBB}" type="pres">
      <dgm:prSet presAssocID="{17927C83-DFB3-4FAD-A444-0B13AE5E0908}" presName="accent_1" presStyleCnt="0"/>
      <dgm:spPr/>
    </dgm:pt>
    <dgm:pt modelId="{A43C9279-A00A-411C-A7D5-1C71D66EB504}" type="pres">
      <dgm:prSet presAssocID="{17927C83-DFB3-4FAD-A444-0B13AE5E0908}" presName="accentRepeatNode" presStyleLbl="solidFgAcc1" presStyleIdx="0" presStyleCnt="4"/>
      <dgm:spPr/>
    </dgm:pt>
    <dgm:pt modelId="{7E41D166-E782-470C-9F55-55141E10DB71}" type="pres">
      <dgm:prSet presAssocID="{CE451727-C1E6-451D-95B8-95DAE8BAD751}" presName="text_2" presStyleLbl="node1" presStyleIdx="1" presStyleCnt="4">
        <dgm:presLayoutVars>
          <dgm:bulletEnabled val="1"/>
        </dgm:presLayoutVars>
      </dgm:prSet>
      <dgm:spPr/>
    </dgm:pt>
    <dgm:pt modelId="{5E0B83F1-8B6C-415F-987A-0F131C81CA8C}" type="pres">
      <dgm:prSet presAssocID="{CE451727-C1E6-451D-95B8-95DAE8BAD751}" presName="accent_2" presStyleCnt="0"/>
      <dgm:spPr/>
    </dgm:pt>
    <dgm:pt modelId="{A3BAC5B8-B3DE-47C6-9F9C-F4366F524B5A}" type="pres">
      <dgm:prSet presAssocID="{CE451727-C1E6-451D-95B8-95DAE8BAD751}" presName="accentRepeatNode" presStyleLbl="solidFgAcc1" presStyleIdx="1" presStyleCnt="4"/>
      <dgm:spPr/>
    </dgm:pt>
    <dgm:pt modelId="{4572C828-532B-43D6-85DA-FAD59FF48E6B}" type="pres">
      <dgm:prSet presAssocID="{5A7C556D-08C5-4B61-A49E-10DCAA5211E2}" presName="text_3" presStyleLbl="node1" presStyleIdx="2" presStyleCnt="4">
        <dgm:presLayoutVars>
          <dgm:bulletEnabled val="1"/>
        </dgm:presLayoutVars>
      </dgm:prSet>
      <dgm:spPr/>
    </dgm:pt>
    <dgm:pt modelId="{F05661B9-2EC5-498B-AE8B-BF7427053781}" type="pres">
      <dgm:prSet presAssocID="{5A7C556D-08C5-4B61-A49E-10DCAA5211E2}" presName="accent_3" presStyleCnt="0"/>
      <dgm:spPr/>
    </dgm:pt>
    <dgm:pt modelId="{DF7A7462-C075-4A79-A3AC-6F17ED242722}" type="pres">
      <dgm:prSet presAssocID="{5A7C556D-08C5-4B61-A49E-10DCAA5211E2}" presName="accentRepeatNode" presStyleLbl="solidFgAcc1" presStyleIdx="2" presStyleCnt="4"/>
      <dgm:spPr/>
    </dgm:pt>
    <dgm:pt modelId="{D2587E39-655E-4033-BC9C-2AFF47808D58}" type="pres">
      <dgm:prSet presAssocID="{49AEE8B1-4332-42CF-AB07-7A45CAF119C6}" presName="text_4" presStyleLbl="node1" presStyleIdx="3" presStyleCnt="4">
        <dgm:presLayoutVars>
          <dgm:bulletEnabled val="1"/>
        </dgm:presLayoutVars>
      </dgm:prSet>
      <dgm:spPr/>
    </dgm:pt>
    <dgm:pt modelId="{990AC8CE-61CA-435E-A2EF-D3B2ED27DE5B}" type="pres">
      <dgm:prSet presAssocID="{49AEE8B1-4332-42CF-AB07-7A45CAF119C6}" presName="accent_4" presStyleCnt="0"/>
      <dgm:spPr/>
    </dgm:pt>
    <dgm:pt modelId="{BC4292E1-B0C5-40AE-AB69-08FD51FCB020}" type="pres">
      <dgm:prSet presAssocID="{49AEE8B1-4332-42CF-AB07-7A45CAF119C6}" presName="accentRepeatNode" presStyleLbl="solidFgAcc1" presStyleIdx="3" presStyleCnt="4"/>
      <dgm:spPr/>
    </dgm:pt>
  </dgm:ptLst>
  <dgm:cxnLst>
    <dgm:cxn modelId="{8E3CCD5C-7FBD-491C-8739-DC97031E2542}" srcId="{29D07035-E780-48A9-AE70-260837F3117C}" destId="{5A7C556D-08C5-4B61-A49E-10DCAA5211E2}" srcOrd="2" destOrd="0" parTransId="{A33F3B83-70B5-478A-B592-6A3E453FE8BE}" sibTransId="{9E5C3E23-F154-4EE5-B61E-457E78C23A6C}"/>
    <dgm:cxn modelId="{545A435D-0294-4452-96F5-3249851331F2}" type="presOf" srcId="{29D07035-E780-48A9-AE70-260837F3117C}" destId="{4BC7FE4D-2419-4B64-8AD1-B58F100ABFAA}" srcOrd="0" destOrd="0" presId="urn:microsoft.com/office/officeart/2008/layout/VerticalCurvedList"/>
    <dgm:cxn modelId="{09579051-DBE9-4E1B-BFB3-6A3F52C71F86}" type="presOf" srcId="{17927C83-DFB3-4FAD-A444-0B13AE5E0908}" destId="{7C1F613E-A7CB-4F8A-A44A-678A1E5DC281}" srcOrd="0" destOrd="0" presId="urn:microsoft.com/office/officeart/2008/layout/VerticalCurvedList"/>
    <dgm:cxn modelId="{DF7D8A74-8D18-48C3-AF0A-C3294AC1C2E4}" srcId="{29D07035-E780-48A9-AE70-260837F3117C}" destId="{17927C83-DFB3-4FAD-A444-0B13AE5E0908}" srcOrd="0" destOrd="0" parTransId="{A147121C-2E1B-4BE8-8BAA-E924BA4925EE}" sibTransId="{E5066400-68D1-4826-8DF1-1FB839769BE9}"/>
    <dgm:cxn modelId="{6F18B47A-2C4D-48A1-83A0-A75CD55997A7}" type="presOf" srcId="{CE451727-C1E6-451D-95B8-95DAE8BAD751}" destId="{7E41D166-E782-470C-9F55-55141E10DB71}" srcOrd="0" destOrd="0" presId="urn:microsoft.com/office/officeart/2008/layout/VerticalCurvedList"/>
    <dgm:cxn modelId="{F3DD85A1-9D53-424B-9EED-1E9D0153D46F}" type="presOf" srcId="{5A7C556D-08C5-4B61-A49E-10DCAA5211E2}" destId="{4572C828-532B-43D6-85DA-FAD59FF48E6B}" srcOrd="0" destOrd="0" presId="urn:microsoft.com/office/officeart/2008/layout/VerticalCurvedList"/>
    <dgm:cxn modelId="{097ED2BB-D910-4599-B58A-E41D0D107207}" type="presOf" srcId="{E5066400-68D1-4826-8DF1-1FB839769BE9}" destId="{665C7669-E769-4E52-8B90-999CD7BD1F0E}" srcOrd="0" destOrd="0" presId="urn:microsoft.com/office/officeart/2008/layout/VerticalCurvedList"/>
    <dgm:cxn modelId="{BF51FFC0-C3CA-4CF6-A9B1-75B23D60D458}" srcId="{29D07035-E780-48A9-AE70-260837F3117C}" destId="{CE451727-C1E6-451D-95B8-95DAE8BAD751}" srcOrd="1" destOrd="0" parTransId="{E4D09473-B593-4811-8B1A-E992E2CA4697}" sibTransId="{50B7C31B-C40D-4ACC-A099-C41AD1B861F6}"/>
    <dgm:cxn modelId="{3D6CCDF6-E2E2-4199-B341-464C2ABC23A2}" srcId="{29D07035-E780-48A9-AE70-260837F3117C}" destId="{49AEE8B1-4332-42CF-AB07-7A45CAF119C6}" srcOrd="3" destOrd="0" parTransId="{4C0E8565-0C36-4B0D-B545-8CFC5B7845F7}" sibTransId="{08891AB6-21DB-406E-8747-41CBB8DD6240}"/>
    <dgm:cxn modelId="{4B2128FC-F31C-431A-B273-C54250EF01F6}" type="presOf" srcId="{49AEE8B1-4332-42CF-AB07-7A45CAF119C6}" destId="{D2587E39-655E-4033-BC9C-2AFF47808D58}" srcOrd="0" destOrd="0" presId="urn:microsoft.com/office/officeart/2008/layout/VerticalCurvedList"/>
    <dgm:cxn modelId="{4FCFB9A9-0922-4673-A277-EEC34D53C3DD}" type="presParOf" srcId="{4BC7FE4D-2419-4B64-8AD1-B58F100ABFAA}" destId="{9AB22AB8-4968-4238-9835-7BAD5B66A0B1}" srcOrd="0" destOrd="0" presId="urn:microsoft.com/office/officeart/2008/layout/VerticalCurvedList"/>
    <dgm:cxn modelId="{B90C3B42-192B-4729-8C89-0FDF0FBDE70A}" type="presParOf" srcId="{9AB22AB8-4968-4238-9835-7BAD5B66A0B1}" destId="{8D712748-9777-4419-89CB-05833412DA1B}" srcOrd="0" destOrd="0" presId="urn:microsoft.com/office/officeart/2008/layout/VerticalCurvedList"/>
    <dgm:cxn modelId="{2CB0F1F2-7C91-47FC-8C90-B46A3D15A599}" type="presParOf" srcId="{8D712748-9777-4419-89CB-05833412DA1B}" destId="{58D9DDDE-35FE-4FAE-963F-9ED3CD98027C}" srcOrd="0" destOrd="0" presId="urn:microsoft.com/office/officeart/2008/layout/VerticalCurvedList"/>
    <dgm:cxn modelId="{52B4BA61-B950-42FE-8F6C-42CFF1CC9351}" type="presParOf" srcId="{8D712748-9777-4419-89CB-05833412DA1B}" destId="{665C7669-E769-4E52-8B90-999CD7BD1F0E}" srcOrd="1" destOrd="0" presId="urn:microsoft.com/office/officeart/2008/layout/VerticalCurvedList"/>
    <dgm:cxn modelId="{46B65455-120D-444A-AA61-455B406FA90D}" type="presParOf" srcId="{8D712748-9777-4419-89CB-05833412DA1B}" destId="{3DE1F467-B119-49EC-9B3F-24744E0DD578}" srcOrd="2" destOrd="0" presId="urn:microsoft.com/office/officeart/2008/layout/VerticalCurvedList"/>
    <dgm:cxn modelId="{E9E055EE-21B0-4312-9374-4E4F99F0725E}" type="presParOf" srcId="{8D712748-9777-4419-89CB-05833412DA1B}" destId="{0F95194E-8E6E-4C88-A5E9-F59C9157D9C6}" srcOrd="3" destOrd="0" presId="urn:microsoft.com/office/officeart/2008/layout/VerticalCurvedList"/>
    <dgm:cxn modelId="{85616AA7-BCC3-4F62-863C-C8BE74C641FA}" type="presParOf" srcId="{9AB22AB8-4968-4238-9835-7BAD5B66A0B1}" destId="{7C1F613E-A7CB-4F8A-A44A-678A1E5DC281}" srcOrd="1" destOrd="0" presId="urn:microsoft.com/office/officeart/2008/layout/VerticalCurvedList"/>
    <dgm:cxn modelId="{D543EACF-A79D-4041-A0AE-8970A6EBEE1F}" type="presParOf" srcId="{9AB22AB8-4968-4238-9835-7BAD5B66A0B1}" destId="{5C77C2EF-3750-40E8-AE1F-9D8BAB281BBB}" srcOrd="2" destOrd="0" presId="urn:microsoft.com/office/officeart/2008/layout/VerticalCurvedList"/>
    <dgm:cxn modelId="{948402A8-C74F-4972-9C38-4FFF0A7AA750}" type="presParOf" srcId="{5C77C2EF-3750-40E8-AE1F-9D8BAB281BBB}" destId="{A43C9279-A00A-411C-A7D5-1C71D66EB504}" srcOrd="0" destOrd="0" presId="urn:microsoft.com/office/officeart/2008/layout/VerticalCurvedList"/>
    <dgm:cxn modelId="{2AAE90FD-30F1-4D86-928D-D883C20E19A8}" type="presParOf" srcId="{9AB22AB8-4968-4238-9835-7BAD5B66A0B1}" destId="{7E41D166-E782-470C-9F55-55141E10DB71}" srcOrd="3" destOrd="0" presId="urn:microsoft.com/office/officeart/2008/layout/VerticalCurvedList"/>
    <dgm:cxn modelId="{B99299A9-8F2C-4D12-94FE-804C8C1E9CFD}" type="presParOf" srcId="{9AB22AB8-4968-4238-9835-7BAD5B66A0B1}" destId="{5E0B83F1-8B6C-415F-987A-0F131C81CA8C}" srcOrd="4" destOrd="0" presId="urn:microsoft.com/office/officeart/2008/layout/VerticalCurvedList"/>
    <dgm:cxn modelId="{19026DA3-C3EA-47E5-9F32-7ACCEF1E0DCC}" type="presParOf" srcId="{5E0B83F1-8B6C-415F-987A-0F131C81CA8C}" destId="{A3BAC5B8-B3DE-47C6-9F9C-F4366F524B5A}" srcOrd="0" destOrd="0" presId="urn:microsoft.com/office/officeart/2008/layout/VerticalCurvedList"/>
    <dgm:cxn modelId="{BBBB85D5-5511-434F-9758-963722B7D0D0}" type="presParOf" srcId="{9AB22AB8-4968-4238-9835-7BAD5B66A0B1}" destId="{4572C828-532B-43D6-85DA-FAD59FF48E6B}" srcOrd="5" destOrd="0" presId="urn:microsoft.com/office/officeart/2008/layout/VerticalCurvedList"/>
    <dgm:cxn modelId="{79B07E78-C226-46EB-B054-BD32D6DDD59E}" type="presParOf" srcId="{9AB22AB8-4968-4238-9835-7BAD5B66A0B1}" destId="{F05661B9-2EC5-498B-AE8B-BF7427053781}" srcOrd="6" destOrd="0" presId="urn:microsoft.com/office/officeart/2008/layout/VerticalCurvedList"/>
    <dgm:cxn modelId="{021DC970-1190-4DE3-875C-8A068E2A4DB2}" type="presParOf" srcId="{F05661B9-2EC5-498B-AE8B-BF7427053781}" destId="{DF7A7462-C075-4A79-A3AC-6F17ED242722}" srcOrd="0" destOrd="0" presId="urn:microsoft.com/office/officeart/2008/layout/VerticalCurvedList"/>
    <dgm:cxn modelId="{92436221-7CF5-452E-A5A7-D7C539CFA8DD}" type="presParOf" srcId="{9AB22AB8-4968-4238-9835-7BAD5B66A0B1}" destId="{D2587E39-655E-4033-BC9C-2AFF47808D58}" srcOrd="7" destOrd="0" presId="urn:microsoft.com/office/officeart/2008/layout/VerticalCurvedList"/>
    <dgm:cxn modelId="{F00C4D7F-647A-4877-9837-A1108C2CFA54}" type="presParOf" srcId="{9AB22AB8-4968-4238-9835-7BAD5B66A0B1}" destId="{990AC8CE-61CA-435E-A2EF-D3B2ED27DE5B}" srcOrd="8" destOrd="0" presId="urn:microsoft.com/office/officeart/2008/layout/VerticalCurvedList"/>
    <dgm:cxn modelId="{335A3F61-2931-4E6B-A7B0-DDA2FF85E157}" type="presParOf" srcId="{990AC8CE-61CA-435E-A2EF-D3B2ED27DE5B}" destId="{BC4292E1-B0C5-40AE-AB69-08FD51FCB020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025AC6B-FCAA-467F-8E34-F3D18F53A912}" type="doc">
      <dgm:prSet loTypeId="urn:microsoft.com/office/officeart/2005/8/layout/default" loCatId="list" qsTypeId="urn:microsoft.com/office/officeart/2005/8/quickstyle/3d2" qsCatId="3D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FB0333CF-D6D9-4E71-95FB-E96E50BBFE74}">
      <dgm:prSet/>
      <dgm:spPr/>
      <dgm:t>
        <a:bodyPr/>
        <a:lstStyle/>
        <a:p>
          <a:r>
            <a:rPr lang="en-US" b="0" dirty="0"/>
            <a:t>Comparative cybersecurity assessment for</a:t>
          </a:r>
          <a:r>
            <a:rPr lang="en-US" b="1" dirty="0"/>
            <a:t>:</a:t>
          </a:r>
          <a:endParaRPr lang="en-US" dirty="0"/>
        </a:p>
      </dgm:t>
    </dgm:pt>
    <dgm:pt modelId="{CDE05F09-CF48-4E19-8FAB-DBE9E53CF9C8}" type="parTrans" cxnId="{1505B424-9D25-481F-86A7-57B0937DE631}">
      <dgm:prSet/>
      <dgm:spPr/>
      <dgm:t>
        <a:bodyPr/>
        <a:lstStyle/>
        <a:p>
          <a:endParaRPr lang="en-US"/>
        </a:p>
      </dgm:t>
    </dgm:pt>
    <dgm:pt modelId="{E6D5F685-BFFD-4F27-A3DC-DA415131F484}" type="sibTrans" cxnId="{1505B424-9D25-481F-86A7-57B0937DE631}">
      <dgm:prSet/>
      <dgm:spPr/>
      <dgm:t>
        <a:bodyPr/>
        <a:lstStyle/>
        <a:p>
          <a:endParaRPr lang="en-US"/>
        </a:p>
      </dgm:t>
    </dgm:pt>
    <dgm:pt modelId="{0FC88823-2DE9-4346-8ADF-AAE25F799E22}">
      <dgm:prSet/>
      <dgm:spPr/>
      <dgm:t>
        <a:bodyPr/>
        <a:lstStyle/>
        <a:p>
          <a:r>
            <a:rPr lang="en-US" dirty="0"/>
            <a:t>1. Anthem Inc. (Healthcare)</a:t>
          </a:r>
        </a:p>
      </dgm:t>
    </dgm:pt>
    <dgm:pt modelId="{115A4213-6D58-446F-83B4-346222263937}" type="parTrans" cxnId="{3C4B016D-200C-4305-9C10-38B6992779FE}">
      <dgm:prSet/>
      <dgm:spPr/>
      <dgm:t>
        <a:bodyPr/>
        <a:lstStyle/>
        <a:p>
          <a:endParaRPr lang="en-US"/>
        </a:p>
      </dgm:t>
    </dgm:pt>
    <dgm:pt modelId="{39C31B61-A4B5-4B8E-BC6D-9C86021871C6}" type="sibTrans" cxnId="{3C4B016D-200C-4305-9C10-38B6992779FE}">
      <dgm:prSet/>
      <dgm:spPr/>
      <dgm:t>
        <a:bodyPr/>
        <a:lstStyle/>
        <a:p>
          <a:endParaRPr lang="en-US"/>
        </a:p>
      </dgm:t>
    </dgm:pt>
    <dgm:pt modelId="{19E243F0-866F-4F26-8090-85E128FAFE32}">
      <dgm:prSet/>
      <dgm:spPr/>
      <dgm:t>
        <a:bodyPr/>
        <a:lstStyle/>
        <a:p>
          <a:r>
            <a:rPr lang="en-US" dirty="0"/>
            <a:t>2. SolarWinds (Technology)</a:t>
          </a:r>
        </a:p>
      </dgm:t>
    </dgm:pt>
    <dgm:pt modelId="{1207314D-51BF-4873-A6C3-8029A8FB7E77}" type="parTrans" cxnId="{E302495D-0C46-4CF2-B61C-988438991439}">
      <dgm:prSet/>
      <dgm:spPr/>
      <dgm:t>
        <a:bodyPr/>
        <a:lstStyle/>
        <a:p>
          <a:endParaRPr lang="en-US"/>
        </a:p>
      </dgm:t>
    </dgm:pt>
    <dgm:pt modelId="{24FE3A81-6905-44EB-8AEF-FA0CBAE8DA45}" type="sibTrans" cxnId="{E302495D-0C46-4CF2-B61C-988438991439}">
      <dgm:prSet/>
      <dgm:spPr/>
      <dgm:t>
        <a:bodyPr/>
        <a:lstStyle/>
        <a:p>
          <a:endParaRPr lang="en-US"/>
        </a:p>
      </dgm:t>
    </dgm:pt>
    <dgm:pt modelId="{8D44ACCB-A0EB-4D92-9D4E-4E90DF2D7664}">
      <dgm:prSet/>
      <dgm:spPr/>
      <dgm:t>
        <a:bodyPr/>
        <a:lstStyle/>
        <a:p>
          <a:r>
            <a:rPr lang="en-US" b="0" dirty="0"/>
            <a:t>Breaches analyzed</a:t>
          </a:r>
          <a:r>
            <a:rPr lang="en-US" b="1" dirty="0"/>
            <a:t>:</a:t>
          </a:r>
          <a:endParaRPr lang="en-US" dirty="0"/>
        </a:p>
      </dgm:t>
    </dgm:pt>
    <dgm:pt modelId="{8E125694-147C-4B96-8392-B2C50850506B}" type="parTrans" cxnId="{AEF89131-AD04-4F48-B6F4-BC2BA5171FA8}">
      <dgm:prSet/>
      <dgm:spPr/>
      <dgm:t>
        <a:bodyPr/>
        <a:lstStyle/>
        <a:p>
          <a:endParaRPr lang="en-US"/>
        </a:p>
      </dgm:t>
    </dgm:pt>
    <dgm:pt modelId="{15A4F0E5-4657-45C1-8A91-B29F602BC966}" type="sibTrans" cxnId="{AEF89131-AD04-4F48-B6F4-BC2BA5171FA8}">
      <dgm:prSet/>
      <dgm:spPr/>
      <dgm:t>
        <a:bodyPr/>
        <a:lstStyle/>
        <a:p>
          <a:endParaRPr lang="en-US"/>
        </a:p>
      </dgm:t>
    </dgm:pt>
    <dgm:pt modelId="{71A719F7-246C-4478-BE90-D500B5B78D64}">
      <dgm:prSet/>
      <dgm:spPr/>
      <dgm:t>
        <a:bodyPr/>
        <a:lstStyle/>
        <a:p>
          <a:r>
            <a:rPr lang="en-US" dirty="0"/>
            <a:t>Anthem: 2015 breach (80M+ records)</a:t>
          </a:r>
        </a:p>
      </dgm:t>
    </dgm:pt>
    <dgm:pt modelId="{C8132FA8-464F-401D-B447-CB97ABCC3E9B}" type="parTrans" cxnId="{97297C7B-3BE9-4917-AA98-560419DABCED}">
      <dgm:prSet/>
      <dgm:spPr/>
      <dgm:t>
        <a:bodyPr/>
        <a:lstStyle/>
        <a:p>
          <a:endParaRPr lang="en-US"/>
        </a:p>
      </dgm:t>
    </dgm:pt>
    <dgm:pt modelId="{371F8042-EB49-4F2E-8966-47C9A1B76966}" type="sibTrans" cxnId="{97297C7B-3BE9-4917-AA98-560419DABCED}">
      <dgm:prSet/>
      <dgm:spPr/>
      <dgm:t>
        <a:bodyPr/>
        <a:lstStyle/>
        <a:p>
          <a:endParaRPr lang="en-US"/>
        </a:p>
      </dgm:t>
    </dgm:pt>
    <dgm:pt modelId="{0C98B3D4-C6E8-411E-8A41-2D2DDEF0DF31}">
      <dgm:prSet/>
      <dgm:spPr/>
      <dgm:t>
        <a:bodyPr/>
        <a:lstStyle/>
        <a:p>
          <a:r>
            <a:rPr lang="en-US" dirty="0"/>
            <a:t>SolarWinds: 2020 SUNBURST supply chain attack</a:t>
          </a:r>
        </a:p>
      </dgm:t>
    </dgm:pt>
    <dgm:pt modelId="{40B0CEC9-8D92-4F41-B8A6-C4F7946EF6BF}" type="parTrans" cxnId="{C7E189F4-7776-402F-8370-EADE125FF801}">
      <dgm:prSet/>
      <dgm:spPr/>
      <dgm:t>
        <a:bodyPr/>
        <a:lstStyle/>
        <a:p>
          <a:endParaRPr lang="en-US"/>
        </a:p>
      </dgm:t>
    </dgm:pt>
    <dgm:pt modelId="{EE4E6407-C523-4394-809F-B5309AA20281}" type="sibTrans" cxnId="{C7E189F4-7776-402F-8370-EADE125FF801}">
      <dgm:prSet/>
      <dgm:spPr/>
      <dgm:t>
        <a:bodyPr/>
        <a:lstStyle/>
        <a:p>
          <a:endParaRPr lang="en-US"/>
        </a:p>
      </dgm:t>
    </dgm:pt>
    <dgm:pt modelId="{AAAE4111-F145-42EE-BF16-7ED596BB99F4}">
      <dgm:prSet/>
      <dgm:spPr/>
      <dgm:t>
        <a:bodyPr/>
        <a:lstStyle/>
        <a:p>
          <a:r>
            <a:rPr lang="en-US" dirty="0"/>
            <a:t>Strategic recommendations aligned with </a:t>
          </a:r>
          <a:r>
            <a:rPr lang="en-US" b="1" dirty="0"/>
            <a:t>CIA triad</a:t>
          </a:r>
        </a:p>
      </dgm:t>
    </dgm:pt>
    <dgm:pt modelId="{26D1A038-9FAB-400E-AADB-7F4B8B7F4909}" type="parTrans" cxnId="{2CD1390E-6D8E-49E5-BF03-2BD1006291EA}">
      <dgm:prSet/>
      <dgm:spPr/>
      <dgm:t>
        <a:bodyPr/>
        <a:lstStyle/>
        <a:p>
          <a:endParaRPr lang="en-US"/>
        </a:p>
      </dgm:t>
    </dgm:pt>
    <dgm:pt modelId="{55EBFA5A-260B-4E2D-8C1D-272D7A525CFD}" type="sibTrans" cxnId="{2CD1390E-6D8E-49E5-BF03-2BD1006291EA}">
      <dgm:prSet/>
      <dgm:spPr/>
      <dgm:t>
        <a:bodyPr/>
        <a:lstStyle/>
        <a:p>
          <a:endParaRPr lang="en-US"/>
        </a:p>
      </dgm:t>
    </dgm:pt>
    <dgm:pt modelId="{5E5560A8-221A-4882-9B36-94DDDBA7BA5F}">
      <dgm:prSet/>
      <dgm:spPr/>
      <dgm:t>
        <a:bodyPr/>
        <a:lstStyle/>
        <a:p>
          <a:r>
            <a:rPr lang="en-US" dirty="0"/>
            <a:t>Implementation timeline &amp; estimated costs provided</a:t>
          </a:r>
        </a:p>
      </dgm:t>
    </dgm:pt>
    <dgm:pt modelId="{396E28FA-C796-4756-893B-8DBCB5493A1F}" type="parTrans" cxnId="{AEE19A38-7521-4472-86BB-D26AB32DB806}">
      <dgm:prSet/>
      <dgm:spPr/>
      <dgm:t>
        <a:bodyPr/>
        <a:lstStyle/>
        <a:p>
          <a:endParaRPr lang="en-US"/>
        </a:p>
      </dgm:t>
    </dgm:pt>
    <dgm:pt modelId="{0CAFD0F9-C336-4370-945E-3B2B6EEB9151}" type="sibTrans" cxnId="{AEE19A38-7521-4472-86BB-D26AB32DB806}">
      <dgm:prSet/>
      <dgm:spPr/>
      <dgm:t>
        <a:bodyPr/>
        <a:lstStyle/>
        <a:p>
          <a:endParaRPr lang="en-US"/>
        </a:p>
      </dgm:t>
    </dgm:pt>
    <dgm:pt modelId="{1FF76C99-6900-4A52-B433-5FD59159AEEE}" type="pres">
      <dgm:prSet presAssocID="{4025AC6B-FCAA-467F-8E34-F3D18F53A912}" presName="diagram" presStyleCnt="0">
        <dgm:presLayoutVars>
          <dgm:dir/>
          <dgm:resizeHandles val="exact"/>
        </dgm:presLayoutVars>
      </dgm:prSet>
      <dgm:spPr/>
    </dgm:pt>
    <dgm:pt modelId="{9BDCF434-6346-4794-B511-365974CDA304}" type="pres">
      <dgm:prSet presAssocID="{FB0333CF-D6D9-4E71-95FB-E96E50BBFE74}" presName="node" presStyleLbl="node1" presStyleIdx="0" presStyleCnt="8">
        <dgm:presLayoutVars>
          <dgm:bulletEnabled val="1"/>
        </dgm:presLayoutVars>
      </dgm:prSet>
      <dgm:spPr/>
    </dgm:pt>
    <dgm:pt modelId="{8835C155-ADE7-4DB0-825D-B85CE03F50E2}" type="pres">
      <dgm:prSet presAssocID="{E6D5F685-BFFD-4F27-A3DC-DA415131F484}" presName="sibTrans" presStyleCnt="0"/>
      <dgm:spPr/>
    </dgm:pt>
    <dgm:pt modelId="{56DAA605-B636-491D-9120-510E9E5FB657}" type="pres">
      <dgm:prSet presAssocID="{0FC88823-2DE9-4346-8ADF-AAE25F799E22}" presName="node" presStyleLbl="node1" presStyleIdx="1" presStyleCnt="8">
        <dgm:presLayoutVars>
          <dgm:bulletEnabled val="1"/>
        </dgm:presLayoutVars>
      </dgm:prSet>
      <dgm:spPr/>
    </dgm:pt>
    <dgm:pt modelId="{751ACE51-8406-4EFB-8413-5D65BE629779}" type="pres">
      <dgm:prSet presAssocID="{39C31B61-A4B5-4B8E-BC6D-9C86021871C6}" presName="sibTrans" presStyleCnt="0"/>
      <dgm:spPr/>
    </dgm:pt>
    <dgm:pt modelId="{53269478-DDA8-4B10-B1CC-B68BD58E4F48}" type="pres">
      <dgm:prSet presAssocID="{19E243F0-866F-4F26-8090-85E128FAFE32}" presName="node" presStyleLbl="node1" presStyleIdx="2" presStyleCnt="8">
        <dgm:presLayoutVars>
          <dgm:bulletEnabled val="1"/>
        </dgm:presLayoutVars>
      </dgm:prSet>
      <dgm:spPr/>
    </dgm:pt>
    <dgm:pt modelId="{4D6C8734-F38D-40EB-99AF-87D54AA82FC4}" type="pres">
      <dgm:prSet presAssocID="{24FE3A81-6905-44EB-8AEF-FA0CBAE8DA45}" presName="sibTrans" presStyleCnt="0"/>
      <dgm:spPr/>
    </dgm:pt>
    <dgm:pt modelId="{192D395D-3B32-4E5C-AA07-1AA9D9810041}" type="pres">
      <dgm:prSet presAssocID="{8D44ACCB-A0EB-4D92-9D4E-4E90DF2D7664}" presName="node" presStyleLbl="node1" presStyleIdx="3" presStyleCnt="8">
        <dgm:presLayoutVars>
          <dgm:bulletEnabled val="1"/>
        </dgm:presLayoutVars>
      </dgm:prSet>
      <dgm:spPr/>
    </dgm:pt>
    <dgm:pt modelId="{483261F6-2255-420F-888A-F4BA64545E73}" type="pres">
      <dgm:prSet presAssocID="{15A4F0E5-4657-45C1-8A91-B29F602BC966}" presName="sibTrans" presStyleCnt="0"/>
      <dgm:spPr/>
    </dgm:pt>
    <dgm:pt modelId="{A39A690F-0C44-4A69-97C8-96469AF1E1D7}" type="pres">
      <dgm:prSet presAssocID="{71A719F7-246C-4478-BE90-D500B5B78D64}" presName="node" presStyleLbl="node1" presStyleIdx="4" presStyleCnt="8">
        <dgm:presLayoutVars>
          <dgm:bulletEnabled val="1"/>
        </dgm:presLayoutVars>
      </dgm:prSet>
      <dgm:spPr/>
    </dgm:pt>
    <dgm:pt modelId="{EFC946F4-1956-44C6-A30B-FEA2B8DEA3DF}" type="pres">
      <dgm:prSet presAssocID="{371F8042-EB49-4F2E-8966-47C9A1B76966}" presName="sibTrans" presStyleCnt="0"/>
      <dgm:spPr/>
    </dgm:pt>
    <dgm:pt modelId="{AFB4DA24-2364-44E4-AA5B-2D019B049266}" type="pres">
      <dgm:prSet presAssocID="{0C98B3D4-C6E8-411E-8A41-2D2DDEF0DF31}" presName="node" presStyleLbl="node1" presStyleIdx="5" presStyleCnt="8">
        <dgm:presLayoutVars>
          <dgm:bulletEnabled val="1"/>
        </dgm:presLayoutVars>
      </dgm:prSet>
      <dgm:spPr/>
    </dgm:pt>
    <dgm:pt modelId="{67BDE87F-CE97-4559-B238-8E6BC804999F}" type="pres">
      <dgm:prSet presAssocID="{EE4E6407-C523-4394-809F-B5309AA20281}" presName="sibTrans" presStyleCnt="0"/>
      <dgm:spPr/>
    </dgm:pt>
    <dgm:pt modelId="{EFBD90B2-0EC3-4D4F-864D-044EAF6B1FCA}" type="pres">
      <dgm:prSet presAssocID="{AAAE4111-F145-42EE-BF16-7ED596BB99F4}" presName="node" presStyleLbl="node1" presStyleIdx="6" presStyleCnt="8">
        <dgm:presLayoutVars>
          <dgm:bulletEnabled val="1"/>
        </dgm:presLayoutVars>
      </dgm:prSet>
      <dgm:spPr/>
    </dgm:pt>
    <dgm:pt modelId="{55D60720-E7DB-4619-982C-0634223F728F}" type="pres">
      <dgm:prSet presAssocID="{55EBFA5A-260B-4E2D-8C1D-272D7A525CFD}" presName="sibTrans" presStyleCnt="0"/>
      <dgm:spPr/>
    </dgm:pt>
    <dgm:pt modelId="{4BD45F2B-7EDF-4DAE-BCF7-841A6ED45648}" type="pres">
      <dgm:prSet presAssocID="{5E5560A8-221A-4882-9B36-94DDDBA7BA5F}" presName="node" presStyleLbl="node1" presStyleIdx="7" presStyleCnt="8">
        <dgm:presLayoutVars>
          <dgm:bulletEnabled val="1"/>
        </dgm:presLayoutVars>
      </dgm:prSet>
      <dgm:spPr/>
    </dgm:pt>
  </dgm:ptLst>
  <dgm:cxnLst>
    <dgm:cxn modelId="{2CD1390E-6D8E-49E5-BF03-2BD1006291EA}" srcId="{4025AC6B-FCAA-467F-8E34-F3D18F53A912}" destId="{AAAE4111-F145-42EE-BF16-7ED596BB99F4}" srcOrd="6" destOrd="0" parTransId="{26D1A038-9FAB-400E-AADB-7F4B8B7F4909}" sibTransId="{55EBFA5A-260B-4E2D-8C1D-272D7A525CFD}"/>
    <dgm:cxn modelId="{EB23D715-FF44-4425-9BFD-A5079AB692D5}" type="presOf" srcId="{FB0333CF-D6D9-4E71-95FB-E96E50BBFE74}" destId="{9BDCF434-6346-4794-B511-365974CDA304}" srcOrd="0" destOrd="0" presId="urn:microsoft.com/office/officeart/2005/8/layout/default"/>
    <dgm:cxn modelId="{C0F4AB17-5DD0-48CB-87DF-C3093B5EB74A}" type="presOf" srcId="{4025AC6B-FCAA-467F-8E34-F3D18F53A912}" destId="{1FF76C99-6900-4A52-B433-5FD59159AEEE}" srcOrd="0" destOrd="0" presId="urn:microsoft.com/office/officeart/2005/8/layout/default"/>
    <dgm:cxn modelId="{1505B424-9D25-481F-86A7-57B0937DE631}" srcId="{4025AC6B-FCAA-467F-8E34-F3D18F53A912}" destId="{FB0333CF-D6D9-4E71-95FB-E96E50BBFE74}" srcOrd="0" destOrd="0" parTransId="{CDE05F09-CF48-4E19-8FAB-DBE9E53CF9C8}" sibTransId="{E6D5F685-BFFD-4F27-A3DC-DA415131F484}"/>
    <dgm:cxn modelId="{97498531-7B6D-4621-9E07-4F17E56034ED}" type="presOf" srcId="{19E243F0-866F-4F26-8090-85E128FAFE32}" destId="{53269478-DDA8-4B10-B1CC-B68BD58E4F48}" srcOrd="0" destOrd="0" presId="urn:microsoft.com/office/officeart/2005/8/layout/default"/>
    <dgm:cxn modelId="{AEF89131-AD04-4F48-B6F4-BC2BA5171FA8}" srcId="{4025AC6B-FCAA-467F-8E34-F3D18F53A912}" destId="{8D44ACCB-A0EB-4D92-9D4E-4E90DF2D7664}" srcOrd="3" destOrd="0" parTransId="{8E125694-147C-4B96-8392-B2C50850506B}" sibTransId="{15A4F0E5-4657-45C1-8A91-B29F602BC966}"/>
    <dgm:cxn modelId="{9A142B38-9316-46BF-A82B-D3D90B02F374}" type="presOf" srcId="{0FC88823-2DE9-4346-8ADF-AAE25F799E22}" destId="{56DAA605-B636-491D-9120-510E9E5FB657}" srcOrd="0" destOrd="0" presId="urn:microsoft.com/office/officeart/2005/8/layout/default"/>
    <dgm:cxn modelId="{AEE19A38-7521-4472-86BB-D26AB32DB806}" srcId="{4025AC6B-FCAA-467F-8E34-F3D18F53A912}" destId="{5E5560A8-221A-4882-9B36-94DDDBA7BA5F}" srcOrd="7" destOrd="0" parTransId="{396E28FA-C796-4756-893B-8DBCB5493A1F}" sibTransId="{0CAFD0F9-C336-4370-945E-3B2B6EEB9151}"/>
    <dgm:cxn modelId="{BA38A238-8AA5-4EC7-AFC4-41EE9FB0B2EE}" type="presOf" srcId="{AAAE4111-F145-42EE-BF16-7ED596BB99F4}" destId="{EFBD90B2-0EC3-4D4F-864D-044EAF6B1FCA}" srcOrd="0" destOrd="0" presId="urn:microsoft.com/office/officeart/2005/8/layout/default"/>
    <dgm:cxn modelId="{DBA3B93B-FAFE-4711-808B-8E14C118989A}" type="presOf" srcId="{0C98B3D4-C6E8-411E-8A41-2D2DDEF0DF31}" destId="{AFB4DA24-2364-44E4-AA5B-2D019B049266}" srcOrd="0" destOrd="0" presId="urn:microsoft.com/office/officeart/2005/8/layout/default"/>
    <dgm:cxn modelId="{E302495D-0C46-4CF2-B61C-988438991439}" srcId="{4025AC6B-FCAA-467F-8E34-F3D18F53A912}" destId="{19E243F0-866F-4F26-8090-85E128FAFE32}" srcOrd="2" destOrd="0" parTransId="{1207314D-51BF-4873-A6C3-8029A8FB7E77}" sibTransId="{24FE3A81-6905-44EB-8AEF-FA0CBAE8DA45}"/>
    <dgm:cxn modelId="{3C4B016D-200C-4305-9C10-38B6992779FE}" srcId="{4025AC6B-FCAA-467F-8E34-F3D18F53A912}" destId="{0FC88823-2DE9-4346-8ADF-AAE25F799E22}" srcOrd="1" destOrd="0" parTransId="{115A4213-6D58-446F-83B4-346222263937}" sibTransId="{39C31B61-A4B5-4B8E-BC6D-9C86021871C6}"/>
    <dgm:cxn modelId="{3129694F-82CB-4816-A492-E3515C2583B6}" type="presOf" srcId="{71A719F7-246C-4478-BE90-D500B5B78D64}" destId="{A39A690F-0C44-4A69-97C8-96469AF1E1D7}" srcOrd="0" destOrd="0" presId="urn:microsoft.com/office/officeart/2005/8/layout/default"/>
    <dgm:cxn modelId="{97297C7B-3BE9-4917-AA98-560419DABCED}" srcId="{4025AC6B-FCAA-467F-8E34-F3D18F53A912}" destId="{71A719F7-246C-4478-BE90-D500B5B78D64}" srcOrd="4" destOrd="0" parTransId="{C8132FA8-464F-401D-B447-CB97ABCC3E9B}" sibTransId="{371F8042-EB49-4F2E-8966-47C9A1B76966}"/>
    <dgm:cxn modelId="{A72A0780-995C-4EB7-9002-D8C14E107F81}" type="presOf" srcId="{8D44ACCB-A0EB-4D92-9D4E-4E90DF2D7664}" destId="{192D395D-3B32-4E5C-AA07-1AA9D9810041}" srcOrd="0" destOrd="0" presId="urn:microsoft.com/office/officeart/2005/8/layout/default"/>
    <dgm:cxn modelId="{C1B185BC-C540-4960-8AEE-8C591C0D3134}" type="presOf" srcId="{5E5560A8-221A-4882-9B36-94DDDBA7BA5F}" destId="{4BD45F2B-7EDF-4DAE-BCF7-841A6ED45648}" srcOrd="0" destOrd="0" presId="urn:microsoft.com/office/officeart/2005/8/layout/default"/>
    <dgm:cxn modelId="{C7E189F4-7776-402F-8370-EADE125FF801}" srcId="{4025AC6B-FCAA-467F-8E34-F3D18F53A912}" destId="{0C98B3D4-C6E8-411E-8A41-2D2DDEF0DF31}" srcOrd="5" destOrd="0" parTransId="{40B0CEC9-8D92-4F41-B8A6-C4F7946EF6BF}" sibTransId="{EE4E6407-C523-4394-809F-B5309AA20281}"/>
    <dgm:cxn modelId="{1846A030-DB90-4FB9-A40A-1BD9A7D1F981}" type="presParOf" srcId="{1FF76C99-6900-4A52-B433-5FD59159AEEE}" destId="{9BDCF434-6346-4794-B511-365974CDA304}" srcOrd="0" destOrd="0" presId="urn:microsoft.com/office/officeart/2005/8/layout/default"/>
    <dgm:cxn modelId="{1C13EFC1-C659-4217-A272-D079A30C4788}" type="presParOf" srcId="{1FF76C99-6900-4A52-B433-5FD59159AEEE}" destId="{8835C155-ADE7-4DB0-825D-B85CE03F50E2}" srcOrd="1" destOrd="0" presId="urn:microsoft.com/office/officeart/2005/8/layout/default"/>
    <dgm:cxn modelId="{27DD5080-29F6-431A-B2CE-CA2DCD04DD92}" type="presParOf" srcId="{1FF76C99-6900-4A52-B433-5FD59159AEEE}" destId="{56DAA605-B636-491D-9120-510E9E5FB657}" srcOrd="2" destOrd="0" presId="urn:microsoft.com/office/officeart/2005/8/layout/default"/>
    <dgm:cxn modelId="{A2C6BC57-5C5D-40D3-BD3B-8DAEE37AE77D}" type="presParOf" srcId="{1FF76C99-6900-4A52-B433-5FD59159AEEE}" destId="{751ACE51-8406-4EFB-8413-5D65BE629779}" srcOrd="3" destOrd="0" presId="urn:microsoft.com/office/officeart/2005/8/layout/default"/>
    <dgm:cxn modelId="{DB453666-BCA4-4CF9-8881-C63951D3E1D0}" type="presParOf" srcId="{1FF76C99-6900-4A52-B433-5FD59159AEEE}" destId="{53269478-DDA8-4B10-B1CC-B68BD58E4F48}" srcOrd="4" destOrd="0" presId="urn:microsoft.com/office/officeart/2005/8/layout/default"/>
    <dgm:cxn modelId="{777AECEF-42E3-4381-A352-B6DA51E4111A}" type="presParOf" srcId="{1FF76C99-6900-4A52-B433-5FD59159AEEE}" destId="{4D6C8734-F38D-40EB-99AF-87D54AA82FC4}" srcOrd="5" destOrd="0" presId="urn:microsoft.com/office/officeart/2005/8/layout/default"/>
    <dgm:cxn modelId="{3ECFF9A9-4488-49DD-A8D8-919A5B2EBE48}" type="presParOf" srcId="{1FF76C99-6900-4A52-B433-5FD59159AEEE}" destId="{192D395D-3B32-4E5C-AA07-1AA9D9810041}" srcOrd="6" destOrd="0" presId="urn:microsoft.com/office/officeart/2005/8/layout/default"/>
    <dgm:cxn modelId="{F4952755-0F66-41BF-A8B4-F61A51ED929F}" type="presParOf" srcId="{1FF76C99-6900-4A52-B433-5FD59159AEEE}" destId="{483261F6-2255-420F-888A-F4BA64545E73}" srcOrd="7" destOrd="0" presId="urn:microsoft.com/office/officeart/2005/8/layout/default"/>
    <dgm:cxn modelId="{8E67E97E-BEA2-4979-8A3C-8113A3993D81}" type="presParOf" srcId="{1FF76C99-6900-4A52-B433-5FD59159AEEE}" destId="{A39A690F-0C44-4A69-97C8-96469AF1E1D7}" srcOrd="8" destOrd="0" presId="urn:microsoft.com/office/officeart/2005/8/layout/default"/>
    <dgm:cxn modelId="{4552E2F7-A566-409E-A57C-256D97B1128D}" type="presParOf" srcId="{1FF76C99-6900-4A52-B433-5FD59159AEEE}" destId="{EFC946F4-1956-44C6-A30B-FEA2B8DEA3DF}" srcOrd="9" destOrd="0" presId="urn:microsoft.com/office/officeart/2005/8/layout/default"/>
    <dgm:cxn modelId="{7713B6F4-DEBE-4720-8C4A-653F1AB79651}" type="presParOf" srcId="{1FF76C99-6900-4A52-B433-5FD59159AEEE}" destId="{AFB4DA24-2364-44E4-AA5B-2D019B049266}" srcOrd="10" destOrd="0" presId="urn:microsoft.com/office/officeart/2005/8/layout/default"/>
    <dgm:cxn modelId="{85177771-391C-4C07-AF54-7AB076B7281B}" type="presParOf" srcId="{1FF76C99-6900-4A52-B433-5FD59159AEEE}" destId="{67BDE87F-CE97-4559-B238-8E6BC804999F}" srcOrd="11" destOrd="0" presId="urn:microsoft.com/office/officeart/2005/8/layout/default"/>
    <dgm:cxn modelId="{A0EF9133-71F2-436F-AA88-396BC130A707}" type="presParOf" srcId="{1FF76C99-6900-4A52-B433-5FD59159AEEE}" destId="{EFBD90B2-0EC3-4D4F-864D-044EAF6B1FCA}" srcOrd="12" destOrd="0" presId="urn:microsoft.com/office/officeart/2005/8/layout/default"/>
    <dgm:cxn modelId="{468BE45E-DA37-4E17-97F2-5A5AE484D1C3}" type="presParOf" srcId="{1FF76C99-6900-4A52-B433-5FD59159AEEE}" destId="{55D60720-E7DB-4619-982C-0634223F728F}" srcOrd="13" destOrd="0" presId="urn:microsoft.com/office/officeart/2005/8/layout/default"/>
    <dgm:cxn modelId="{68C532FA-6985-40C8-BF5C-1406E82B1B8C}" type="presParOf" srcId="{1FF76C99-6900-4A52-B433-5FD59159AEEE}" destId="{4BD45F2B-7EDF-4DAE-BCF7-841A6ED45648}" srcOrd="1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8B5C4A3-C688-4115-80D9-8F054D9A90A2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DE04D90-3870-42D0-BEDE-4958B986426A}">
      <dgm:prSet/>
      <dgm:spPr/>
      <dgm:t>
        <a:bodyPr/>
        <a:lstStyle/>
        <a:p>
          <a:r>
            <a:rPr lang="en-US"/>
            <a:t>Rebranded as Elevance Health (2022)</a:t>
          </a:r>
        </a:p>
      </dgm:t>
    </dgm:pt>
    <dgm:pt modelId="{6705C3E0-8F0A-4C27-BCD4-2B5CAEC4C00D}" type="parTrans" cxnId="{1FFC4421-870D-4D50-AA36-3E9EF07B2843}">
      <dgm:prSet/>
      <dgm:spPr/>
      <dgm:t>
        <a:bodyPr/>
        <a:lstStyle/>
        <a:p>
          <a:endParaRPr lang="en-US"/>
        </a:p>
      </dgm:t>
    </dgm:pt>
    <dgm:pt modelId="{B037B786-89CB-4D78-8E3B-06778B268C30}" type="sibTrans" cxnId="{1FFC4421-870D-4D50-AA36-3E9EF07B2843}">
      <dgm:prSet/>
      <dgm:spPr/>
      <dgm:t>
        <a:bodyPr/>
        <a:lstStyle/>
        <a:p>
          <a:endParaRPr lang="en-US"/>
        </a:p>
      </dgm:t>
    </dgm:pt>
    <dgm:pt modelId="{40D723F2-5718-4B23-AC9B-8F1EAF0CB0F6}">
      <dgm:prSet/>
      <dgm:spPr/>
      <dgm:t>
        <a:bodyPr/>
        <a:lstStyle/>
        <a:p>
          <a:r>
            <a:rPr lang="en-US"/>
            <a:t>45M+ members, $61B+ revenue,                           98,000+ staff</a:t>
          </a:r>
        </a:p>
      </dgm:t>
    </dgm:pt>
    <dgm:pt modelId="{1147B036-9C1F-4320-B78D-DF8EA3575EF1}" type="parTrans" cxnId="{7473E78F-7EC5-424C-93AE-763C891530D4}">
      <dgm:prSet/>
      <dgm:spPr/>
      <dgm:t>
        <a:bodyPr/>
        <a:lstStyle/>
        <a:p>
          <a:endParaRPr lang="en-US"/>
        </a:p>
      </dgm:t>
    </dgm:pt>
    <dgm:pt modelId="{15074047-70A6-4936-81A7-4B1DEBB0981A}" type="sibTrans" cxnId="{7473E78F-7EC5-424C-93AE-763C891530D4}">
      <dgm:prSet/>
      <dgm:spPr/>
      <dgm:t>
        <a:bodyPr/>
        <a:lstStyle/>
        <a:p>
          <a:endParaRPr lang="en-US"/>
        </a:p>
      </dgm:t>
    </dgm:pt>
    <dgm:pt modelId="{E28A09BF-EB00-4D57-B065-5F1D2E38C197}">
      <dgm:prSet/>
      <dgm:spPr/>
      <dgm:t>
        <a:bodyPr/>
        <a:lstStyle/>
        <a:p>
          <a:r>
            <a:rPr lang="en-US"/>
            <a:t>Sensitive data managed: PII, PHI, claims</a:t>
          </a:r>
        </a:p>
      </dgm:t>
    </dgm:pt>
    <dgm:pt modelId="{B35AB25A-8D83-416B-83D9-87CD04F63DC3}" type="parTrans" cxnId="{5B05FA8B-59DF-4DC2-8D36-CE572519418B}">
      <dgm:prSet/>
      <dgm:spPr/>
      <dgm:t>
        <a:bodyPr/>
        <a:lstStyle/>
        <a:p>
          <a:endParaRPr lang="en-US"/>
        </a:p>
      </dgm:t>
    </dgm:pt>
    <dgm:pt modelId="{D5887258-9D89-4C2C-9362-4AFDE73F8961}" type="sibTrans" cxnId="{5B05FA8B-59DF-4DC2-8D36-CE572519418B}">
      <dgm:prSet/>
      <dgm:spPr/>
      <dgm:t>
        <a:bodyPr/>
        <a:lstStyle/>
        <a:p>
          <a:endParaRPr lang="en-US"/>
        </a:p>
      </dgm:t>
    </dgm:pt>
    <dgm:pt modelId="{195008A3-F5E0-4F80-BC5D-8DAF3BF11121}">
      <dgm:prSet/>
      <dgm:spPr/>
      <dgm:t>
        <a:bodyPr/>
        <a:lstStyle/>
        <a:p>
          <a:r>
            <a:rPr lang="en-US"/>
            <a:t>Regulatory compliance: HIPAA, HITECH</a:t>
          </a:r>
        </a:p>
      </dgm:t>
    </dgm:pt>
    <dgm:pt modelId="{A3FCEAD5-6DB1-41BD-AC3A-EB18EDD0865B}" type="parTrans" cxnId="{FC931414-ADAF-4DF3-A760-1198E2F00295}">
      <dgm:prSet/>
      <dgm:spPr/>
      <dgm:t>
        <a:bodyPr/>
        <a:lstStyle/>
        <a:p>
          <a:endParaRPr lang="en-US"/>
        </a:p>
      </dgm:t>
    </dgm:pt>
    <dgm:pt modelId="{CE42E1E9-59B2-466F-80F0-4FE3B59FA680}" type="sibTrans" cxnId="{FC931414-ADAF-4DF3-A760-1198E2F00295}">
      <dgm:prSet/>
      <dgm:spPr/>
      <dgm:t>
        <a:bodyPr/>
        <a:lstStyle/>
        <a:p>
          <a:endParaRPr lang="en-US"/>
        </a:p>
      </dgm:t>
    </dgm:pt>
    <dgm:pt modelId="{243BCBAF-2131-4BE1-B189-5566547CD688}">
      <dgm:prSet/>
      <dgm:spPr/>
      <dgm:t>
        <a:bodyPr/>
        <a:lstStyle/>
        <a:p>
          <a:r>
            <a:rPr lang="en-US"/>
            <a:t>2015 breach due to stolen credentials</a:t>
          </a:r>
        </a:p>
      </dgm:t>
    </dgm:pt>
    <dgm:pt modelId="{A87B9390-F526-4525-8F0B-9775AD7D3375}" type="parTrans" cxnId="{8DDC2BB6-8B8A-4656-8D84-3AD96C9BD749}">
      <dgm:prSet/>
      <dgm:spPr/>
      <dgm:t>
        <a:bodyPr/>
        <a:lstStyle/>
        <a:p>
          <a:endParaRPr lang="en-US"/>
        </a:p>
      </dgm:t>
    </dgm:pt>
    <dgm:pt modelId="{61343079-3829-495F-A4CD-8AC86F8321E1}" type="sibTrans" cxnId="{8DDC2BB6-8B8A-4656-8D84-3AD96C9BD749}">
      <dgm:prSet/>
      <dgm:spPr/>
      <dgm:t>
        <a:bodyPr/>
        <a:lstStyle/>
        <a:p>
          <a:endParaRPr lang="en-US"/>
        </a:p>
      </dgm:t>
    </dgm:pt>
    <dgm:pt modelId="{E57FBA23-A255-4C45-8745-70B18B6D44B7}" type="pres">
      <dgm:prSet presAssocID="{B8B5C4A3-C688-4115-80D9-8F054D9A90A2}" presName="outerComposite" presStyleCnt="0">
        <dgm:presLayoutVars>
          <dgm:chMax val="5"/>
          <dgm:dir/>
          <dgm:resizeHandles val="exact"/>
        </dgm:presLayoutVars>
      </dgm:prSet>
      <dgm:spPr/>
    </dgm:pt>
    <dgm:pt modelId="{A8AA3871-CA44-4E86-A2A0-1C2395D66A42}" type="pres">
      <dgm:prSet presAssocID="{B8B5C4A3-C688-4115-80D9-8F054D9A90A2}" presName="dummyMaxCanvas" presStyleCnt="0">
        <dgm:presLayoutVars/>
      </dgm:prSet>
      <dgm:spPr/>
    </dgm:pt>
    <dgm:pt modelId="{31BB572E-F91B-4A1A-979D-6A2C7BE51915}" type="pres">
      <dgm:prSet presAssocID="{B8B5C4A3-C688-4115-80D9-8F054D9A90A2}" presName="FiveNodes_1" presStyleLbl="node1" presStyleIdx="0" presStyleCnt="5">
        <dgm:presLayoutVars>
          <dgm:bulletEnabled val="1"/>
        </dgm:presLayoutVars>
      </dgm:prSet>
      <dgm:spPr/>
    </dgm:pt>
    <dgm:pt modelId="{9B3FE5E0-9FDD-410B-891C-2F1C247814AE}" type="pres">
      <dgm:prSet presAssocID="{B8B5C4A3-C688-4115-80D9-8F054D9A90A2}" presName="FiveNodes_2" presStyleLbl="node1" presStyleIdx="1" presStyleCnt="5">
        <dgm:presLayoutVars>
          <dgm:bulletEnabled val="1"/>
        </dgm:presLayoutVars>
      </dgm:prSet>
      <dgm:spPr/>
    </dgm:pt>
    <dgm:pt modelId="{924AFEF1-1456-4D25-A530-7D4F6CA24354}" type="pres">
      <dgm:prSet presAssocID="{B8B5C4A3-C688-4115-80D9-8F054D9A90A2}" presName="FiveNodes_3" presStyleLbl="node1" presStyleIdx="2" presStyleCnt="5">
        <dgm:presLayoutVars>
          <dgm:bulletEnabled val="1"/>
        </dgm:presLayoutVars>
      </dgm:prSet>
      <dgm:spPr/>
    </dgm:pt>
    <dgm:pt modelId="{9FD9BBBF-E4C3-4C3C-93F3-D2135AD95E71}" type="pres">
      <dgm:prSet presAssocID="{B8B5C4A3-C688-4115-80D9-8F054D9A90A2}" presName="FiveNodes_4" presStyleLbl="node1" presStyleIdx="3" presStyleCnt="5">
        <dgm:presLayoutVars>
          <dgm:bulletEnabled val="1"/>
        </dgm:presLayoutVars>
      </dgm:prSet>
      <dgm:spPr/>
    </dgm:pt>
    <dgm:pt modelId="{331C900F-B227-49C4-908B-17D9238E8D8B}" type="pres">
      <dgm:prSet presAssocID="{B8B5C4A3-C688-4115-80D9-8F054D9A90A2}" presName="FiveNodes_5" presStyleLbl="node1" presStyleIdx="4" presStyleCnt="5">
        <dgm:presLayoutVars>
          <dgm:bulletEnabled val="1"/>
        </dgm:presLayoutVars>
      </dgm:prSet>
      <dgm:spPr/>
    </dgm:pt>
    <dgm:pt modelId="{9E2F7603-5A75-4CBE-9FEC-CF4C547B0FB9}" type="pres">
      <dgm:prSet presAssocID="{B8B5C4A3-C688-4115-80D9-8F054D9A90A2}" presName="FiveConn_1-2" presStyleLbl="fgAccFollowNode1" presStyleIdx="0" presStyleCnt="4">
        <dgm:presLayoutVars>
          <dgm:bulletEnabled val="1"/>
        </dgm:presLayoutVars>
      </dgm:prSet>
      <dgm:spPr/>
    </dgm:pt>
    <dgm:pt modelId="{497F31C8-83DA-41D5-87BD-A3400FB81130}" type="pres">
      <dgm:prSet presAssocID="{B8B5C4A3-C688-4115-80D9-8F054D9A90A2}" presName="FiveConn_2-3" presStyleLbl="fgAccFollowNode1" presStyleIdx="1" presStyleCnt="4">
        <dgm:presLayoutVars>
          <dgm:bulletEnabled val="1"/>
        </dgm:presLayoutVars>
      </dgm:prSet>
      <dgm:spPr/>
    </dgm:pt>
    <dgm:pt modelId="{BF9C417F-9BEF-4F65-8729-F40D5782968C}" type="pres">
      <dgm:prSet presAssocID="{B8B5C4A3-C688-4115-80D9-8F054D9A90A2}" presName="FiveConn_3-4" presStyleLbl="fgAccFollowNode1" presStyleIdx="2" presStyleCnt="4">
        <dgm:presLayoutVars>
          <dgm:bulletEnabled val="1"/>
        </dgm:presLayoutVars>
      </dgm:prSet>
      <dgm:spPr/>
    </dgm:pt>
    <dgm:pt modelId="{56A72175-5022-4E40-95A0-957B348523F2}" type="pres">
      <dgm:prSet presAssocID="{B8B5C4A3-C688-4115-80D9-8F054D9A90A2}" presName="FiveConn_4-5" presStyleLbl="fgAccFollowNode1" presStyleIdx="3" presStyleCnt="4">
        <dgm:presLayoutVars>
          <dgm:bulletEnabled val="1"/>
        </dgm:presLayoutVars>
      </dgm:prSet>
      <dgm:spPr/>
    </dgm:pt>
    <dgm:pt modelId="{DB4C3A19-25F8-4C42-B189-33E585F792CD}" type="pres">
      <dgm:prSet presAssocID="{B8B5C4A3-C688-4115-80D9-8F054D9A90A2}" presName="FiveNodes_1_text" presStyleLbl="node1" presStyleIdx="4" presStyleCnt="5">
        <dgm:presLayoutVars>
          <dgm:bulletEnabled val="1"/>
        </dgm:presLayoutVars>
      </dgm:prSet>
      <dgm:spPr/>
    </dgm:pt>
    <dgm:pt modelId="{34C30D9B-0F8C-425A-AFC5-66A4E9A0C98E}" type="pres">
      <dgm:prSet presAssocID="{B8B5C4A3-C688-4115-80D9-8F054D9A90A2}" presName="FiveNodes_2_text" presStyleLbl="node1" presStyleIdx="4" presStyleCnt="5">
        <dgm:presLayoutVars>
          <dgm:bulletEnabled val="1"/>
        </dgm:presLayoutVars>
      </dgm:prSet>
      <dgm:spPr/>
    </dgm:pt>
    <dgm:pt modelId="{07AE75BA-E495-4293-A856-D09723EC1590}" type="pres">
      <dgm:prSet presAssocID="{B8B5C4A3-C688-4115-80D9-8F054D9A90A2}" presName="FiveNodes_3_text" presStyleLbl="node1" presStyleIdx="4" presStyleCnt="5">
        <dgm:presLayoutVars>
          <dgm:bulletEnabled val="1"/>
        </dgm:presLayoutVars>
      </dgm:prSet>
      <dgm:spPr/>
    </dgm:pt>
    <dgm:pt modelId="{272F1532-7997-4462-B818-F21AAFB48D9F}" type="pres">
      <dgm:prSet presAssocID="{B8B5C4A3-C688-4115-80D9-8F054D9A90A2}" presName="FiveNodes_4_text" presStyleLbl="node1" presStyleIdx="4" presStyleCnt="5">
        <dgm:presLayoutVars>
          <dgm:bulletEnabled val="1"/>
        </dgm:presLayoutVars>
      </dgm:prSet>
      <dgm:spPr/>
    </dgm:pt>
    <dgm:pt modelId="{7879EBA3-159B-449B-962D-4338A1922FF1}" type="pres">
      <dgm:prSet presAssocID="{B8B5C4A3-C688-4115-80D9-8F054D9A90A2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FC931414-ADAF-4DF3-A760-1198E2F00295}" srcId="{B8B5C4A3-C688-4115-80D9-8F054D9A90A2}" destId="{195008A3-F5E0-4F80-BC5D-8DAF3BF11121}" srcOrd="3" destOrd="0" parTransId="{A3FCEAD5-6DB1-41BD-AC3A-EB18EDD0865B}" sibTransId="{CE42E1E9-59B2-466F-80F0-4FE3B59FA680}"/>
    <dgm:cxn modelId="{16F37D1B-1BB0-4D81-9F3A-9F17C67F5D84}" type="presOf" srcId="{40D723F2-5718-4B23-AC9B-8F1EAF0CB0F6}" destId="{9B3FE5E0-9FDD-410B-891C-2F1C247814AE}" srcOrd="0" destOrd="0" presId="urn:microsoft.com/office/officeart/2005/8/layout/vProcess5"/>
    <dgm:cxn modelId="{1FFC4421-870D-4D50-AA36-3E9EF07B2843}" srcId="{B8B5C4A3-C688-4115-80D9-8F054D9A90A2}" destId="{9DE04D90-3870-42D0-BEDE-4958B986426A}" srcOrd="0" destOrd="0" parTransId="{6705C3E0-8F0A-4C27-BCD4-2B5CAEC4C00D}" sibTransId="{B037B786-89CB-4D78-8E3B-06778B268C30}"/>
    <dgm:cxn modelId="{F05DDC62-6A49-422C-873B-109AA94EA1DE}" type="presOf" srcId="{15074047-70A6-4936-81A7-4B1DEBB0981A}" destId="{497F31C8-83DA-41D5-87BD-A3400FB81130}" srcOrd="0" destOrd="0" presId="urn:microsoft.com/office/officeart/2005/8/layout/vProcess5"/>
    <dgm:cxn modelId="{5454E947-C374-4E7A-AB99-BBD1C4088721}" type="presOf" srcId="{D5887258-9D89-4C2C-9362-4AFDE73F8961}" destId="{BF9C417F-9BEF-4F65-8729-F40D5782968C}" srcOrd="0" destOrd="0" presId="urn:microsoft.com/office/officeart/2005/8/layout/vProcess5"/>
    <dgm:cxn modelId="{C7A2CC74-BA8F-4686-AF7A-C9A74F0B91A8}" type="presOf" srcId="{E28A09BF-EB00-4D57-B065-5F1D2E38C197}" destId="{924AFEF1-1456-4D25-A530-7D4F6CA24354}" srcOrd="0" destOrd="0" presId="urn:microsoft.com/office/officeart/2005/8/layout/vProcess5"/>
    <dgm:cxn modelId="{852A395A-779D-463D-A179-0E4FA5865A16}" type="presOf" srcId="{243BCBAF-2131-4BE1-B189-5566547CD688}" destId="{7879EBA3-159B-449B-962D-4338A1922FF1}" srcOrd="1" destOrd="0" presId="urn:microsoft.com/office/officeart/2005/8/layout/vProcess5"/>
    <dgm:cxn modelId="{5B05FA8B-59DF-4DC2-8D36-CE572519418B}" srcId="{B8B5C4A3-C688-4115-80D9-8F054D9A90A2}" destId="{E28A09BF-EB00-4D57-B065-5F1D2E38C197}" srcOrd="2" destOrd="0" parTransId="{B35AB25A-8D83-416B-83D9-87CD04F63DC3}" sibTransId="{D5887258-9D89-4C2C-9362-4AFDE73F8961}"/>
    <dgm:cxn modelId="{EA022D8F-9A5A-4EA1-8AAE-85322819A98E}" type="presOf" srcId="{195008A3-F5E0-4F80-BC5D-8DAF3BF11121}" destId="{9FD9BBBF-E4C3-4C3C-93F3-D2135AD95E71}" srcOrd="0" destOrd="0" presId="urn:microsoft.com/office/officeart/2005/8/layout/vProcess5"/>
    <dgm:cxn modelId="{7473E78F-7EC5-424C-93AE-763C891530D4}" srcId="{B8B5C4A3-C688-4115-80D9-8F054D9A90A2}" destId="{40D723F2-5718-4B23-AC9B-8F1EAF0CB0F6}" srcOrd="1" destOrd="0" parTransId="{1147B036-9C1F-4320-B78D-DF8EA3575EF1}" sibTransId="{15074047-70A6-4936-81A7-4B1DEBB0981A}"/>
    <dgm:cxn modelId="{23FECEB0-F926-4147-8B56-061A23F18090}" type="presOf" srcId="{CE42E1E9-59B2-466F-80F0-4FE3B59FA680}" destId="{56A72175-5022-4E40-95A0-957B348523F2}" srcOrd="0" destOrd="0" presId="urn:microsoft.com/office/officeart/2005/8/layout/vProcess5"/>
    <dgm:cxn modelId="{8BDA75B2-83ED-42BB-835D-4D2B591D9852}" type="presOf" srcId="{9DE04D90-3870-42D0-BEDE-4958B986426A}" destId="{DB4C3A19-25F8-4C42-B189-33E585F792CD}" srcOrd="1" destOrd="0" presId="urn:microsoft.com/office/officeart/2005/8/layout/vProcess5"/>
    <dgm:cxn modelId="{66303FB5-1BAF-41DE-A326-1BDED1AA6C26}" type="presOf" srcId="{B037B786-89CB-4D78-8E3B-06778B268C30}" destId="{9E2F7603-5A75-4CBE-9FEC-CF4C547B0FB9}" srcOrd="0" destOrd="0" presId="urn:microsoft.com/office/officeart/2005/8/layout/vProcess5"/>
    <dgm:cxn modelId="{8DDC2BB6-8B8A-4656-8D84-3AD96C9BD749}" srcId="{B8B5C4A3-C688-4115-80D9-8F054D9A90A2}" destId="{243BCBAF-2131-4BE1-B189-5566547CD688}" srcOrd="4" destOrd="0" parTransId="{A87B9390-F526-4525-8F0B-9775AD7D3375}" sibTransId="{61343079-3829-495F-A4CD-8AC86F8321E1}"/>
    <dgm:cxn modelId="{3DF315BA-058E-4A55-8DDE-37D35CD0A7CB}" type="presOf" srcId="{E28A09BF-EB00-4D57-B065-5F1D2E38C197}" destId="{07AE75BA-E495-4293-A856-D09723EC1590}" srcOrd="1" destOrd="0" presId="urn:microsoft.com/office/officeart/2005/8/layout/vProcess5"/>
    <dgm:cxn modelId="{7FC8C8BF-FB83-4F84-9733-B9C3A48A476D}" type="presOf" srcId="{40D723F2-5718-4B23-AC9B-8F1EAF0CB0F6}" destId="{34C30D9B-0F8C-425A-AFC5-66A4E9A0C98E}" srcOrd="1" destOrd="0" presId="urn:microsoft.com/office/officeart/2005/8/layout/vProcess5"/>
    <dgm:cxn modelId="{9965AED7-7230-41F2-837B-DB07572402B6}" type="presOf" srcId="{195008A3-F5E0-4F80-BC5D-8DAF3BF11121}" destId="{272F1532-7997-4462-B818-F21AAFB48D9F}" srcOrd="1" destOrd="0" presId="urn:microsoft.com/office/officeart/2005/8/layout/vProcess5"/>
    <dgm:cxn modelId="{33C314DF-498E-4973-8613-B4986524A8BF}" type="presOf" srcId="{9DE04D90-3870-42D0-BEDE-4958B986426A}" destId="{31BB572E-F91B-4A1A-979D-6A2C7BE51915}" srcOrd="0" destOrd="0" presId="urn:microsoft.com/office/officeart/2005/8/layout/vProcess5"/>
    <dgm:cxn modelId="{D15022E3-A3B9-4A15-A942-A729B237107C}" type="presOf" srcId="{243BCBAF-2131-4BE1-B189-5566547CD688}" destId="{331C900F-B227-49C4-908B-17D9238E8D8B}" srcOrd="0" destOrd="0" presId="urn:microsoft.com/office/officeart/2005/8/layout/vProcess5"/>
    <dgm:cxn modelId="{08B266F6-D685-40DA-BFAC-8304778916EF}" type="presOf" srcId="{B8B5C4A3-C688-4115-80D9-8F054D9A90A2}" destId="{E57FBA23-A255-4C45-8745-70B18B6D44B7}" srcOrd="0" destOrd="0" presId="urn:microsoft.com/office/officeart/2005/8/layout/vProcess5"/>
    <dgm:cxn modelId="{7A4D289B-EAC4-4340-B9A4-7B1F6199A349}" type="presParOf" srcId="{E57FBA23-A255-4C45-8745-70B18B6D44B7}" destId="{A8AA3871-CA44-4E86-A2A0-1C2395D66A42}" srcOrd="0" destOrd="0" presId="urn:microsoft.com/office/officeart/2005/8/layout/vProcess5"/>
    <dgm:cxn modelId="{0FD929E6-AF1F-46C9-A419-8330299F7C39}" type="presParOf" srcId="{E57FBA23-A255-4C45-8745-70B18B6D44B7}" destId="{31BB572E-F91B-4A1A-979D-6A2C7BE51915}" srcOrd="1" destOrd="0" presId="urn:microsoft.com/office/officeart/2005/8/layout/vProcess5"/>
    <dgm:cxn modelId="{915DE7A9-C529-4D50-89AE-3BACD7440C34}" type="presParOf" srcId="{E57FBA23-A255-4C45-8745-70B18B6D44B7}" destId="{9B3FE5E0-9FDD-410B-891C-2F1C247814AE}" srcOrd="2" destOrd="0" presId="urn:microsoft.com/office/officeart/2005/8/layout/vProcess5"/>
    <dgm:cxn modelId="{8F7DCEAF-D1EC-4A67-B4F9-1BB2EC00E83D}" type="presParOf" srcId="{E57FBA23-A255-4C45-8745-70B18B6D44B7}" destId="{924AFEF1-1456-4D25-A530-7D4F6CA24354}" srcOrd="3" destOrd="0" presId="urn:microsoft.com/office/officeart/2005/8/layout/vProcess5"/>
    <dgm:cxn modelId="{0F2CBC2B-AEE1-46F2-A633-633D60C62200}" type="presParOf" srcId="{E57FBA23-A255-4C45-8745-70B18B6D44B7}" destId="{9FD9BBBF-E4C3-4C3C-93F3-D2135AD95E71}" srcOrd="4" destOrd="0" presId="urn:microsoft.com/office/officeart/2005/8/layout/vProcess5"/>
    <dgm:cxn modelId="{7475C347-91C8-43B0-B194-1AFD6898F22F}" type="presParOf" srcId="{E57FBA23-A255-4C45-8745-70B18B6D44B7}" destId="{331C900F-B227-49C4-908B-17D9238E8D8B}" srcOrd="5" destOrd="0" presId="urn:microsoft.com/office/officeart/2005/8/layout/vProcess5"/>
    <dgm:cxn modelId="{5CC1E756-65B1-4299-93BE-AF05AC47C545}" type="presParOf" srcId="{E57FBA23-A255-4C45-8745-70B18B6D44B7}" destId="{9E2F7603-5A75-4CBE-9FEC-CF4C547B0FB9}" srcOrd="6" destOrd="0" presId="urn:microsoft.com/office/officeart/2005/8/layout/vProcess5"/>
    <dgm:cxn modelId="{AA3C35B7-229B-484B-88BF-D9DF8A0C4B4B}" type="presParOf" srcId="{E57FBA23-A255-4C45-8745-70B18B6D44B7}" destId="{497F31C8-83DA-41D5-87BD-A3400FB81130}" srcOrd="7" destOrd="0" presId="urn:microsoft.com/office/officeart/2005/8/layout/vProcess5"/>
    <dgm:cxn modelId="{0F9753BB-0B65-44A1-86DD-A3D94913EBFF}" type="presParOf" srcId="{E57FBA23-A255-4C45-8745-70B18B6D44B7}" destId="{BF9C417F-9BEF-4F65-8729-F40D5782968C}" srcOrd="8" destOrd="0" presId="urn:microsoft.com/office/officeart/2005/8/layout/vProcess5"/>
    <dgm:cxn modelId="{6927915B-7ADF-416C-BF53-6F22F3DF6A7E}" type="presParOf" srcId="{E57FBA23-A255-4C45-8745-70B18B6D44B7}" destId="{56A72175-5022-4E40-95A0-957B348523F2}" srcOrd="9" destOrd="0" presId="urn:microsoft.com/office/officeart/2005/8/layout/vProcess5"/>
    <dgm:cxn modelId="{6F8A4146-70EF-42FE-8131-E5D01D9C1D34}" type="presParOf" srcId="{E57FBA23-A255-4C45-8745-70B18B6D44B7}" destId="{DB4C3A19-25F8-4C42-B189-33E585F792CD}" srcOrd="10" destOrd="0" presId="urn:microsoft.com/office/officeart/2005/8/layout/vProcess5"/>
    <dgm:cxn modelId="{85804BB6-2DA1-4CB7-9A09-C7A5F76EB2A6}" type="presParOf" srcId="{E57FBA23-A255-4C45-8745-70B18B6D44B7}" destId="{34C30D9B-0F8C-425A-AFC5-66A4E9A0C98E}" srcOrd="11" destOrd="0" presId="urn:microsoft.com/office/officeart/2005/8/layout/vProcess5"/>
    <dgm:cxn modelId="{2510E66B-86D3-4F41-A5D7-228151135A1C}" type="presParOf" srcId="{E57FBA23-A255-4C45-8745-70B18B6D44B7}" destId="{07AE75BA-E495-4293-A856-D09723EC1590}" srcOrd="12" destOrd="0" presId="urn:microsoft.com/office/officeart/2005/8/layout/vProcess5"/>
    <dgm:cxn modelId="{0C1691B3-5EB9-4388-B7E3-06E9D8DE0288}" type="presParOf" srcId="{E57FBA23-A255-4C45-8745-70B18B6D44B7}" destId="{272F1532-7997-4462-B818-F21AAFB48D9F}" srcOrd="13" destOrd="0" presId="urn:microsoft.com/office/officeart/2005/8/layout/vProcess5"/>
    <dgm:cxn modelId="{8596E413-4D32-43EC-8EA8-3F1FF1EA0695}" type="presParOf" srcId="{E57FBA23-A255-4C45-8745-70B18B6D44B7}" destId="{7879EBA3-159B-449B-962D-4338A1922FF1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019DA51-BC3F-4AE1-9A9B-75D67D61E74D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4D0766E-2005-49C1-997E-42FA28FB71B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1" dirty="0"/>
            <a:t>Confidentiality: </a:t>
          </a:r>
          <a:r>
            <a:rPr lang="en-US" sz="1400" dirty="0"/>
            <a:t>Protecting access to data</a:t>
          </a:r>
        </a:p>
      </dgm:t>
    </dgm:pt>
    <dgm:pt modelId="{37CDF44F-749E-49F0-A446-47CCCFB24371}" type="parTrans" cxnId="{3C29258E-CCF3-4D26-9683-8317312D28AA}">
      <dgm:prSet/>
      <dgm:spPr/>
      <dgm:t>
        <a:bodyPr/>
        <a:lstStyle/>
        <a:p>
          <a:endParaRPr lang="en-US"/>
        </a:p>
      </dgm:t>
    </dgm:pt>
    <dgm:pt modelId="{6E5969BB-3D0F-4F3C-9751-43E7E25CDF7E}" type="sibTrans" cxnId="{3C29258E-CCF3-4D26-9683-8317312D28AA}">
      <dgm:prSet/>
      <dgm:spPr/>
      <dgm:t>
        <a:bodyPr/>
        <a:lstStyle/>
        <a:p>
          <a:endParaRPr lang="en-US"/>
        </a:p>
      </dgm:t>
    </dgm:pt>
    <dgm:pt modelId="{C002E91D-7287-402A-8EB6-4B51E833536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1" dirty="0"/>
            <a:t>Integrity</a:t>
          </a:r>
          <a:r>
            <a:rPr lang="en-US" sz="1400" dirty="0"/>
            <a:t>: Preventing unauthorized modifications</a:t>
          </a:r>
        </a:p>
      </dgm:t>
    </dgm:pt>
    <dgm:pt modelId="{8664FF94-37FB-460E-9698-F49FCB5BC237}" type="parTrans" cxnId="{942E4DD5-00F2-4F7D-B593-180408013D5B}">
      <dgm:prSet/>
      <dgm:spPr/>
      <dgm:t>
        <a:bodyPr/>
        <a:lstStyle/>
        <a:p>
          <a:endParaRPr lang="en-US"/>
        </a:p>
      </dgm:t>
    </dgm:pt>
    <dgm:pt modelId="{E64E5770-71B7-4873-B56D-AD7C957CF6ED}" type="sibTrans" cxnId="{942E4DD5-00F2-4F7D-B593-180408013D5B}">
      <dgm:prSet/>
      <dgm:spPr/>
      <dgm:t>
        <a:bodyPr/>
        <a:lstStyle/>
        <a:p>
          <a:endParaRPr lang="en-US"/>
        </a:p>
      </dgm:t>
    </dgm:pt>
    <dgm:pt modelId="{7FF47A54-7FFD-4656-B952-8EF0EAA44967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1" dirty="0"/>
            <a:t>Availability</a:t>
          </a:r>
          <a:r>
            <a:rPr lang="en-US" sz="1400" dirty="0"/>
            <a:t>: Ensuring continuous access</a:t>
          </a:r>
        </a:p>
      </dgm:t>
    </dgm:pt>
    <dgm:pt modelId="{F81AFD93-4736-4263-97BC-1D47DD680469}" type="parTrans" cxnId="{6C48EDDA-B624-496C-B95F-B0AD2E8FFE24}">
      <dgm:prSet/>
      <dgm:spPr/>
      <dgm:t>
        <a:bodyPr/>
        <a:lstStyle/>
        <a:p>
          <a:endParaRPr lang="en-US"/>
        </a:p>
      </dgm:t>
    </dgm:pt>
    <dgm:pt modelId="{E79EEDF1-511D-4682-A1EC-6330E0089D3D}" type="sibTrans" cxnId="{6C48EDDA-B624-496C-B95F-B0AD2E8FFE24}">
      <dgm:prSet/>
      <dgm:spPr/>
      <dgm:t>
        <a:bodyPr/>
        <a:lstStyle/>
        <a:p>
          <a:endParaRPr lang="en-US"/>
        </a:p>
      </dgm:t>
    </dgm:pt>
    <dgm:pt modelId="{6754994B-8453-4B9C-B193-0C87604F43B0}" type="pres">
      <dgm:prSet presAssocID="{5019DA51-BC3F-4AE1-9A9B-75D67D61E74D}" presName="root" presStyleCnt="0">
        <dgm:presLayoutVars>
          <dgm:dir/>
          <dgm:resizeHandles val="exact"/>
        </dgm:presLayoutVars>
      </dgm:prSet>
      <dgm:spPr/>
    </dgm:pt>
    <dgm:pt modelId="{832BBFD8-E158-4337-B43F-9A5842B43D4F}" type="pres">
      <dgm:prSet presAssocID="{94D0766E-2005-49C1-997E-42FA28FB71BB}" presName="compNode" presStyleCnt="0"/>
      <dgm:spPr/>
    </dgm:pt>
    <dgm:pt modelId="{D62FE9DF-A88D-437D-A1DC-E32DA20F0A5A}" type="pres">
      <dgm:prSet presAssocID="{94D0766E-2005-49C1-997E-42FA28FB71B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93FD6ACA-FA0A-4B7B-A602-45B56272BB6B}" type="pres">
      <dgm:prSet presAssocID="{94D0766E-2005-49C1-997E-42FA28FB71BB}" presName="spaceRect" presStyleCnt="0"/>
      <dgm:spPr/>
    </dgm:pt>
    <dgm:pt modelId="{243C1859-9769-45EC-B175-30C7D638D6AD}" type="pres">
      <dgm:prSet presAssocID="{94D0766E-2005-49C1-997E-42FA28FB71BB}" presName="textRect" presStyleLbl="revTx" presStyleIdx="0" presStyleCnt="3">
        <dgm:presLayoutVars>
          <dgm:chMax val="1"/>
          <dgm:chPref val="1"/>
        </dgm:presLayoutVars>
      </dgm:prSet>
      <dgm:spPr/>
    </dgm:pt>
    <dgm:pt modelId="{1BD4DEE0-6AFB-47BF-B743-BCDD8C6699BA}" type="pres">
      <dgm:prSet presAssocID="{6E5969BB-3D0F-4F3C-9751-43E7E25CDF7E}" presName="sibTrans" presStyleCnt="0"/>
      <dgm:spPr/>
    </dgm:pt>
    <dgm:pt modelId="{2E6689D6-1C24-46D6-9FA9-6CB67F95CC88}" type="pres">
      <dgm:prSet presAssocID="{C002E91D-7287-402A-8EB6-4B51E8335365}" presName="compNode" presStyleCnt="0"/>
      <dgm:spPr/>
    </dgm:pt>
    <dgm:pt modelId="{FFB220D8-A573-49CC-931E-A73BC9598F25}" type="pres">
      <dgm:prSet presAssocID="{C002E91D-7287-402A-8EB6-4B51E833536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o sign"/>
        </a:ext>
      </dgm:extLst>
    </dgm:pt>
    <dgm:pt modelId="{F90C242F-F687-4DB6-B7F2-01B5404BF550}" type="pres">
      <dgm:prSet presAssocID="{C002E91D-7287-402A-8EB6-4B51E8335365}" presName="spaceRect" presStyleCnt="0"/>
      <dgm:spPr/>
    </dgm:pt>
    <dgm:pt modelId="{DE7F84AB-F784-4A18-B7A7-DB11B0D72FA1}" type="pres">
      <dgm:prSet presAssocID="{C002E91D-7287-402A-8EB6-4B51E8335365}" presName="textRect" presStyleLbl="revTx" presStyleIdx="1" presStyleCnt="3">
        <dgm:presLayoutVars>
          <dgm:chMax val="1"/>
          <dgm:chPref val="1"/>
        </dgm:presLayoutVars>
      </dgm:prSet>
      <dgm:spPr/>
    </dgm:pt>
    <dgm:pt modelId="{EF451D31-17D8-49E6-9536-C3D68CCD2794}" type="pres">
      <dgm:prSet presAssocID="{E64E5770-71B7-4873-B56D-AD7C957CF6ED}" presName="sibTrans" presStyleCnt="0"/>
      <dgm:spPr/>
    </dgm:pt>
    <dgm:pt modelId="{4C66275E-71F9-4762-9B98-C727D1F8B6B1}" type="pres">
      <dgm:prSet presAssocID="{7FF47A54-7FFD-4656-B952-8EF0EAA44967}" presName="compNode" presStyleCnt="0"/>
      <dgm:spPr/>
    </dgm:pt>
    <dgm:pt modelId="{C688811A-D5A1-445E-868E-2A3A6C533DB1}" type="pres">
      <dgm:prSet presAssocID="{7FF47A54-7FFD-4656-B952-8EF0EAA4496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hare With Person"/>
        </a:ext>
      </dgm:extLst>
    </dgm:pt>
    <dgm:pt modelId="{7BC34B10-DCEF-4E4D-9556-5E670DBC4631}" type="pres">
      <dgm:prSet presAssocID="{7FF47A54-7FFD-4656-B952-8EF0EAA44967}" presName="spaceRect" presStyleCnt="0"/>
      <dgm:spPr/>
    </dgm:pt>
    <dgm:pt modelId="{9915A3B9-C2BA-429E-A93E-CF4A8E323816}" type="pres">
      <dgm:prSet presAssocID="{7FF47A54-7FFD-4656-B952-8EF0EAA44967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6093D85B-952E-48DD-9330-0C2296580C36}" type="presOf" srcId="{5019DA51-BC3F-4AE1-9A9B-75D67D61E74D}" destId="{6754994B-8453-4B9C-B193-0C87604F43B0}" srcOrd="0" destOrd="0" presId="urn:microsoft.com/office/officeart/2018/2/layout/IconLabelList"/>
    <dgm:cxn modelId="{3C29258E-CCF3-4D26-9683-8317312D28AA}" srcId="{5019DA51-BC3F-4AE1-9A9B-75D67D61E74D}" destId="{94D0766E-2005-49C1-997E-42FA28FB71BB}" srcOrd="0" destOrd="0" parTransId="{37CDF44F-749E-49F0-A446-47CCCFB24371}" sibTransId="{6E5969BB-3D0F-4F3C-9751-43E7E25CDF7E}"/>
    <dgm:cxn modelId="{9D74989C-FCF2-450C-9AEB-4B76FC7445A4}" type="presOf" srcId="{94D0766E-2005-49C1-997E-42FA28FB71BB}" destId="{243C1859-9769-45EC-B175-30C7D638D6AD}" srcOrd="0" destOrd="0" presId="urn:microsoft.com/office/officeart/2018/2/layout/IconLabelList"/>
    <dgm:cxn modelId="{AE3C7C9F-A3AB-4906-BE5C-2CF12DCBCDB2}" type="presOf" srcId="{C002E91D-7287-402A-8EB6-4B51E8335365}" destId="{DE7F84AB-F784-4A18-B7A7-DB11B0D72FA1}" srcOrd="0" destOrd="0" presId="urn:microsoft.com/office/officeart/2018/2/layout/IconLabelList"/>
    <dgm:cxn modelId="{C1BD42D4-F183-44FE-BB51-C29D68C206E8}" type="presOf" srcId="{7FF47A54-7FFD-4656-B952-8EF0EAA44967}" destId="{9915A3B9-C2BA-429E-A93E-CF4A8E323816}" srcOrd="0" destOrd="0" presId="urn:microsoft.com/office/officeart/2018/2/layout/IconLabelList"/>
    <dgm:cxn modelId="{942E4DD5-00F2-4F7D-B593-180408013D5B}" srcId="{5019DA51-BC3F-4AE1-9A9B-75D67D61E74D}" destId="{C002E91D-7287-402A-8EB6-4B51E8335365}" srcOrd="1" destOrd="0" parTransId="{8664FF94-37FB-460E-9698-F49FCB5BC237}" sibTransId="{E64E5770-71B7-4873-B56D-AD7C957CF6ED}"/>
    <dgm:cxn modelId="{6C48EDDA-B624-496C-B95F-B0AD2E8FFE24}" srcId="{5019DA51-BC3F-4AE1-9A9B-75D67D61E74D}" destId="{7FF47A54-7FFD-4656-B952-8EF0EAA44967}" srcOrd="2" destOrd="0" parTransId="{F81AFD93-4736-4263-97BC-1D47DD680469}" sibTransId="{E79EEDF1-511D-4682-A1EC-6330E0089D3D}"/>
    <dgm:cxn modelId="{69956491-7F33-49D7-9640-40656D515520}" type="presParOf" srcId="{6754994B-8453-4B9C-B193-0C87604F43B0}" destId="{832BBFD8-E158-4337-B43F-9A5842B43D4F}" srcOrd="0" destOrd="0" presId="urn:microsoft.com/office/officeart/2018/2/layout/IconLabelList"/>
    <dgm:cxn modelId="{7D50FDFE-CF4A-4948-ADDB-38E4451E69B4}" type="presParOf" srcId="{832BBFD8-E158-4337-B43F-9A5842B43D4F}" destId="{D62FE9DF-A88D-437D-A1DC-E32DA20F0A5A}" srcOrd="0" destOrd="0" presId="urn:microsoft.com/office/officeart/2018/2/layout/IconLabelList"/>
    <dgm:cxn modelId="{F534E07F-4751-4D92-9312-0BC406F6A842}" type="presParOf" srcId="{832BBFD8-E158-4337-B43F-9A5842B43D4F}" destId="{93FD6ACA-FA0A-4B7B-A602-45B56272BB6B}" srcOrd="1" destOrd="0" presId="urn:microsoft.com/office/officeart/2018/2/layout/IconLabelList"/>
    <dgm:cxn modelId="{13C2A71F-8EB5-4D12-BE99-EB734CC419F6}" type="presParOf" srcId="{832BBFD8-E158-4337-B43F-9A5842B43D4F}" destId="{243C1859-9769-45EC-B175-30C7D638D6AD}" srcOrd="2" destOrd="0" presId="urn:microsoft.com/office/officeart/2018/2/layout/IconLabelList"/>
    <dgm:cxn modelId="{C3B88C5D-DCE2-43E0-8ECB-D252D675CB88}" type="presParOf" srcId="{6754994B-8453-4B9C-B193-0C87604F43B0}" destId="{1BD4DEE0-6AFB-47BF-B743-BCDD8C6699BA}" srcOrd="1" destOrd="0" presId="urn:microsoft.com/office/officeart/2018/2/layout/IconLabelList"/>
    <dgm:cxn modelId="{E2E0549D-A121-4B03-874F-A4FCE7738BC2}" type="presParOf" srcId="{6754994B-8453-4B9C-B193-0C87604F43B0}" destId="{2E6689D6-1C24-46D6-9FA9-6CB67F95CC88}" srcOrd="2" destOrd="0" presId="urn:microsoft.com/office/officeart/2018/2/layout/IconLabelList"/>
    <dgm:cxn modelId="{03CB0BE0-37AB-4B37-813F-1C0D27DA8581}" type="presParOf" srcId="{2E6689D6-1C24-46D6-9FA9-6CB67F95CC88}" destId="{FFB220D8-A573-49CC-931E-A73BC9598F25}" srcOrd="0" destOrd="0" presId="urn:microsoft.com/office/officeart/2018/2/layout/IconLabelList"/>
    <dgm:cxn modelId="{64357B27-2866-4CB2-BE56-7D23469A5721}" type="presParOf" srcId="{2E6689D6-1C24-46D6-9FA9-6CB67F95CC88}" destId="{F90C242F-F687-4DB6-B7F2-01B5404BF550}" srcOrd="1" destOrd="0" presId="urn:microsoft.com/office/officeart/2018/2/layout/IconLabelList"/>
    <dgm:cxn modelId="{DE724442-91B8-4C49-BD63-0A9AD1C98B8E}" type="presParOf" srcId="{2E6689D6-1C24-46D6-9FA9-6CB67F95CC88}" destId="{DE7F84AB-F784-4A18-B7A7-DB11B0D72FA1}" srcOrd="2" destOrd="0" presId="urn:microsoft.com/office/officeart/2018/2/layout/IconLabelList"/>
    <dgm:cxn modelId="{71902AE0-B915-489C-B1F2-76DA868BEA91}" type="presParOf" srcId="{6754994B-8453-4B9C-B193-0C87604F43B0}" destId="{EF451D31-17D8-49E6-9536-C3D68CCD2794}" srcOrd="3" destOrd="0" presId="urn:microsoft.com/office/officeart/2018/2/layout/IconLabelList"/>
    <dgm:cxn modelId="{3B07DAA7-F7D9-47A9-A29C-3C04EE8122DF}" type="presParOf" srcId="{6754994B-8453-4B9C-B193-0C87604F43B0}" destId="{4C66275E-71F9-4762-9B98-C727D1F8B6B1}" srcOrd="4" destOrd="0" presId="urn:microsoft.com/office/officeart/2018/2/layout/IconLabelList"/>
    <dgm:cxn modelId="{8B93CCF5-BE5A-4E32-8E1A-44A31146701D}" type="presParOf" srcId="{4C66275E-71F9-4762-9B98-C727D1F8B6B1}" destId="{C688811A-D5A1-445E-868E-2A3A6C533DB1}" srcOrd="0" destOrd="0" presId="urn:microsoft.com/office/officeart/2018/2/layout/IconLabelList"/>
    <dgm:cxn modelId="{ACF4003C-7109-4DD5-9976-28FF92737D8B}" type="presParOf" srcId="{4C66275E-71F9-4762-9B98-C727D1F8B6B1}" destId="{7BC34B10-DCEF-4E4D-9556-5E670DBC4631}" srcOrd="1" destOrd="0" presId="urn:microsoft.com/office/officeart/2018/2/layout/IconLabelList"/>
    <dgm:cxn modelId="{C0868A59-7D34-49FE-99E6-9F17753B3D31}" type="presParOf" srcId="{4C66275E-71F9-4762-9B98-C727D1F8B6B1}" destId="{9915A3B9-C2BA-429E-A93E-CF4A8E323816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4CE43B1-6164-4C39-897C-83DBC7D1EDF8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DDDF274-1ADB-4B7F-BA14-ED813480A25F}">
      <dgm:prSet custT="1"/>
      <dgm:spPr/>
      <dgm:t>
        <a:bodyPr/>
        <a:lstStyle/>
        <a:p>
          <a:r>
            <a:rPr lang="en-US" sz="1400" b="1"/>
            <a:t>Confidentiality</a:t>
          </a:r>
          <a:endParaRPr lang="en-US" sz="1400" dirty="0"/>
        </a:p>
      </dgm:t>
    </dgm:pt>
    <dgm:pt modelId="{D4A2C964-586E-45D6-BDF7-AFD1618382F1}" type="parTrans" cxnId="{67C0132E-694D-4B06-BD0F-4300F5BF3EDD}">
      <dgm:prSet/>
      <dgm:spPr/>
      <dgm:t>
        <a:bodyPr/>
        <a:lstStyle/>
        <a:p>
          <a:endParaRPr lang="en-US"/>
        </a:p>
      </dgm:t>
    </dgm:pt>
    <dgm:pt modelId="{1EE319D5-8714-491D-B196-28426917509E}" type="sibTrans" cxnId="{67C0132E-694D-4B06-BD0F-4300F5BF3EDD}">
      <dgm:prSet/>
      <dgm:spPr/>
      <dgm:t>
        <a:bodyPr/>
        <a:lstStyle/>
        <a:p>
          <a:endParaRPr lang="en-US"/>
        </a:p>
      </dgm:t>
    </dgm:pt>
    <dgm:pt modelId="{84BFE808-B360-4F28-97FD-E25B95341A87}">
      <dgm:prSet/>
      <dgm:spPr/>
      <dgm:t>
        <a:bodyPr/>
        <a:lstStyle/>
        <a:p>
          <a:r>
            <a:rPr lang="en-US" dirty="0"/>
            <a:t>Strength: AES-256, TLS 1.3, DLP tools</a:t>
          </a:r>
        </a:p>
      </dgm:t>
    </dgm:pt>
    <dgm:pt modelId="{AE7414EE-7CBC-4405-A41E-7048E1C7ABBD}" type="parTrans" cxnId="{3B39A3A9-E4A9-4CE2-A112-8E024C181AA8}">
      <dgm:prSet/>
      <dgm:spPr/>
      <dgm:t>
        <a:bodyPr/>
        <a:lstStyle/>
        <a:p>
          <a:endParaRPr lang="en-US"/>
        </a:p>
      </dgm:t>
    </dgm:pt>
    <dgm:pt modelId="{6662CA9E-4EAB-4478-A0B5-FAF2663EFF52}" type="sibTrans" cxnId="{3B39A3A9-E4A9-4CE2-A112-8E024C181AA8}">
      <dgm:prSet/>
      <dgm:spPr/>
      <dgm:t>
        <a:bodyPr/>
        <a:lstStyle/>
        <a:p>
          <a:endParaRPr lang="en-US"/>
        </a:p>
      </dgm:t>
    </dgm:pt>
    <dgm:pt modelId="{89C23F34-F4B8-45CA-8127-1AAB936A22F8}">
      <dgm:prSet/>
      <dgm:spPr/>
      <dgm:t>
        <a:bodyPr/>
        <a:lstStyle/>
        <a:p>
          <a:r>
            <a:rPr lang="en-US" dirty="0"/>
            <a:t>Weakness: Legacy system gaps, overprivileged users</a:t>
          </a:r>
        </a:p>
      </dgm:t>
    </dgm:pt>
    <dgm:pt modelId="{84CF9569-6C35-43AE-844C-04692EEBC632}" type="parTrans" cxnId="{70404B3D-0AB7-4204-A59E-E25CB8D07B15}">
      <dgm:prSet/>
      <dgm:spPr/>
      <dgm:t>
        <a:bodyPr/>
        <a:lstStyle/>
        <a:p>
          <a:endParaRPr lang="en-US"/>
        </a:p>
      </dgm:t>
    </dgm:pt>
    <dgm:pt modelId="{6620DF8E-7386-40C9-A4FD-9DEEFA2FB72C}" type="sibTrans" cxnId="{70404B3D-0AB7-4204-A59E-E25CB8D07B15}">
      <dgm:prSet/>
      <dgm:spPr/>
      <dgm:t>
        <a:bodyPr/>
        <a:lstStyle/>
        <a:p>
          <a:endParaRPr lang="en-US"/>
        </a:p>
      </dgm:t>
    </dgm:pt>
    <dgm:pt modelId="{6FAA7498-05DB-4ADD-A41E-CC612EBD32F1}">
      <dgm:prSet custT="1"/>
      <dgm:spPr/>
      <dgm:t>
        <a:bodyPr/>
        <a:lstStyle/>
        <a:p>
          <a:r>
            <a:rPr lang="en-US" sz="1600" b="1"/>
            <a:t>Integrity</a:t>
          </a:r>
          <a:endParaRPr lang="en-US" sz="1600" dirty="0"/>
        </a:p>
      </dgm:t>
    </dgm:pt>
    <dgm:pt modelId="{A66D6EEB-5645-435E-A546-491C5C55157D}" type="parTrans" cxnId="{FCC4D324-FE5B-4F97-AD21-FC1AA9377FCE}">
      <dgm:prSet/>
      <dgm:spPr/>
      <dgm:t>
        <a:bodyPr/>
        <a:lstStyle/>
        <a:p>
          <a:endParaRPr lang="en-US"/>
        </a:p>
      </dgm:t>
    </dgm:pt>
    <dgm:pt modelId="{75A1A6A9-70C8-4AF2-BA6D-C489B3C43AA6}" type="sibTrans" cxnId="{FCC4D324-FE5B-4F97-AD21-FC1AA9377FCE}">
      <dgm:prSet/>
      <dgm:spPr/>
      <dgm:t>
        <a:bodyPr/>
        <a:lstStyle/>
        <a:p>
          <a:endParaRPr lang="en-US"/>
        </a:p>
      </dgm:t>
    </dgm:pt>
    <dgm:pt modelId="{A15A84AD-8AD7-4A45-8374-22456A66E0EC}">
      <dgm:prSet/>
      <dgm:spPr/>
      <dgm:t>
        <a:bodyPr/>
        <a:lstStyle/>
        <a:p>
          <a:r>
            <a:rPr lang="en-US" dirty="0"/>
            <a:t>Strength: Checksums, access audit logs</a:t>
          </a:r>
        </a:p>
      </dgm:t>
    </dgm:pt>
    <dgm:pt modelId="{8F7318F8-F5F3-477B-8162-983176593E74}" type="parTrans" cxnId="{9F34942E-3BB8-43EC-A3B6-D32699AEB69F}">
      <dgm:prSet/>
      <dgm:spPr/>
      <dgm:t>
        <a:bodyPr/>
        <a:lstStyle/>
        <a:p>
          <a:endParaRPr lang="en-US"/>
        </a:p>
      </dgm:t>
    </dgm:pt>
    <dgm:pt modelId="{81E8713A-D961-4F14-872D-DC5484C37497}" type="sibTrans" cxnId="{9F34942E-3BB8-43EC-A3B6-D32699AEB69F}">
      <dgm:prSet/>
      <dgm:spPr/>
      <dgm:t>
        <a:bodyPr/>
        <a:lstStyle/>
        <a:p>
          <a:endParaRPr lang="en-US"/>
        </a:p>
      </dgm:t>
    </dgm:pt>
    <dgm:pt modelId="{504DFD7C-A562-4789-B089-C03CE56B95CD}">
      <dgm:prSet/>
      <dgm:spPr/>
      <dgm:t>
        <a:bodyPr/>
        <a:lstStyle/>
        <a:p>
          <a:r>
            <a:rPr lang="en-US" dirty="0"/>
            <a:t>Weakness: Incomplete signature validation</a:t>
          </a:r>
        </a:p>
      </dgm:t>
    </dgm:pt>
    <dgm:pt modelId="{2D99902D-0D22-4890-BFA6-EE31BD068AE1}" type="parTrans" cxnId="{B4E6A06E-7C97-4ABC-9D10-425CB072C96D}">
      <dgm:prSet/>
      <dgm:spPr/>
      <dgm:t>
        <a:bodyPr/>
        <a:lstStyle/>
        <a:p>
          <a:endParaRPr lang="en-US"/>
        </a:p>
      </dgm:t>
    </dgm:pt>
    <dgm:pt modelId="{AB382FC2-0168-4FF3-ACFD-877B7133CB1F}" type="sibTrans" cxnId="{B4E6A06E-7C97-4ABC-9D10-425CB072C96D}">
      <dgm:prSet/>
      <dgm:spPr/>
      <dgm:t>
        <a:bodyPr/>
        <a:lstStyle/>
        <a:p>
          <a:endParaRPr lang="en-US"/>
        </a:p>
      </dgm:t>
    </dgm:pt>
    <dgm:pt modelId="{27B51C49-40DE-44BF-89E8-24703F250817}">
      <dgm:prSet custT="1"/>
      <dgm:spPr/>
      <dgm:t>
        <a:bodyPr/>
        <a:lstStyle/>
        <a:p>
          <a:r>
            <a:rPr lang="en-US" sz="1600" b="1"/>
            <a:t>Availability</a:t>
          </a:r>
          <a:endParaRPr lang="en-US" sz="1600" dirty="0"/>
        </a:p>
      </dgm:t>
    </dgm:pt>
    <dgm:pt modelId="{9608AB87-D4BE-4764-A271-C6A9B544517F}" type="parTrans" cxnId="{FBF9EE26-DE8F-413C-982B-A80272463DB4}">
      <dgm:prSet/>
      <dgm:spPr/>
      <dgm:t>
        <a:bodyPr/>
        <a:lstStyle/>
        <a:p>
          <a:endParaRPr lang="en-US"/>
        </a:p>
      </dgm:t>
    </dgm:pt>
    <dgm:pt modelId="{339681C3-90DE-4BF6-9342-42B06235B2AF}" type="sibTrans" cxnId="{FBF9EE26-DE8F-413C-982B-A80272463DB4}">
      <dgm:prSet/>
      <dgm:spPr/>
      <dgm:t>
        <a:bodyPr/>
        <a:lstStyle/>
        <a:p>
          <a:endParaRPr lang="en-US"/>
        </a:p>
      </dgm:t>
    </dgm:pt>
    <dgm:pt modelId="{2BB499F7-7E9B-4BC2-840E-615C69AA7C2F}">
      <dgm:prSet/>
      <dgm:spPr/>
      <dgm:t>
        <a:bodyPr/>
        <a:lstStyle/>
        <a:p>
          <a:r>
            <a:rPr lang="en-US" dirty="0"/>
            <a:t>Strength: Redundant DCs, regular backups</a:t>
          </a:r>
        </a:p>
      </dgm:t>
    </dgm:pt>
    <dgm:pt modelId="{B30EE193-6CB0-4672-B3EB-77A4A1E93AF3}" type="parTrans" cxnId="{8A80FF90-0E37-4C7D-B74A-3956B64D889B}">
      <dgm:prSet/>
      <dgm:spPr/>
      <dgm:t>
        <a:bodyPr/>
        <a:lstStyle/>
        <a:p>
          <a:endParaRPr lang="en-US"/>
        </a:p>
      </dgm:t>
    </dgm:pt>
    <dgm:pt modelId="{F7417241-E549-454C-937C-B5508DB1B489}" type="sibTrans" cxnId="{8A80FF90-0E37-4C7D-B74A-3956B64D889B}">
      <dgm:prSet/>
      <dgm:spPr/>
      <dgm:t>
        <a:bodyPr/>
        <a:lstStyle/>
        <a:p>
          <a:endParaRPr lang="en-US"/>
        </a:p>
      </dgm:t>
    </dgm:pt>
    <dgm:pt modelId="{5567505A-075E-408C-90C3-3C3CB43B0B18}">
      <dgm:prSet/>
      <dgm:spPr/>
      <dgm:t>
        <a:bodyPr/>
        <a:lstStyle/>
        <a:p>
          <a:r>
            <a:rPr lang="en-US" dirty="0"/>
            <a:t>Weakness: Weak DDoS defense, limited DR drills</a:t>
          </a:r>
        </a:p>
      </dgm:t>
    </dgm:pt>
    <dgm:pt modelId="{CFD9F8C2-D536-410B-BB62-E5223AD35A34}" type="parTrans" cxnId="{558F3A7C-ED99-4695-A16A-CC713337BFB8}">
      <dgm:prSet/>
      <dgm:spPr/>
      <dgm:t>
        <a:bodyPr/>
        <a:lstStyle/>
        <a:p>
          <a:endParaRPr lang="en-US"/>
        </a:p>
      </dgm:t>
    </dgm:pt>
    <dgm:pt modelId="{07BE7D5E-75E6-4AE4-B7EE-BEED2AB2E7EC}" type="sibTrans" cxnId="{558F3A7C-ED99-4695-A16A-CC713337BFB8}">
      <dgm:prSet/>
      <dgm:spPr/>
      <dgm:t>
        <a:bodyPr/>
        <a:lstStyle/>
        <a:p>
          <a:endParaRPr lang="en-US"/>
        </a:p>
      </dgm:t>
    </dgm:pt>
    <dgm:pt modelId="{1086A236-9AB7-4FDF-88D1-BD1AABAB4245}" type="pres">
      <dgm:prSet presAssocID="{C4CE43B1-6164-4C39-897C-83DBC7D1EDF8}" presName="vert0" presStyleCnt="0">
        <dgm:presLayoutVars>
          <dgm:dir/>
          <dgm:animOne val="branch"/>
          <dgm:animLvl val="lvl"/>
        </dgm:presLayoutVars>
      </dgm:prSet>
      <dgm:spPr/>
    </dgm:pt>
    <dgm:pt modelId="{6C2B1A4D-B32C-42F0-8999-604203C27117}" type="pres">
      <dgm:prSet presAssocID="{ADDDF274-1ADB-4B7F-BA14-ED813480A25F}" presName="thickLine" presStyleLbl="alignNode1" presStyleIdx="0" presStyleCnt="9"/>
      <dgm:spPr/>
    </dgm:pt>
    <dgm:pt modelId="{251A7CB5-1344-479F-B882-DFA1E45088AD}" type="pres">
      <dgm:prSet presAssocID="{ADDDF274-1ADB-4B7F-BA14-ED813480A25F}" presName="horz1" presStyleCnt="0"/>
      <dgm:spPr/>
    </dgm:pt>
    <dgm:pt modelId="{4016F4D0-EE89-4D6C-81BC-0A6AEB30DD91}" type="pres">
      <dgm:prSet presAssocID="{ADDDF274-1ADB-4B7F-BA14-ED813480A25F}" presName="tx1" presStyleLbl="revTx" presStyleIdx="0" presStyleCnt="9"/>
      <dgm:spPr/>
    </dgm:pt>
    <dgm:pt modelId="{3564B254-FD68-44EF-925C-0DD3B02F7376}" type="pres">
      <dgm:prSet presAssocID="{ADDDF274-1ADB-4B7F-BA14-ED813480A25F}" presName="vert1" presStyleCnt="0"/>
      <dgm:spPr/>
    </dgm:pt>
    <dgm:pt modelId="{816DFDD4-2073-4EC8-8C6D-88E1119B58C5}" type="pres">
      <dgm:prSet presAssocID="{84BFE808-B360-4F28-97FD-E25B95341A87}" presName="thickLine" presStyleLbl="alignNode1" presStyleIdx="1" presStyleCnt="9"/>
      <dgm:spPr/>
    </dgm:pt>
    <dgm:pt modelId="{3C6D8943-E66D-4A2F-8996-F181EF02A317}" type="pres">
      <dgm:prSet presAssocID="{84BFE808-B360-4F28-97FD-E25B95341A87}" presName="horz1" presStyleCnt="0"/>
      <dgm:spPr/>
    </dgm:pt>
    <dgm:pt modelId="{830D5178-C73F-4FFD-ABF8-ED6010CF10FA}" type="pres">
      <dgm:prSet presAssocID="{84BFE808-B360-4F28-97FD-E25B95341A87}" presName="tx1" presStyleLbl="revTx" presStyleIdx="1" presStyleCnt="9"/>
      <dgm:spPr/>
    </dgm:pt>
    <dgm:pt modelId="{B3742BB8-C472-4EA6-845F-DD98B71487C3}" type="pres">
      <dgm:prSet presAssocID="{84BFE808-B360-4F28-97FD-E25B95341A87}" presName="vert1" presStyleCnt="0"/>
      <dgm:spPr/>
    </dgm:pt>
    <dgm:pt modelId="{86FB7371-73C3-475B-A025-061DCD3E77CA}" type="pres">
      <dgm:prSet presAssocID="{89C23F34-F4B8-45CA-8127-1AAB936A22F8}" presName="thickLine" presStyleLbl="alignNode1" presStyleIdx="2" presStyleCnt="9"/>
      <dgm:spPr/>
    </dgm:pt>
    <dgm:pt modelId="{3E83FDD4-AE6A-4EF5-A464-C2D1F1A27B15}" type="pres">
      <dgm:prSet presAssocID="{89C23F34-F4B8-45CA-8127-1AAB936A22F8}" presName="horz1" presStyleCnt="0"/>
      <dgm:spPr/>
    </dgm:pt>
    <dgm:pt modelId="{42029000-ADD1-46E2-AA49-D3C793A5F02F}" type="pres">
      <dgm:prSet presAssocID="{89C23F34-F4B8-45CA-8127-1AAB936A22F8}" presName="tx1" presStyleLbl="revTx" presStyleIdx="2" presStyleCnt="9"/>
      <dgm:spPr/>
    </dgm:pt>
    <dgm:pt modelId="{A9ACBAF3-E64B-4823-AC84-22F4E83FB0A1}" type="pres">
      <dgm:prSet presAssocID="{89C23F34-F4B8-45CA-8127-1AAB936A22F8}" presName="vert1" presStyleCnt="0"/>
      <dgm:spPr/>
    </dgm:pt>
    <dgm:pt modelId="{EC13599C-BC74-45A4-9A3C-CD074AA9F229}" type="pres">
      <dgm:prSet presAssocID="{6FAA7498-05DB-4ADD-A41E-CC612EBD32F1}" presName="thickLine" presStyleLbl="alignNode1" presStyleIdx="3" presStyleCnt="9"/>
      <dgm:spPr/>
    </dgm:pt>
    <dgm:pt modelId="{FB88B6D9-6F81-4283-AA64-6B2112DD4CFC}" type="pres">
      <dgm:prSet presAssocID="{6FAA7498-05DB-4ADD-A41E-CC612EBD32F1}" presName="horz1" presStyleCnt="0"/>
      <dgm:spPr/>
    </dgm:pt>
    <dgm:pt modelId="{F9611058-7F28-4207-895C-926EB02B7D3A}" type="pres">
      <dgm:prSet presAssocID="{6FAA7498-05DB-4ADD-A41E-CC612EBD32F1}" presName="tx1" presStyleLbl="revTx" presStyleIdx="3" presStyleCnt="9"/>
      <dgm:spPr/>
    </dgm:pt>
    <dgm:pt modelId="{E7C748C8-1500-435F-98F5-70A8584774CD}" type="pres">
      <dgm:prSet presAssocID="{6FAA7498-05DB-4ADD-A41E-CC612EBD32F1}" presName="vert1" presStyleCnt="0"/>
      <dgm:spPr/>
    </dgm:pt>
    <dgm:pt modelId="{3211A833-5EEE-4131-9F46-1D4D4A9B0B40}" type="pres">
      <dgm:prSet presAssocID="{A15A84AD-8AD7-4A45-8374-22456A66E0EC}" presName="thickLine" presStyleLbl="alignNode1" presStyleIdx="4" presStyleCnt="9"/>
      <dgm:spPr/>
    </dgm:pt>
    <dgm:pt modelId="{18EE1C59-757B-4820-A05E-35A62A799B2B}" type="pres">
      <dgm:prSet presAssocID="{A15A84AD-8AD7-4A45-8374-22456A66E0EC}" presName="horz1" presStyleCnt="0"/>
      <dgm:spPr/>
    </dgm:pt>
    <dgm:pt modelId="{82ADD9C0-D700-4B1E-A18F-D81A386780F0}" type="pres">
      <dgm:prSet presAssocID="{A15A84AD-8AD7-4A45-8374-22456A66E0EC}" presName="tx1" presStyleLbl="revTx" presStyleIdx="4" presStyleCnt="9"/>
      <dgm:spPr/>
    </dgm:pt>
    <dgm:pt modelId="{5BF07D1A-46CC-4BC8-B320-B39C6AD46C70}" type="pres">
      <dgm:prSet presAssocID="{A15A84AD-8AD7-4A45-8374-22456A66E0EC}" presName="vert1" presStyleCnt="0"/>
      <dgm:spPr/>
    </dgm:pt>
    <dgm:pt modelId="{B30BFF30-D952-41F1-A23C-8F6DB363448C}" type="pres">
      <dgm:prSet presAssocID="{504DFD7C-A562-4789-B089-C03CE56B95CD}" presName="thickLine" presStyleLbl="alignNode1" presStyleIdx="5" presStyleCnt="9"/>
      <dgm:spPr/>
    </dgm:pt>
    <dgm:pt modelId="{C8070431-9D14-40E3-AD83-B3D0A5E7CC6B}" type="pres">
      <dgm:prSet presAssocID="{504DFD7C-A562-4789-B089-C03CE56B95CD}" presName="horz1" presStyleCnt="0"/>
      <dgm:spPr/>
    </dgm:pt>
    <dgm:pt modelId="{995BDD2B-3768-4DE1-8488-C4BE5CB8160C}" type="pres">
      <dgm:prSet presAssocID="{504DFD7C-A562-4789-B089-C03CE56B95CD}" presName="tx1" presStyleLbl="revTx" presStyleIdx="5" presStyleCnt="9"/>
      <dgm:spPr/>
    </dgm:pt>
    <dgm:pt modelId="{A6588632-027F-4207-BBF3-83ED2A4BBF25}" type="pres">
      <dgm:prSet presAssocID="{504DFD7C-A562-4789-B089-C03CE56B95CD}" presName="vert1" presStyleCnt="0"/>
      <dgm:spPr/>
    </dgm:pt>
    <dgm:pt modelId="{0A756746-1345-4E97-A7A7-5BB9A281DF36}" type="pres">
      <dgm:prSet presAssocID="{27B51C49-40DE-44BF-89E8-24703F250817}" presName="thickLine" presStyleLbl="alignNode1" presStyleIdx="6" presStyleCnt="9"/>
      <dgm:spPr/>
    </dgm:pt>
    <dgm:pt modelId="{F143F1B8-2BC9-463B-ABFE-C09B15A94926}" type="pres">
      <dgm:prSet presAssocID="{27B51C49-40DE-44BF-89E8-24703F250817}" presName="horz1" presStyleCnt="0"/>
      <dgm:spPr/>
    </dgm:pt>
    <dgm:pt modelId="{9029A2F4-4D2A-407E-9752-B83F71D0DE78}" type="pres">
      <dgm:prSet presAssocID="{27B51C49-40DE-44BF-89E8-24703F250817}" presName="tx1" presStyleLbl="revTx" presStyleIdx="6" presStyleCnt="9"/>
      <dgm:spPr/>
    </dgm:pt>
    <dgm:pt modelId="{BEF9B45A-9C1C-4DE8-9AF3-BF2475B25CF3}" type="pres">
      <dgm:prSet presAssocID="{27B51C49-40DE-44BF-89E8-24703F250817}" presName="vert1" presStyleCnt="0"/>
      <dgm:spPr/>
    </dgm:pt>
    <dgm:pt modelId="{C145112B-3C06-444E-9F72-2FF33927492C}" type="pres">
      <dgm:prSet presAssocID="{2BB499F7-7E9B-4BC2-840E-615C69AA7C2F}" presName="thickLine" presStyleLbl="alignNode1" presStyleIdx="7" presStyleCnt="9"/>
      <dgm:spPr/>
    </dgm:pt>
    <dgm:pt modelId="{EE2B90EE-B59F-442C-9869-5808A5218D1A}" type="pres">
      <dgm:prSet presAssocID="{2BB499F7-7E9B-4BC2-840E-615C69AA7C2F}" presName="horz1" presStyleCnt="0"/>
      <dgm:spPr/>
    </dgm:pt>
    <dgm:pt modelId="{DD85DDA5-FFE0-47C2-A108-9B41B53324CD}" type="pres">
      <dgm:prSet presAssocID="{2BB499F7-7E9B-4BC2-840E-615C69AA7C2F}" presName="tx1" presStyleLbl="revTx" presStyleIdx="7" presStyleCnt="9"/>
      <dgm:spPr/>
    </dgm:pt>
    <dgm:pt modelId="{A2FB882D-8535-40EC-A53D-AFCB8BB7BD3F}" type="pres">
      <dgm:prSet presAssocID="{2BB499F7-7E9B-4BC2-840E-615C69AA7C2F}" presName="vert1" presStyleCnt="0"/>
      <dgm:spPr/>
    </dgm:pt>
    <dgm:pt modelId="{87F8E092-6CBC-4708-938B-C7AC0EEF8E66}" type="pres">
      <dgm:prSet presAssocID="{5567505A-075E-408C-90C3-3C3CB43B0B18}" presName="thickLine" presStyleLbl="alignNode1" presStyleIdx="8" presStyleCnt="9"/>
      <dgm:spPr/>
    </dgm:pt>
    <dgm:pt modelId="{57552B7B-F145-4508-A11F-E8A0FB2F38B6}" type="pres">
      <dgm:prSet presAssocID="{5567505A-075E-408C-90C3-3C3CB43B0B18}" presName="horz1" presStyleCnt="0"/>
      <dgm:spPr/>
    </dgm:pt>
    <dgm:pt modelId="{AC825DA2-DAED-4127-9C89-1249CBA2B8C6}" type="pres">
      <dgm:prSet presAssocID="{5567505A-075E-408C-90C3-3C3CB43B0B18}" presName="tx1" presStyleLbl="revTx" presStyleIdx="8" presStyleCnt="9"/>
      <dgm:spPr/>
    </dgm:pt>
    <dgm:pt modelId="{67F2F733-5A81-4197-ABC6-B931BBE4EE03}" type="pres">
      <dgm:prSet presAssocID="{5567505A-075E-408C-90C3-3C3CB43B0B18}" presName="vert1" presStyleCnt="0"/>
      <dgm:spPr/>
    </dgm:pt>
  </dgm:ptLst>
  <dgm:cxnLst>
    <dgm:cxn modelId="{783AB709-6A15-4364-96DB-CF334568031E}" type="presOf" srcId="{84BFE808-B360-4F28-97FD-E25B95341A87}" destId="{830D5178-C73F-4FFD-ABF8-ED6010CF10FA}" srcOrd="0" destOrd="0" presId="urn:microsoft.com/office/officeart/2008/layout/LinedList"/>
    <dgm:cxn modelId="{2A1C2620-7717-4ECE-8858-FB684FC2A3FB}" type="presOf" srcId="{2BB499F7-7E9B-4BC2-840E-615C69AA7C2F}" destId="{DD85DDA5-FFE0-47C2-A108-9B41B53324CD}" srcOrd="0" destOrd="0" presId="urn:microsoft.com/office/officeart/2008/layout/LinedList"/>
    <dgm:cxn modelId="{FCC4D324-FE5B-4F97-AD21-FC1AA9377FCE}" srcId="{C4CE43B1-6164-4C39-897C-83DBC7D1EDF8}" destId="{6FAA7498-05DB-4ADD-A41E-CC612EBD32F1}" srcOrd="3" destOrd="0" parTransId="{A66D6EEB-5645-435E-A546-491C5C55157D}" sibTransId="{75A1A6A9-70C8-4AF2-BA6D-C489B3C43AA6}"/>
    <dgm:cxn modelId="{FBF9EE26-DE8F-413C-982B-A80272463DB4}" srcId="{C4CE43B1-6164-4C39-897C-83DBC7D1EDF8}" destId="{27B51C49-40DE-44BF-89E8-24703F250817}" srcOrd="6" destOrd="0" parTransId="{9608AB87-D4BE-4764-A271-C6A9B544517F}" sibTransId="{339681C3-90DE-4BF6-9342-42B06235B2AF}"/>
    <dgm:cxn modelId="{91FB1B2A-C3F1-4E9E-A34B-6BD19C92B37B}" type="presOf" srcId="{89C23F34-F4B8-45CA-8127-1AAB936A22F8}" destId="{42029000-ADD1-46E2-AA49-D3C793A5F02F}" srcOrd="0" destOrd="0" presId="urn:microsoft.com/office/officeart/2008/layout/LinedList"/>
    <dgm:cxn modelId="{67C0132E-694D-4B06-BD0F-4300F5BF3EDD}" srcId="{C4CE43B1-6164-4C39-897C-83DBC7D1EDF8}" destId="{ADDDF274-1ADB-4B7F-BA14-ED813480A25F}" srcOrd="0" destOrd="0" parTransId="{D4A2C964-586E-45D6-BDF7-AFD1618382F1}" sibTransId="{1EE319D5-8714-491D-B196-28426917509E}"/>
    <dgm:cxn modelId="{9F34942E-3BB8-43EC-A3B6-D32699AEB69F}" srcId="{C4CE43B1-6164-4C39-897C-83DBC7D1EDF8}" destId="{A15A84AD-8AD7-4A45-8374-22456A66E0EC}" srcOrd="4" destOrd="0" parTransId="{8F7318F8-F5F3-477B-8162-983176593E74}" sibTransId="{81E8713A-D961-4F14-872D-DC5484C37497}"/>
    <dgm:cxn modelId="{C70ECD3B-7166-4FA4-B7D4-07B81FB8FD6A}" type="presOf" srcId="{504DFD7C-A562-4789-B089-C03CE56B95CD}" destId="{995BDD2B-3768-4DE1-8488-C4BE5CB8160C}" srcOrd="0" destOrd="0" presId="urn:microsoft.com/office/officeart/2008/layout/LinedList"/>
    <dgm:cxn modelId="{70404B3D-0AB7-4204-A59E-E25CB8D07B15}" srcId="{C4CE43B1-6164-4C39-897C-83DBC7D1EDF8}" destId="{89C23F34-F4B8-45CA-8127-1AAB936A22F8}" srcOrd="2" destOrd="0" parTransId="{84CF9569-6C35-43AE-844C-04692EEBC632}" sibTransId="{6620DF8E-7386-40C9-A4FD-9DEEFA2FB72C}"/>
    <dgm:cxn modelId="{9C364F6A-FD88-491D-89B6-C1D0BAA058BD}" type="presOf" srcId="{5567505A-075E-408C-90C3-3C3CB43B0B18}" destId="{AC825DA2-DAED-4127-9C89-1249CBA2B8C6}" srcOrd="0" destOrd="0" presId="urn:microsoft.com/office/officeart/2008/layout/LinedList"/>
    <dgm:cxn modelId="{B4E6A06E-7C97-4ABC-9D10-425CB072C96D}" srcId="{C4CE43B1-6164-4C39-897C-83DBC7D1EDF8}" destId="{504DFD7C-A562-4789-B089-C03CE56B95CD}" srcOrd="5" destOrd="0" parTransId="{2D99902D-0D22-4890-BFA6-EE31BD068AE1}" sibTransId="{AB382FC2-0168-4FF3-ACFD-877B7133CB1F}"/>
    <dgm:cxn modelId="{558F3A7C-ED99-4695-A16A-CC713337BFB8}" srcId="{C4CE43B1-6164-4C39-897C-83DBC7D1EDF8}" destId="{5567505A-075E-408C-90C3-3C3CB43B0B18}" srcOrd="8" destOrd="0" parTransId="{CFD9F8C2-D536-410B-BB62-E5223AD35A34}" sibTransId="{07BE7D5E-75E6-4AE4-B7EE-BEED2AB2E7EC}"/>
    <dgm:cxn modelId="{23857388-B71E-4CD9-A83C-0CE73F0DE595}" type="presOf" srcId="{27B51C49-40DE-44BF-89E8-24703F250817}" destId="{9029A2F4-4D2A-407E-9752-B83F71D0DE78}" srcOrd="0" destOrd="0" presId="urn:microsoft.com/office/officeart/2008/layout/LinedList"/>
    <dgm:cxn modelId="{8A80FF90-0E37-4C7D-B74A-3956B64D889B}" srcId="{C4CE43B1-6164-4C39-897C-83DBC7D1EDF8}" destId="{2BB499F7-7E9B-4BC2-840E-615C69AA7C2F}" srcOrd="7" destOrd="0" parTransId="{B30EE193-6CB0-4672-B3EB-77A4A1E93AF3}" sibTransId="{F7417241-E549-454C-937C-B5508DB1B489}"/>
    <dgm:cxn modelId="{7E443094-DC8C-4180-82C6-5857F7146EB2}" type="presOf" srcId="{C4CE43B1-6164-4C39-897C-83DBC7D1EDF8}" destId="{1086A236-9AB7-4FDF-88D1-BD1AABAB4245}" srcOrd="0" destOrd="0" presId="urn:microsoft.com/office/officeart/2008/layout/LinedList"/>
    <dgm:cxn modelId="{30FA6998-D918-4825-9F22-4CFA4D68217E}" type="presOf" srcId="{A15A84AD-8AD7-4A45-8374-22456A66E0EC}" destId="{82ADD9C0-D700-4B1E-A18F-D81A386780F0}" srcOrd="0" destOrd="0" presId="urn:microsoft.com/office/officeart/2008/layout/LinedList"/>
    <dgm:cxn modelId="{3B39A3A9-E4A9-4CE2-A112-8E024C181AA8}" srcId="{C4CE43B1-6164-4C39-897C-83DBC7D1EDF8}" destId="{84BFE808-B360-4F28-97FD-E25B95341A87}" srcOrd="1" destOrd="0" parTransId="{AE7414EE-7CBC-4405-A41E-7048E1C7ABBD}" sibTransId="{6662CA9E-4EAB-4478-A0B5-FAF2663EFF52}"/>
    <dgm:cxn modelId="{46FE9FAC-13BD-4ADF-95B2-A029EF9B15CD}" type="presOf" srcId="{6FAA7498-05DB-4ADD-A41E-CC612EBD32F1}" destId="{F9611058-7F28-4207-895C-926EB02B7D3A}" srcOrd="0" destOrd="0" presId="urn:microsoft.com/office/officeart/2008/layout/LinedList"/>
    <dgm:cxn modelId="{A87185AD-DD67-4B20-A4C4-16A87CB8A635}" type="presOf" srcId="{ADDDF274-1ADB-4B7F-BA14-ED813480A25F}" destId="{4016F4D0-EE89-4D6C-81BC-0A6AEB30DD91}" srcOrd="0" destOrd="0" presId="urn:microsoft.com/office/officeart/2008/layout/LinedList"/>
    <dgm:cxn modelId="{49E69D76-96AD-45A2-8E6C-90A34733FA8E}" type="presParOf" srcId="{1086A236-9AB7-4FDF-88D1-BD1AABAB4245}" destId="{6C2B1A4D-B32C-42F0-8999-604203C27117}" srcOrd="0" destOrd="0" presId="urn:microsoft.com/office/officeart/2008/layout/LinedList"/>
    <dgm:cxn modelId="{37BE06DC-8535-42CB-AB6E-7C04E43E4D40}" type="presParOf" srcId="{1086A236-9AB7-4FDF-88D1-BD1AABAB4245}" destId="{251A7CB5-1344-479F-B882-DFA1E45088AD}" srcOrd="1" destOrd="0" presId="urn:microsoft.com/office/officeart/2008/layout/LinedList"/>
    <dgm:cxn modelId="{561EE97E-3327-46AB-853F-A94A7FD7194D}" type="presParOf" srcId="{251A7CB5-1344-479F-B882-DFA1E45088AD}" destId="{4016F4D0-EE89-4D6C-81BC-0A6AEB30DD91}" srcOrd="0" destOrd="0" presId="urn:microsoft.com/office/officeart/2008/layout/LinedList"/>
    <dgm:cxn modelId="{F51A1EC0-BCAF-4EE8-95BF-B673CBA94B18}" type="presParOf" srcId="{251A7CB5-1344-479F-B882-DFA1E45088AD}" destId="{3564B254-FD68-44EF-925C-0DD3B02F7376}" srcOrd="1" destOrd="0" presId="urn:microsoft.com/office/officeart/2008/layout/LinedList"/>
    <dgm:cxn modelId="{0EADDC49-16BC-48BC-981F-B82F073F6E21}" type="presParOf" srcId="{1086A236-9AB7-4FDF-88D1-BD1AABAB4245}" destId="{816DFDD4-2073-4EC8-8C6D-88E1119B58C5}" srcOrd="2" destOrd="0" presId="urn:microsoft.com/office/officeart/2008/layout/LinedList"/>
    <dgm:cxn modelId="{8797D2F4-4AC0-4526-B140-324F6F9720E1}" type="presParOf" srcId="{1086A236-9AB7-4FDF-88D1-BD1AABAB4245}" destId="{3C6D8943-E66D-4A2F-8996-F181EF02A317}" srcOrd="3" destOrd="0" presId="urn:microsoft.com/office/officeart/2008/layout/LinedList"/>
    <dgm:cxn modelId="{449B3CBA-0436-4532-BA71-4A1F1CE4FC24}" type="presParOf" srcId="{3C6D8943-E66D-4A2F-8996-F181EF02A317}" destId="{830D5178-C73F-4FFD-ABF8-ED6010CF10FA}" srcOrd="0" destOrd="0" presId="urn:microsoft.com/office/officeart/2008/layout/LinedList"/>
    <dgm:cxn modelId="{FA631E91-C817-4A0C-BBC4-5BD918F6C3CC}" type="presParOf" srcId="{3C6D8943-E66D-4A2F-8996-F181EF02A317}" destId="{B3742BB8-C472-4EA6-845F-DD98B71487C3}" srcOrd="1" destOrd="0" presId="urn:microsoft.com/office/officeart/2008/layout/LinedList"/>
    <dgm:cxn modelId="{2757DED2-240A-4BE6-BD6C-FA7CFFC8C840}" type="presParOf" srcId="{1086A236-9AB7-4FDF-88D1-BD1AABAB4245}" destId="{86FB7371-73C3-475B-A025-061DCD3E77CA}" srcOrd="4" destOrd="0" presId="urn:microsoft.com/office/officeart/2008/layout/LinedList"/>
    <dgm:cxn modelId="{7715731B-038E-48CF-A058-6812962D438D}" type="presParOf" srcId="{1086A236-9AB7-4FDF-88D1-BD1AABAB4245}" destId="{3E83FDD4-AE6A-4EF5-A464-C2D1F1A27B15}" srcOrd="5" destOrd="0" presId="urn:microsoft.com/office/officeart/2008/layout/LinedList"/>
    <dgm:cxn modelId="{145326EE-D1B9-4019-B841-45E5774FCED4}" type="presParOf" srcId="{3E83FDD4-AE6A-4EF5-A464-C2D1F1A27B15}" destId="{42029000-ADD1-46E2-AA49-D3C793A5F02F}" srcOrd="0" destOrd="0" presId="urn:microsoft.com/office/officeart/2008/layout/LinedList"/>
    <dgm:cxn modelId="{1406E6E9-7078-4271-BC67-5527FD45843E}" type="presParOf" srcId="{3E83FDD4-AE6A-4EF5-A464-C2D1F1A27B15}" destId="{A9ACBAF3-E64B-4823-AC84-22F4E83FB0A1}" srcOrd="1" destOrd="0" presId="urn:microsoft.com/office/officeart/2008/layout/LinedList"/>
    <dgm:cxn modelId="{833A21B5-B991-4537-96A7-78765F39FC7D}" type="presParOf" srcId="{1086A236-9AB7-4FDF-88D1-BD1AABAB4245}" destId="{EC13599C-BC74-45A4-9A3C-CD074AA9F229}" srcOrd="6" destOrd="0" presId="urn:microsoft.com/office/officeart/2008/layout/LinedList"/>
    <dgm:cxn modelId="{11A31268-246A-4611-8217-E697C1364397}" type="presParOf" srcId="{1086A236-9AB7-4FDF-88D1-BD1AABAB4245}" destId="{FB88B6D9-6F81-4283-AA64-6B2112DD4CFC}" srcOrd="7" destOrd="0" presId="urn:microsoft.com/office/officeart/2008/layout/LinedList"/>
    <dgm:cxn modelId="{7B2C3F64-9814-4182-AB43-757521007FB0}" type="presParOf" srcId="{FB88B6D9-6F81-4283-AA64-6B2112DD4CFC}" destId="{F9611058-7F28-4207-895C-926EB02B7D3A}" srcOrd="0" destOrd="0" presId="urn:microsoft.com/office/officeart/2008/layout/LinedList"/>
    <dgm:cxn modelId="{308896EF-6387-4918-885A-FAE70BEF9DFF}" type="presParOf" srcId="{FB88B6D9-6F81-4283-AA64-6B2112DD4CFC}" destId="{E7C748C8-1500-435F-98F5-70A8584774CD}" srcOrd="1" destOrd="0" presId="urn:microsoft.com/office/officeart/2008/layout/LinedList"/>
    <dgm:cxn modelId="{AA804350-9026-4A5C-808C-443BA76088C6}" type="presParOf" srcId="{1086A236-9AB7-4FDF-88D1-BD1AABAB4245}" destId="{3211A833-5EEE-4131-9F46-1D4D4A9B0B40}" srcOrd="8" destOrd="0" presId="urn:microsoft.com/office/officeart/2008/layout/LinedList"/>
    <dgm:cxn modelId="{62DB8642-A4DB-4B43-9BAB-38E98EDB5D6E}" type="presParOf" srcId="{1086A236-9AB7-4FDF-88D1-BD1AABAB4245}" destId="{18EE1C59-757B-4820-A05E-35A62A799B2B}" srcOrd="9" destOrd="0" presId="urn:microsoft.com/office/officeart/2008/layout/LinedList"/>
    <dgm:cxn modelId="{D056D551-53E9-4314-985B-E2B274BD7547}" type="presParOf" srcId="{18EE1C59-757B-4820-A05E-35A62A799B2B}" destId="{82ADD9C0-D700-4B1E-A18F-D81A386780F0}" srcOrd="0" destOrd="0" presId="urn:microsoft.com/office/officeart/2008/layout/LinedList"/>
    <dgm:cxn modelId="{A16CF45E-9A89-48D1-AEAD-546FEAD04A18}" type="presParOf" srcId="{18EE1C59-757B-4820-A05E-35A62A799B2B}" destId="{5BF07D1A-46CC-4BC8-B320-B39C6AD46C70}" srcOrd="1" destOrd="0" presId="urn:microsoft.com/office/officeart/2008/layout/LinedList"/>
    <dgm:cxn modelId="{43380CD6-CEE8-4C0D-B359-8BFB63EDD607}" type="presParOf" srcId="{1086A236-9AB7-4FDF-88D1-BD1AABAB4245}" destId="{B30BFF30-D952-41F1-A23C-8F6DB363448C}" srcOrd="10" destOrd="0" presId="urn:microsoft.com/office/officeart/2008/layout/LinedList"/>
    <dgm:cxn modelId="{42742148-6D10-4AAA-A699-877365D64A35}" type="presParOf" srcId="{1086A236-9AB7-4FDF-88D1-BD1AABAB4245}" destId="{C8070431-9D14-40E3-AD83-B3D0A5E7CC6B}" srcOrd="11" destOrd="0" presId="urn:microsoft.com/office/officeart/2008/layout/LinedList"/>
    <dgm:cxn modelId="{1844014F-D8E2-4A70-B8F2-46B7737C615F}" type="presParOf" srcId="{C8070431-9D14-40E3-AD83-B3D0A5E7CC6B}" destId="{995BDD2B-3768-4DE1-8488-C4BE5CB8160C}" srcOrd="0" destOrd="0" presId="urn:microsoft.com/office/officeart/2008/layout/LinedList"/>
    <dgm:cxn modelId="{896E7D00-90A1-437C-8410-33CB43CDB302}" type="presParOf" srcId="{C8070431-9D14-40E3-AD83-B3D0A5E7CC6B}" destId="{A6588632-027F-4207-BBF3-83ED2A4BBF25}" srcOrd="1" destOrd="0" presId="urn:microsoft.com/office/officeart/2008/layout/LinedList"/>
    <dgm:cxn modelId="{CC9568EC-32C9-4969-AE76-FCDF4ACED83C}" type="presParOf" srcId="{1086A236-9AB7-4FDF-88D1-BD1AABAB4245}" destId="{0A756746-1345-4E97-A7A7-5BB9A281DF36}" srcOrd="12" destOrd="0" presId="urn:microsoft.com/office/officeart/2008/layout/LinedList"/>
    <dgm:cxn modelId="{BC1BADEE-B88E-4DA7-AD6B-03EE20444009}" type="presParOf" srcId="{1086A236-9AB7-4FDF-88D1-BD1AABAB4245}" destId="{F143F1B8-2BC9-463B-ABFE-C09B15A94926}" srcOrd="13" destOrd="0" presId="urn:microsoft.com/office/officeart/2008/layout/LinedList"/>
    <dgm:cxn modelId="{90B49599-A4B7-46F5-86FC-A7C7FE8D3F6A}" type="presParOf" srcId="{F143F1B8-2BC9-463B-ABFE-C09B15A94926}" destId="{9029A2F4-4D2A-407E-9752-B83F71D0DE78}" srcOrd="0" destOrd="0" presId="urn:microsoft.com/office/officeart/2008/layout/LinedList"/>
    <dgm:cxn modelId="{755C7B2B-ED8F-4106-86C6-24E3C7E8F138}" type="presParOf" srcId="{F143F1B8-2BC9-463B-ABFE-C09B15A94926}" destId="{BEF9B45A-9C1C-4DE8-9AF3-BF2475B25CF3}" srcOrd="1" destOrd="0" presId="urn:microsoft.com/office/officeart/2008/layout/LinedList"/>
    <dgm:cxn modelId="{8BC6E697-5E11-461D-8138-F99666CC1ED1}" type="presParOf" srcId="{1086A236-9AB7-4FDF-88D1-BD1AABAB4245}" destId="{C145112B-3C06-444E-9F72-2FF33927492C}" srcOrd="14" destOrd="0" presId="urn:microsoft.com/office/officeart/2008/layout/LinedList"/>
    <dgm:cxn modelId="{9FFD5297-3E40-4AE2-A193-016B3A2CA350}" type="presParOf" srcId="{1086A236-9AB7-4FDF-88D1-BD1AABAB4245}" destId="{EE2B90EE-B59F-442C-9869-5808A5218D1A}" srcOrd="15" destOrd="0" presId="urn:microsoft.com/office/officeart/2008/layout/LinedList"/>
    <dgm:cxn modelId="{51F1F155-509A-41F8-90D0-C7C46C85E31A}" type="presParOf" srcId="{EE2B90EE-B59F-442C-9869-5808A5218D1A}" destId="{DD85DDA5-FFE0-47C2-A108-9B41B53324CD}" srcOrd="0" destOrd="0" presId="urn:microsoft.com/office/officeart/2008/layout/LinedList"/>
    <dgm:cxn modelId="{048CBC37-CB40-4065-B829-E08DC0C398B6}" type="presParOf" srcId="{EE2B90EE-B59F-442C-9869-5808A5218D1A}" destId="{A2FB882D-8535-40EC-A53D-AFCB8BB7BD3F}" srcOrd="1" destOrd="0" presId="urn:microsoft.com/office/officeart/2008/layout/LinedList"/>
    <dgm:cxn modelId="{0B89A701-E8E9-4A14-8E0D-C27227759545}" type="presParOf" srcId="{1086A236-9AB7-4FDF-88D1-BD1AABAB4245}" destId="{87F8E092-6CBC-4708-938B-C7AC0EEF8E66}" srcOrd="16" destOrd="0" presId="urn:microsoft.com/office/officeart/2008/layout/LinedList"/>
    <dgm:cxn modelId="{4057F768-FC74-4E55-95A1-955C30C61FC1}" type="presParOf" srcId="{1086A236-9AB7-4FDF-88D1-BD1AABAB4245}" destId="{57552B7B-F145-4508-A11F-E8A0FB2F38B6}" srcOrd="17" destOrd="0" presId="urn:microsoft.com/office/officeart/2008/layout/LinedList"/>
    <dgm:cxn modelId="{794B73EC-4362-44F2-9996-6A11AD20A07F}" type="presParOf" srcId="{57552B7B-F145-4508-A11F-E8A0FB2F38B6}" destId="{AC825DA2-DAED-4127-9C89-1249CBA2B8C6}" srcOrd="0" destOrd="0" presId="urn:microsoft.com/office/officeart/2008/layout/LinedList"/>
    <dgm:cxn modelId="{675F8D15-1368-4830-A7AE-EA981D5297B0}" type="presParOf" srcId="{57552B7B-F145-4508-A11F-E8A0FB2F38B6}" destId="{67F2F733-5A81-4197-ABC6-B931BBE4EE0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4CE43B1-6164-4C39-897C-83DBC7D1EDF8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DDDF274-1ADB-4B7F-BA14-ED813480A25F}">
      <dgm:prSet custT="1"/>
      <dgm:spPr/>
      <dgm:t>
        <a:bodyPr/>
        <a:lstStyle/>
        <a:p>
          <a:r>
            <a:rPr lang="en-US" sz="1400" b="1"/>
            <a:t>Confidentiality</a:t>
          </a:r>
          <a:endParaRPr lang="en-US" sz="1400" dirty="0"/>
        </a:p>
      </dgm:t>
    </dgm:pt>
    <dgm:pt modelId="{D4A2C964-586E-45D6-BDF7-AFD1618382F1}" type="parTrans" cxnId="{67C0132E-694D-4B06-BD0F-4300F5BF3EDD}">
      <dgm:prSet/>
      <dgm:spPr/>
      <dgm:t>
        <a:bodyPr/>
        <a:lstStyle/>
        <a:p>
          <a:endParaRPr lang="en-US"/>
        </a:p>
      </dgm:t>
    </dgm:pt>
    <dgm:pt modelId="{1EE319D5-8714-491D-B196-28426917509E}" type="sibTrans" cxnId="{67C0132E-694D-4B06-BD0F-4300F5BF3EDD}">
      <dgm:prSet/>
      <dgm:spPr/>
      <dgm:t>
        <a:bodyPr/>
        <a:lstStyle/>
        <a:p>
          <a:endParaRPr lang="en-US"/>
        </a:p>
      </dgm:t>
    </dgm:pt>
    <dgm:pt modelId="{84BFE808-B360-4F28-97FD-E25B95341A87}">
      <dgm:prSet/>
      <dgm:spPr/>
      <dgm:t>
        <a:bodyPr/>
        <a:lstStyle/>
        <a:p>
          <a:r>
            <a:rPr lang="en-US" dirty="0"/>
            <a:t>Strength: TLS, network segmentation</a:t>
          </a:r>
        </a:p>
      </dgm:t>
    </dgm:pt>
    <dgm:pt modelId="{AE7414EE-7CBC-4405-A41E-7048E1C7ABBD}" type="parTrans" cxnId="{3B39A3A9-E4A9-4CE2-A112-8E024C181AA8}">
      <dgm:prSet/>
      <dgm:spPr/>
      <dgm:t>
        <a:bodyPr/>
        <a:lstStyle/>
        <a:p>
          <a:endParaRPr lang="en-US"/>
        </a:p>
      </dgm:t>
    </dgm:pt>
    <dgm:pt modelId="{6662CA9E-4EAB-4478-A0B5-FAF2663EFF52}" type="sibTrans" cxnId="{3B39A3A9-E4A9-4CE2-A112-8E024C181AA8}">
      <dgm:prSet/>
      <dgm:spPr/>
      <dgm:t>
        <a:bodyPr/>
        <a:lstStyle/>
        <a:p>
          <a:endParaRPr lang="en-US"/>
        </a:p>
      </dgm:t>
    </dgm:pt>
    <dgm:pt modelId="{89C23F34-F4B8-45CA-8127-1AAB936A22F8}">
      <dgm:prSet/>
      <dgm:spPr/>
      <dgm:t>
        <a:bodyPr/>
        <a:lstStyle/>
        <a:p>
          <a:r>
            <a:rPr lang="en-US"/>
            <a:t>Weakness: Incomplete MFA, over-permissioned users</a:t>
          </a:r>
        </a:p>
      </dgm:t>
    </dgm:pt>
    <dgm:pt modelId="{84CF9569-6C35-43AE-844C-04692EEBC632}" type="parTrans" cxnId="{70404B3D-0AB7-4204-A59E-E25CB8D07B15}">
      <dgm:prSet/>
      <dgm:spPr/>
      <dgm:t>
        <a:bodyPr/>
        <a:lstStyle/>
        <a:p>
          <a:endParaRPr lang="en-US"/>
        </a:p>
      </dgm:t>
    </dgm:pt>
    <dgm:pt modelId="{6620DF8E-7386-40C9-A4FD-9DEEFA2FB72C}" type="sibTrans" cxnId="{70404B3D-0AB7-4204-A59E-E25CB8D07B15}">
      <dgm:prSet/>
      <dgm:spPr/>
      <dgm:t>
        <a:bodyPr/>
        <a:lstStyle/>
        <a:p>
          <a:endParaRPr lang="en-US"/>
        </a:p>
      </dgm:t>
    </dgm:pt>
    <dgm:pt modelId="{6FAA7498-05DB-4ADD-A41E-CC612EBD32F1}">
      <dgm:prSet custT="1"/>
      <dgm:spPr/>
      <dgm:t>
        <a:bodyPr/>
        <a:lstStyle/>
        <a:p>
          <a:r>
            <a:rPr lang="en-US" sz="1600" b="1"/>
            <a:t>Integrity</a:t>
          </a:r>
          <a:endParaRPr lang="en-US" sz="1600" dirty="0"/>
        </a:p>
      </dgm:t>
    </dgm:pt>
    <dgm:pt modelId="{A66D6EEB-5645-435E-A546-491C5C55157D}" type="parTrans" cxnId="{FCC4D324-FE5B-4F97-AD21-FC1AA9377FCE}">
      <dgm:prSet/>
      <dgm:spPr/>
      <dgm:t>
        <a:bodyPr/>
        <a:lstStyle/>
        <a:p>
          <a:endParaRPr lang="en-US"/>
        </a:p>
      </dgm:t>
    </dgm:pt>
    <dgm:pt modelId="{75A1A6A9-70C8-4AF2-BA6D-C489B3C43AA6}" type="sibTrans" cxnId="{FCC4D324-FE5B-4F97-AD21-FC1AA9377FCE}">
      <dgm:prSet/>
      <dgm:spPr/>
      <dgm:t>
        <a:bodyPr/>
        <a:lstStyle/>
        <a:p>
          <a:endParaRPr lang="en-US"/>
        </a:p>
      </dgm:t>
    </dgm:pt>
    <dgm:pt modelId="{A15A84AD-8AD7-4A45-8374-22456A66E0EC}">
      <dgm:prSet/>
      <dgm:spPr/>
      <dgm:t>
        <a:bodyPr/>
        <a:lstStyle/>
        <a:p>
          <a:r>
            <a:rPr lang="en-US"/>
            <a:t>Strength: Commit signing, version control</a:t>
          </a:r>
        </a:p>
      </dgm:t>
    </dgm:pt>
    <dgm:pt modelId="{8F7318F8-F5F3-477B-8162-983176593E74}" type="parTrans" cxnId="{9F34942E-3BB8-43EC-A3B6-D32699AEB69F}">
      <dgm:prSet/>
      <dgm:spPr/>
      <dgm:t>
        <a:bodyPr/>
        <a:lstStyle/>
        <a:p>
          <a:endParaRPr lang="en-US"/>
        </a:p>
      </dgm:t>
    </dgm:pt>
    <dgm:pt modelId="{81E8713A-D961-4F14-872D-DC5484C37497}" type="sibTrans" cxnId="{9F34942E-3BB8-43EC-A3B6-D32699AEB69F}">
      <dgm:prSet/>
      <dgm:spPr/>
      <dgm:t>
        <a:bodyPr/>
        <a:lstStyle/>
        <a:p>
          <a:endParaRPr lang="en-US"/>
        </a:p>
      </dgm:t>
    </dgm:pt>
    <dgm:pt modelId="{504DFD7C-A562-4789-B089-C03CE56B95CD}">
      <dgm:prSet/>
      <dgm:spPr/>
      <dgm:t>
        <a:bodyPr/>
        <a:lstStyle/>
        <a:p>
          <a:r>
            <a:rPr lang="en-US" dirty="0"/>
            <a:t>Weakness: No reproducible builds, 3rd-party risk</a:t>
          </a:r>
        </a:p>
      </dgm:t>
    </dgm:pt>
    <dgm:pt modelId="{2D99902D-0D22-4890-BFA6-EE31BD068AE1}" type="parTrans" cxnId="{B4E6A06E-7C97-4ABC-9D10-425CB072C96D}">
      <dgm:prSet/>
      <dgm:spPr/>
      <dgm:t>
        <a:bodyPr/>
        <a:lstStyle/>
        <a:p>
          <a:endParaRPr lang="en-US"/>
        </a:p>
      </dgm:t>
    </dgm:pt>
    <dgm:pt modelId="{AB382FC2-0168-4FF3-ACFD-877B7133CB1F}" type="sibTrans" cxnId="{B4E6A06E-7C97-4ABC-9D10-425CB072C96D}">
      <dgm:prSet/>
      <dgm:spPr/>
      <dgm:t>
        <a:bodyPr/>
        <a:lstStyle/>
        <a:p>
          <a:endParaRPr lang="en-US"/>
        </a:p>
      </dgm:t>
    </dgm:pt>
    <dgm:pt modelId="{27B51C49-40DE-44BF-89E8-24703F250817}">
      <dgm:prSet custT="1"/>
      <dgm:spPr/>
      <dgm:t>
        <a:bodyPr/>
        <a:lstStyle/>
        <a:p>
          <a:r>
            <a:rPr lang="en-US" sz="1600" b="1"/>
            <a:t>Availability</a:t>
          </a:r>
          <a:endParaRPr lang="en-US" sz="1600" dirty="0"/>
        </a:p>
      </dgm:t>
    </dgm:pt>
    <dgm:pt modelId="{9608AB87-D4BE-4764-A271-C6A9B544517F}" type="parTrans" cxnId="{FBF9EE26-DE8F-413C-982B-A80272463DB4}">
      <dgm:prSet/>
      <dgm:spPr/>
      <dgm:t>
        <a:bodyPr/>
        <a:lstStyle/>
        <a:p>
          <a:endParaRPr lang="en-US"/>
        </a:p>
      </dgm:t>
    </dgm:pt>
    <dgm:pt modelId="{339681C3-90DE-4BF6-9342-42B06235B2AF}" type="sibTrans" cxnId="{FBF9EE26-DE8F-413C-982B-A80272463DB4}">
      <dgm:prSet/>
      <dgm:spPr/>
      <dgm:t>
        <a:bodyPr/>
        <a:lstStyle/>
        <a:p>
          <a:endParaRPr lang="en-US"/>
        </a:p>
      </dgm:t>
    </dgm:pt>
    <dgm:pt modelId="{2BB499F7-7E9B-4BC2-840E-615C69AA7C2F}">
      <dgm:prSet/>
      <dgm:spPr/>
      <dgm:t>
        <a:bodyPr/>
        <a:lstStyle/>
        <a:p>
          <a:r>
            <a:rPr lang="en-US"/>
            <a:t>Strength: Cloud-hosted infra, load balancing</a:t>
          </a:r>
        </a:p>
      </dgm:t>
    </dgm:pt>
    <dgm:pt modelId="{B30EE193-6CB0-4672-B3EB-77A4A1E93AF3}" type="parTrans" cxnId="{8A80FF90-0E37-4C7D-B74A-3956B64D889B}">
      <dgm:prSet/>
      <dgm:spPr/>
      <dgm:t>
        <a:bodyPr/>
        <a:lstStyle/>
        <a:p>
          <a:endParaRPr lang="en-US"/>
        </a:p>
      </dgm:t>
    </dgm:pt>
    <dgm:pt modelId="{F7417241-E549-454C-937C-B5508DB1B489}" type="sibTrans" cxnId="{8A80FF90-0E37-4C7D-B74A-3956B64D889B}">
      <dgm:prSet/>
      <dgm:spPr/>
      <dgm:t>
        <a:bodyPr/>
        <a:lstStyle/>
        <a:p>
          <a:endParaRPr lang="en-US"/>
        </a:p>
      </dgm:t>
    </dgm:pt>
    <dgm:pt modelId="{5567505A-075E-408C-90C3-3C3CB43B0B18}">
      <dgm:prSet/>
      <dgm:spPr/>
      <dgm:t>
        <a:bodyPr/>
        <a:lstStyle/>
        <a:p>
          <a:r>
            <a:rPr lang="en-US"/>
            <a:t>Weakness: Weak DDoS handling, BCP inconsistencies</a:t>
          </a:r>
        </a:p>
      </dgm:t>
    </dgm:pt>
    <dgm:pt modelId="{CFD9F8C2-D536-410B-BB62-E5223AD35A34}" type="parTrans" cxnId="{558F3A7C-ED99-4695-A16A-CC713337BFB8}">
      <dgm:prSet/>
      <dgm:spPr/>
      <dgm:t>
        <a:bodyPr/>
        <a:lstStyle/>
        <a:p>
          <a:endParaRPr lang="en-US"/>
        </a:p>
      </dgm:t>
    </dgm:pt>
    <dgm:pt modelId="{07BE7D5E-75E6-4AE4-B7EE-BEED2AB2E7EC}" type="sibTrans" cxnId="{558F3A7C-ED99-4695-A16A-CC713337BFB8}">
      <dgm:prSet/>
      <dgm:spPr/>
      <dgm:t>
        <a:bodyPr/>
        <a:lstStyle/>
        <a:p>
          <a:endParaRPr lang="en-US"/>
        </a:p>
      </dgm:t>
    </dgm:pt>
    <dgm:pt modelId="{1086A236-9AB7-4FDF-88D1-BD1AABAB4245}" type="pres">
      <dgm:prSet presAssocID="{C4CE43B1-6164-4C39-897C-83DBC7D1EDF8}" presName="vert0" presStyleCnt="0">
        <dgm:presLayoutVars>
          <dgm:dir/>
          <dgm:animOne val="branch"/>
          <dgm:animLvl val="lvl"/>
        </dgm:presLayoutVars>
      </dgm:prSet>
      <dgm:spPr/>
    </dgm:pt>
    <dgm:pt modelId="{6C2B1A4D-B32C-42F0-8999-604203C27117}" type="pres">
      <dgm:prSet presAssocID="{ADDDF274-1ADB-4B7F-BA14-ED813480A25F}" presName="thickLine" presStyleLbl="alignNode1" presStyleIdx="0" presStyleCnt="9"/>
      <dgm:spPr/>
    </dgm:pt>
    <dgm:pt modelId="{251A7CB5-1344-479F-B882-DFA1E45088AD}" type="pres">
      <dgm:prSet presAssocID="{ADDDF274-1ADB-4B7F-BA14-ED813480A25F}" presName="horz1" presStyleCnt="0"/>
      <dgm:spPr/>
    </dgm:pt>
    <dgm:pt modelId="{4016F4D0-EE89-4D6C-81BC-0A6AEB30DD91}" type="pres">
      <dgm:prSet presAssocID="{ADDDF274-1ADB-4B7F-BA14-ED813480A25F}" presName="tx1" presStyleLbl="revTx" presStyleIdx="0" presStyleCnt="9"/>
      <dgm:spPr/>
    </dgm:pt>
    <dgm:pt modelId="{3564B254-FD68-44EF-925C-0DD3B02F7376}" type="pres">
      <dgm:prSet presAssocID="{ADDDF274-1ADB-4B7F-BA14-ED813480A25F}" presName="vert1" presStyleCnt="0"/>
      <dgm:spPr/>
    </dgm:pt>
    <dgm:pt modelId="{816DFDD4-2073-4EC8-8C6D-88E1119B58C5}" type="pres">
      <dgm:prSet presAssocID="{84BFE808-B360-4F28-97FD-E25B95341A87}" presName="thickLine" presStyleLbl="alignNode1" presStyleIdx="1" presStyleCnt="9"/>
      <dgm:spPr/>
    </dgm:pt>
    <dgm:pt modelId="{3C6D8943-E66D-4A2F-8996-F181EF02A317}" type="pres">
      <dgm:prSet presAssocID="{84BFE808-B360-4F28-97FD-E25B95341A87}" presName="horz1" presStyleCnt="0"/>
      <dgm:spPr/>
    </dgm:pt>
    <dgm:pt modelId="{830D5178-C73F-4FFD-ABF8-ED6010CF10FA}" type="pres">
      <dgm:prSet presAssocID="{84BFE808-B360-4F28-97FD-E25B95341A87}" presName="tx1" presStyleLbl="revTx" presStyleIdx="1" presStyleCnt="9"/>
      <dgm:spPr/>
    </dgm:pt>
    <dgm:pt modelId="{B3742BB8-C472-4EA6-845F-DD98B71487C3}" type="pres">
      <dgm:prSet presAssocID="{84BFE808-B360-4F28-97FD-E25B95341A87}" presName="vert1" presStyleCnt="0"/>
      <dgm:spPr/>
    </dgm:pt>
    <dgm:pt modelId="{86FB7371-73C3-475B-A025-061DCD3E77CA}" type="pres">
      <dgm:prSet presAssocID="{89C23F34-F4B8-45CA-8127-1AAB936A22F8}" presName="thickLine" presStyleLbl="alignNode1" presStyleIdx="2" presStyleCnt="9"/>
      <dgm:spPr/>
    </dgm:pt>
    <dgm:pt modelId="{3E83FDD4-AE6A-4EF5-A464-C2D1F1A27B15}" type="pres">
      <dgm:prSet presAssocID="{89C23F34-F4B8-45CA-8127-1AAB936A22F8}" presName="horz1" presStyleCnt="0"/>
      <dgm:spPr/>
    </dgm:pt>
    <dgm:pt modelId="{42029000-ADD1-46E2-AA49-D3C793A5F02F}" type="pres">
      <dgm:prSet presAssocID="{89C23F34-F4B8-45CA-8127-1AAB936A22F8}" presName="tx1" presStyleLbl="revTx" presStyleIdx="2" presStyleCnt="9"/>
      <dgm:spPr/>
    </dgm:pt>
    <dgm:pt modelId="{A9ACBAF3-E64B-4823-AC84-22F4E83FB0A1}" type="pres">
      <dgm:prSet presAssocID="{89C23F34-F4B8-45CA-8127-1AAB936A22F8}" presName="vert1" presStyleCnt="0"/>
      <dgm:spPr/>
    </dgm:pt>
    <dgm:pt modelId="{EC13599C-BC74-45A4-9A3C-CD074AA9F229}" type="pres">
      <dgm:prSet presAssocID="{6FAA7498-05DB-4ADD-A41E-CC612EBD32F1}" presName="thickLine" presStyleLbl="alignNode1" presStyleIdx="3" presStyleCnt="9"/>
      <dgm:spPr/>
    </dgm:pt>
    <dgm:pt modelId="{FB88B6D9-6F81-4283-AA64-6B2112DD4CFC}" type="pres">
      <dgm:prSet presAssocID="{6FAA7498-05DB-4ADD-A41E-CC612EBD32F1}" presName="horz1" presStyleCnt="0"/>
      <dgm:spPr/>
    </dgm:pt>
    <dgm:pt modelId="{F9611058-7F28-4207-895C-926EB02B7D3A}" type="pres">
      <dgm:prSet presAssocID="{6FAA7498-05DB-4ADD-A41E-CC612EBD32F1}" presName="tx1" presStyleLbl="revTx" presStyleIdx="3" presStyleCnt="9"/>
      <dgm:spPr/>
    </dgm:pt>
    <dgm:pt modelId="{E7C748C8-1500-435F-98F5-70A8584774CD}" type="pres">
      <dgm:prSet presAssocID="{6FAA7498-05DB-4ADD-A41E-CC612EBD32F1}" presName="vert1" presStyleCnt="0"/>
      <dgm:spPr/>
    </dgm:pt>
    <dgm:pt modelId="{3211A833-5EEE-4131-9F46-1D4D4A9B0B40}" type="pres">
      <dgm:prSet presAssocID="{A15A84AD-8AD7-4A45-8374-22456A66E0EC}" presName="thickLine" presStyleLbl="alignNode1" presStyleIdx="4" presStyleCnt="9"/>
      <dgm:spPr/>
    </dgm:pt>
    <dgm:pt modelId="{18EE1C59-757B-4820-A05E-35A62A799B2B}" type="pres">
      <dgm:prSet presAssocID="{A15A84AD-8AD7-4A45-8374-22456A66E0EC}" presName="horz1" presStyleCnt="0"/>
      <dgm:spPr/>
    </dgm:pt>
    <dgm:pt modelId="{82ADD9C0-D700-4B1E-A18F-D81A386780F0}" type="pres">
      <dgm:prSet presAssocID="{A15A84AD-8AD7-4A45-8374-22456A66E0EC}" presName="tx1" presStyleLbl="revTx" presStyleIdx="4" presStyleCnt="9"/>
      <dgm:spPr/>
    </dgm:pt>
    <dgm:pt modelId="{5BF07D1A-46CC-4BC8-B320-B39C6AD46C70}" type="pres">
      <dgm:prSet presAssocID="{A15A84AD-8AD7-4A45-8374-22456A66E0EC}" presName="vert1" presStyleCnt="0"/>
      <dgm:spPr/>
    </dgm:pt>
    <dgm:pt modelId="{B30BFF30-D952-41F1-A23C-8F6DB363448C}" type="pres">
      <dgm:prSet presAssocID="{504DFD7C-A562-4789-B089-C03CE56B95CD}" presName="thickLine" presStyleLbl="alignNode1" presStyleIdx="5" presStyleCnt="9"/>
      <dgm:spPr/>
    </dgm:pt>
    <dgm:pt modelId="{C8070431-9D14-40E3-AD83-B3D0A5E7CC6B}" type="pres">
      <dgm:prSet presAssocID="{504DFD7C-A562-4789-B089-C03CE56B95CD}" presName="horz1" presStyleCnt="0"/>
      <dgm:spPr/>
    </dgm:pt>
    <dgm:pt modelId="{995BDD2B-3768-4DE1-8488-C4BE5CB8160C}" type="pres">
      <dgm:prSet presAssocID="{504DFD7C-A562-4789-B089-C03CE56B95CD}" presName="tx1" presStyleLbl="revTx" presStyleIdx="5" presStyleCnt="9"/>
      <dgm:spPr/>
    </dgm:pt>
    <dgm:pt modelId="{A6588632-027F-4207-BBF3-83ED2A4BBF25}" type="pres">
      <dgm:prSet presAssocID="{504DFD7C-A562-4789-B089-C03CE56B95CD}" presName="vert1" presStyleCnt="0"/>
      <dgm:spPr/>
    </dgm:pt>
    <dgm:pt modelId="{0A756746-1345-4E97-A7A7-5BB9A281DF36}" type="pres">
      <dgm:prSet presAssocID="{27B51C49-40DE-44BF-89E8-24703F250817}" presName="thickLine" presStyleLbl="alignNode1" presStyleIdx="6" presStyleCnt="9"/>
      <dgm:spPr/>
    </dgm:pt>
    <dgm:pt modelId="{F143F1B8-2BC9-463B-ABFE-C09B15A94926}" type="pres">
      <dgm:prSet presAssocID="{27B51C49-40DE-44BF-89E8-24703F250817}" presName="horz1" presStyleCnt="0"/>
      <dgm:spPr/>
    </dgm:pt>
    <dgm:pt modelId="{9029A2F4-4D2A-407E-9752-B83F71D0DE78}" type="pres">
      <dgm:prSet presAssocID="{27B51C49-40DE-44BF-89E8-24703F250817}" presName="tx1" presStyleLbl="revTx" presStyleIdx="6" presStyleCnt="9"/>
      <dgm:spPr/>
    </dgm:pt>
    <dgm:pt modelId="{BEF9B45A-9C1C-4DE8-9AF3-BF2475B25CF3}" type="pres">
      <dgm:prSet presAssocID="{27B51C49-40DE-44BF-89E8-24703F250817}" presName="vert1" presStyleCnt="0"/>
      <dgm:spPr/>
    </dgm:pt>
    <dgm:pt modelId="{C145112B-3C06-444E-9F72-2FF33927492C}" type="pres">
      <dgm:prSet presAssocID="{2BB499F7-7E9B-4BC2-840E-615C69AA7C2F}" presName="thickLine" presStyleLbl="alignNode1" presStyleIdx="7" presStyleCnt="9"/>
      <dgm:spPr/>
    </dgm:pt>
    <dgm:pt modelId="{EE2B90EE-B59F-442C-9869-5808A5218D1A}" type="pres">
      <dgm:prSet presAssocID="{2BB499F7-7E9B-4BC2-840E-615C69AA7C2F}" presName="horz1" presStyleCnt="0"/>
      <dgm:spPr/>
    </dgm:pt>
    <dgm:pt modelId="{DD85DDA5-FFE0-47C2-A108-9B41B53324CD}" type="pres">
      <dgm:prSet presAssocID="{2BB499F7-7E9B-4BC2-840E-615C69AA7C2F}" presName="tx1" presStyleLbl="revTx" presStyleIdx="7" presStyleCnt="9"/>
      <dgm:spPr/>
    </dgm:pt>
    <dgm:pt modelId="{A2FB882D-8535-40EC-A53D-AFCB8BB7BD3F}" type="pres">
      <dgm:prSet presAssocID="{2BB499F7-7E9B-4BC2-840E-615C69AA7C2F}" presName="vert1" presStyleCnt="0"/>
      <dgm:spPr/>
    </dgm:pt>
    <dgm:pt modelId="{87F8E092-6CBC-4708-938B-C7AC0EEF8E66}" type="pres">
      <dgm:prSet presAssocID="{5567505A-075E-408C-90C3-3C3CB43B0B18}" presName="thickLine" presStyleLbl="alignNode1" presStyleIdx="8" presStyleCnt="9"/>
      <dgm:spPr/>
    </dgm:pt>
    <dgm:pt modelId="{57552B7B-F145-4508-A11F-E8A0FB2F38B6}" type="pres">
      <dgm:prSet presAssocID="{5567505A-075E-408C-90C3-3C3CB43B0B18}" presName="horz1" presStyleCnt="0"/>
      <dgm:spPr/>
    </dgm:pt>
    <dgm:pt modelId="{AC825DA2-DAED-4127-9C89-1249CBA2B8C6}" type="pres">
      <dgm:prSet presAssocID="{5567505A-075E-408C-90C3-3C3CB43B0B18}" presName="tx1" presStyleLbl="revTx" presStyleIdx="8" presStyleCnt="9"/>
      <dgm:spPr/>
    </dgm:pt>
    <dgm:pt modelId="{67F2F733-5A81-4197-ABC6-B931BBE4EE03}" type="pres">
      <dgm:prSet presAssocID="{5567505A-075E-408C-90C3-3C3CB43B0B18}" presName="vert1" presStyleCnt="0"/>
      <dgm:spPr/>
    </dgm:pt>
  </dgm:ptLst>
  <dgm:cxnLst>
    <dgm:cxn modelId="{FCC4D324-FE5B-4F97-AD21-FC1AA9377FCE}" srcId="{C4CE43B1-6164-4C39-897C-83DBC7D1EDF8}" destId="{6FAA7498-05DB-4ADD-A41E-CC612EBD32F1}" srcOrd="3" destOrd="0" parTransId="{A66D6EEB-5645-435E-A546-491C5C55157D}" sibTransId="{75A1A6A9-70C8-4AF2-BA6D-C489B3C43AA6}"/>
    <dgm:cxn modelId="{F686DB25-55C1-428D-AE7E-738179A90B7E}" type="presOf" srcId="{84BFE808-B360-4F28-97FD-E25B95341A87}" destId="{830D5178-C73F-4FFD-ABF8-ED6010CF10FA}" srcOrd="0" destOrd="0" presId="urn:microsoft.com/office/officeart/2008/layout/LinedList"/>
    <dgm:cxn modelId="{FBF9EE26-DE8F-413C-982B-A80272463DB4}" srcId="{C4CE43B1-6164-4C39-897C-83DBC7D1EDF8}" destId="{27B51C49-40DE-44BF-89E8-24703F250817}" srcOrd="6" destOrd="0" parTransId="{9608AB87-D4BE-4764-A271-C6A9B544517F}" sibTransId="{339681C3-90DE-4BF6-9342-42B06235B2AF}"/>
    <dgm:cxn modelId="{67C0132E-694D-4B06-BD0F-4300F5BF3EDD}" srcId="{C4CE43B1-6164-4C39-897C-83DBC7D1EDF8}" destId="{ADDDF274-1ADB-4B7F-BA14-ED813480A25F}" srcOrd="0" destOrd="0" parTransId="{D4A2C964-586E-45D6-BDF7-AFD1618382F1}" sibTransId="{1EE319D5-8714-491D-B196-28426917509E}"/>
    <dgm:cxn modelId="{9F34942E-3BB8-43EC-A3B6-D32699AEB69F}" srcId="{C4CE43B1-6164-4C39-897C-83DBC7D1EDF8}" destId="{A15A84AD-8AD7-4A45-8374-22456A66E0EC}" srcOrd="4" destOrd="0" parTransId="{8F7318F8-F5F3-477B-8162-983176593E74}" sibTransId="{81E8713A-D961-4F14-872D-DC5484C37497}"/>
    <dgm:cxn modelId="{EE77CB3A-B5EF-4FFB-88EE-1FC1B6E9DCC0}" type="presOf" srcId="{2BB499F7-7E9B-4BC2-840E-615C69AA7C2F}" destId="{DD85DDA5-FFE0-47C2-A108-9B41B53324CD}" srcOrd="0" destOrd="0" presId="urn:microsoft.com/office/officeart/2008/layout/LinedList"/>
    <dgm:cxn modelId="{70404B3D-0AB7-4204-A59E-E25CB8D07B15}" srcId="{C4CE43B1-6164-4C39-897C-83DBC7D1EDF8}" destId="{89C23F34-F4B8-45CA-8127-1AAB936A22F8}" srcOrd="2" destOrd="0" parTransId="{84CF9569-6C35-43AE-844C-04692EEBC632}" sibTransId="{6620DF8E-7386-40C9-A4FD-9DEEFA2FB72C}"/>
    <dgm:cxn modelId="{879AA463-B690-481B-9148-E6ECF1CFD1D1}" type="presOf" srcId="{A15A84AD-8AD7-4A45-8374-22456A66E0EC}" destId="{82ADD9C0-D700-4B1E-A18F-D81A386780F0}" srcOrd="0" destOrd="0" presId="urn:microsoft.com/office/officeart/2008/layout/LinedList"/>
    <dgm:cxn modelId="{E4A23446-F987-4C69-8A34-C28468BE3A47}" type="presOf" srcId="{504DFD7C-A562-4789-B089-C03CE56B95CD}" destId="{995BDD2B-3768-4DE1-8488-C4BE5CB8160C}" srcOrd="0" destOrd="0" presId="urn:microsoft.com/office/officeart/2008/layout/LinedList"/>
    <dgm:cxn modelId="{B4E6A06E-7C97-4ABC-9D10-425CB072C96D}" srcId="{C4CE43B1-6164-4C39-897C-83DBC7D1EDF8}" destId="{504DFD7C-A562-4789-B089-C03CE56B95CD}" srcOrd="5" destOrd="0" parTransId="{2D99902D-0D22-4890-BFA6-EE31BD068AE1}" sibTransId="{AB382FC2-0168-4FF3-ACFD-877B7133CB1F}"/>
    <dgm:cxn modelId="{1A566A56-DB55-4AB7-91CE-38C2DF081C45}" type="presOf" srcId="{5567505A-075E-408C-90C3-3C3CB43B0B18}" destId="{AC825DA2-DAED-4127-9C89-1249CBA2B8C6}" srcOrd="0" destOrd="0" presId="urn:microsoft.com/office/officeart/2008/layout/LinedList"/>
    <dgm:cxn modelId="{036D9D57-CE3D-4316-9957-87F9DF2897A2}" type="presOf" srcId="{6FAA7498-05DB-4ADD-A41E-CC612EBD32F1}" destId="{F9611058-7F28-4207-895C-926EB02B7D3A}" srcOrd="0" destOrd="0" presId="urn:microsoft.com/office/officeart/2008/layout/LinedList"/>
    <dgm:cxn modelId="{558F3A7C-ED99-4695-A16A-CC713337BFB8}" srcId="{C4CE43B1-6164-4C39-897C-83DBC7D1EDF8}" destId="{5567505A-075E-408C-90C3-3C3CB43B0B18}" srcOrd="8" destOrd="0" parTransId="{CFD9F8C2-D536-410B-BB62-E5223AD35A34}" sibTransId="{07BE7D5E-75E6-4AE4-B7EE-BEED2AB2E7EC}"/>
    <dgm:cxn modelId="{8A80FF90-0E37-4C7D-B74A-3956B64D889B}" srcId="{C4CE43B1-6164-4C39-897C-83DBC7D1EDF8}" destId="{2BB499F7-7E9B-4BC2-840E-615C69AA7C2F}" srcOrd="7" destOrd="0" parTransId="{B30EE193-6CB0-4672-B3EB-77A4A1E93AF3}" sibTransId="{F7417241-E549-454C-937C-B5508DB1B489}"/>
    <dgm:cxn modelId="{3B39A3A9-E4A9-4CE2-A112-8E024C181AA8}" srcId="{C4CE43B1-6164-4C39-897C-83DBC7D1EDF8}" destId="{84BFE808-B360-4F28-97FD-E25B95341A87}" srcOrd="1" destOrd="0" parTransId="{AE7414EE-7CBC-4405-A41E-7048E1C7ABBD}" sibTransId="{6662CA9E-4EAB-4478-A0B5-FAF2663EFF52}"/>
    <dgm:cxn modelId="{D0D11CBD-EFB9-4F35-8A28-30551E2A9EF3}" type="presOf" srcId="{C4CE43B1-6164-4C39-897C-83DBC7D1EDF8}" destId="{1086A236-9AB7-4FDF-88D1-BD1AABAB4245}" srcOrd="0" destOrd="0" presId="urn:microsoft.com/office/officeart/2008/layout/LinedList"/>
    <dgm:cxn modelId="{BA7878D6-1AA2-4980-8629-2AA402D95EE2}" type="presOf" srcId="{ADDDF274-1ADB-4B7F-BA14-ED813480A25F}" destId="{4016F4D0-EE89-4D6C-81BC-0A6AEB30DD91}" srcOrd="0" destOrd="0" presId="urn:microsoft.com/office/officeart/2008/layout/LinedList"/>
    <dgm:cxn modelId="{9FED5DD9-AB51-4609-997E-6F600E4D7CE8}" type="presOf" srcId="{89C23F34-F4B8-45CA-8127-1AAB936A22F8}" destId="{42029000-ADD1-46E2-AA49-D3C793A5F02F}" srcOrd="0" destOrd="0" presId="urn:microsoft.com/office/officeart/2008/layout/LinedList"/>
    <dgm:cxn modelId="{0B4CA1F0-C086-4180-B912-6D16A2956442}" type="presOf" srcId="{27B51C49-40DE-44BF-89E8-24703F250817}" destId="{9029A2F4-4D2A-407E-9752-B83F71D0DE78}" srcOrd="0" destOrd="0" presId="urn:microsoft.com/office/officeart/2008/layout/LinedList"/>
    <dgm:cxn modelId="{6F30D8BD-052C-4891-922B-21FC33CE3B84}" type="presParOf" srcId="{1086A236-9AB7-4FDF-88D1-BD1AABAB4245}" destId="{6C2B1A4D-B32C-42F0-8999-604203C27117}" srcOrd="0" destOrd="0" presId="urn:microsoft.com/office/officeart/2008/layout/LinedList"/>
    <dgm:cxn modelId="{6E39412B-C51A-46AB-8535-8299A4A792A3}" type="presParOf" srcId="{1086A236-9AB7-4FDF-88D1-BD1AABAB4245}" destId="{251A7CB5-1344-479F-B882-DFA1E45088AD}" srcOrd="1" destOrd="0" presId="urn:microsoft.com/office/officeart/2008/layout/LinedList"/>
    <dgm:cxn modelId="{15D90B1D-7923-4387-94F8-4F0220BEFAC4}" type="presParOf" srcId="{251A7CB5-1344-479F-B882-DFA1E45088AD}" destId="{4016F4D0-EE89-4D6C-81BC-0A6AEB30DD91}" srcOrd="0" destOrd="0" presId="urn:microsoft.com/office/officeart/2008/layout/LinedList"/>
    <dgm:cxn modelId="{FD9FC998-E228-47A7-A6DB-DB5DC4EDA076}" type="presParOf" srcId="{251A7CB5-1344-479F-B882-DFA1E45088AD}" destId="{3564B254-FD68-44EF-925C-0DD3B02F7376}" srcOrd="1" destOrd="0" presId="urn:microsoft.com/office/officeart/2008/layout/LinedList"/>
    <dgm:cxn modelId="{C825C496-5A6A-45DD-B96E-702EE2602312}" type="presParOf" srcId="{1086A236-9AB7-4FDF-88D1-BD1AABAB4245}" destId="{816DFDD4-2073-4EC8-8C6D-88E1119B58C5}" srcOrd="2" destOrd="0" presId="urn:microsoft.com/office/officeart/2008/layout/LinedList"/>
    <dgm:cxn modelId="{09D661C6-F624-4D99-B12E-56F4111C2F33}" type="presParOf" srcId="{1086A236-9AB7-4FDF-88D1-BD1AABAB4245}" destId="{3C6D8943-E66D-4A2F-8996-F181EF02A317}" srcOrd="3" destOrd="0" presId="urn:microsoft.com/office/officeart/2008/layout/LinedList"/>
    <dgm:cxn modelId="{C980EB96-4381-4190-9B01-47FC49C20D94}" type="presParOf" srcId="{3C6D8943-E66D-4A2F-8996-F181EF02A317}" destId="{830D5178-C73F-4FFD-ABF8-ED6010CF10FA}" srcOrd="0" destOrd="0" presId="urn:microsoft.com/office/officeart/2008/layout/LinedList"/>
    <dgm:cxn modelId="{09D041A7-EAA0-4B14-A355-0EF1FBA982C3}" type="presParOf" srcId="{3C6D8943-E66D-4A2F-8996-F181EF02A317}" destId="{B3742BB8-C472-4EA6-845F-DD98B71487C3}" srcOrd="1" destOrd="0" presId="urn:microsoft.com/office/officeart/2008/layout/LinedList"/>
    <dgm:cxn modelId="{A1596A4F-EE12-47BF-BA92-CBCE4E873880}" type="presParOf" srcId="{1086A236-9AB7-4FDF-88D1-BD1AABAB4245}" destId="{86FB7371-73C3-475B-A025-061DCD3E77CA}" srcOrd="4" destOrd="0" presId="urn:microsoft.com/office/officeart/2008/layout/LinedList"/>
    <dgm:cxn modelId="{B3C56027-206C-4427-8605-C53386C43BA9}" type="presParOf" srcId="{1086A236-9AB7-4FDF-88D1-BD1AABAB4245}" destId="{3E83FDD4-AE6A-4EF5-A464-C2D1F1A27B15}" srcOrd="5" destOrd="0" presId="urn:microsoft.com/office/officeart/2008/layout/LinedList"/>
    <dgm:cxn modelId="{BA639662-4627-4AE4-8D68-CAF553C6428F}" type="presParOf" srcId="{3E83FDD4-AE6A-4EF5-A464-C2D1F1A27B15}" destId="{42029000-ADD1-46E2-AA49-D3C793A5F02F}" srcOrd="0" destOrd="0" presId="urn:microsoft.com/office/officeart/2008/layout/LinedList"/>
    <dgm:cxn modelId="{A7C70DFA-1D85-4018-B6BF-DF738AB157E3}" type="presParOf" srcId="{3E83FDD4-AE6A-4EF5-A464-C2D1F1A27B15}" destId="{A9ACBAF3-E64B-4823-AC84-22F4E83FB0A1}" srcOrd="1" destOrd="0" presId="urn:microsoft.com/office/officeart/2008/layout/LinedList"/>
    <dgm:cxn modelId="{FA64AED2-5983-42B6-BCC4-1BE70695B916}" type="presParOf" srcId="{1086A236-9AB7-4FDF-88D1-BD1AABAB4245}" destId="{EC13599C-BC74-45A4-9A3C-CD074AA9F229}" srcOrd="6" destOrd="0" presId="urn:microsoft.com/office/officeart/2008/layout/LinedList"/>
    <dgm:cxn modelId="{7EDF9D53-F7A0-474B-8C51-03D4423A5E11}" type="presParOf" srcId="{1086A236-9AB7-4FDF-88D1-BD1AABAB4245}" destId="{FB88B6D9-6F81-4283-AA64-6B2112DD4CFC}" srcOrd="7" destOrd="0" presId="urn:microsoft.com/office/officeart/2008/layout/LinedList"/>
    <dgm:cxn modelId="{BA6AD0DA-CC7D-4767-9108-0AC071553750}" type="presParOf" srcId="{FB88B6D9-6F81-4283-AA64-6B2112DD4CFC}" destId="{F9611058-7F28-4207-895C-926EB02B7D3A}" srcOrd="0" destOrd="0" presId="urn:microsoft.com/office/officeart/2008/layout/LinedList"/>
    <dgm:cxn modelId="{D78C040B-8F9B-4862-B7B0-6C25A3B330E2}" type="presParOf" srcId="{FB88B6D9-6F81-4283-AA64-6B2112DD4CFC}" destId="{E7C748C8-1500-435F-98F5-70A8584774CD}" srcOrd="1" destOrd="0" presId="urn:microsoft.com/office/officeart/2008/layout/LinedList"/>
    <dgm:cxn modelId="{3F96D54D-1691-4377-BB0B-FCAAF69943B0}" type="presParOf" srcId="{1086A236-9AB7-4FDF-88D1-BD1AABAB4245}" destId="{3211A833-5EEE-4131-9F46-1D4D4A9B0B40}" srcOrd="8" destOrd="0" presId="urn:microsoft.com/office/officeart/2008/layout/LinedList"/>
    <dgm:cxn modelId="{451B8511-9F8D-4250-B9F3-70E7D405D277}" type="presParOf" srcId="{1086A236-9AB7-4FDF-88D1-BD1AABAB4245}" destId="{18EE1C59-757B-4820-A05E-35A62A799B2B}" srcOrd="9" destOrd="0" presId="urn:microsoft.com/office/officeart/2008/layout/LinedList"/>
    <dgm:cxn modelId="{73869C49-B7C8-4602-9634-AEF7505E293C}" type="presParOf" srcId="{18EE1C59-757B-4820-A05E-35A62A799B2B}" destId="{82ADD9C0-D700-4B1E-A18F-D81A386780F0}" srcOrd="0" destOrd="0" presId="urn:microsoft.com/office/officeart/2008/layout/LinedList"/>
    <dgm:cxn modelId="{E60EE11E-32B5-43F0-9D2F-B9F2726B7B4D}" type="presParOf" srcId="{18EE1C59-757B-4820-A05E-35A62A799B2B}" destId="{5BF07D1A-46CC-4BC8-B320-B39C6AD46C70}" srcOrd="1" destOrd="0" presId="urn:microsoft.com/office/officeart/2008/layout/LinedList"/>
    <dgm:cxn modelId="{D559AEA5-9F54-495C-9D73-7471A1FD69C2}" type="presParOf" srcId="{1086A236-9AB7-4FDF-88D1-BD1AABAB4245}" destId="{B30BFF30-D952-41F1-A23C-8F6DB363448C}" srcOrd="10" destOrd="0" presId="urn:microsoft.com/office/officeart/2008/layout/LinedList"/>
    <dgm:cxn modelId="{311105E5-A474-4697-B870-179E23A6CA7F}" type="presParOf" srcId="{1086A236-9AB7-4FDF-88D1-BD1AABAB4245}" destId="{C8070431-9D14-40E3-AD83-B3D0A5E7CC6B}" srcOrd="11" destOrd="0" presId="urn:microsoft.com/office/officeart/2008/layout/LinedList"/>
    <dgm:cxn modelId="{3621C84D-A191-460E-82C0-CC72D24D3242}" type="presParOf" srcId="{C8070431-9D14-40E3-AD83-B3D0A5E7CC6B}" destId="{995BDD2B-3768-4DE1-8488-C4BE5CB8160C}" srcOrd="0" destOrd="0" presId="urn:microsoft.com/office/officeart/2008/layout/LinedList"/>
    <dgm:cxn modelId="{E4D9766E-E7F8-4165-B8EB-99DF5BAA8012}" type="presParOf" srcId="{C8070431-9D14-40E3-AD83-B3D0A5E7CC6B}" destId="{A6588632-027F-4207-BBF3-83ED2A4BBF25}" srcOrd="1" destOrd="0" presId="urn:microsoft.com/office/officeart/2008/layout/LinedList"/>
    <dgm:cxn modelId="{A8DE4C59-2173-45FE-A9D1-17E5084BE65D}" type="presParOf" srcId="{1086A236-9AB7-4FDF-88D1-BD1AABAB4245}" destId="{0A756746-1345-4E97-A7A7-5BB9A281DF36}" srcOrd="12" destOrd="0" presId="urn:microsoft.com/office/officeart/2008/layout/LinedList"/>
    <dgm:cxn modelId="{EEC99EDB-870E-4536-B757-5C170D0DBC35}" type="presParOf" srcId="{1086A236-9AB7-4FDF-88D1-BD1AABAB4245}" destId="{F143F1B8-2BC9-463B-ABFE-C09B15A94926}" srcOrd="13" destOrd="0" presId="urn:microsoft.com/office/officeart/2008/layout/LinedList"/>
    <dgm:cxn modelId="{8F3347E2-5397-48CC-A1B2-7E510E4E826C}" type="presParOf" srcId="{F143F1B8-2BC9-463B-ABFE-C09B15A94926}" destId="{9029A2F4-4D2A-407E-9752-B83F71D0DE78}" srcOrd="0" destOrd="0" presId="urn:microsoft.com/office/officeart/2008/layout/LinedList"/>
    <dgm:cxn modelId="{7CC500A6-18A0-4E6E-B6FE-B390590B2F17}" type="presParOf" srcId="{F143F1B8-2BC9-463B-ABFE-C09B15A94926}" destId="{BEF9B45A-9C1C-4DE8-9AF3-BF2475B25CF3}" srcOrd="1" destOrd="0" presId="urn:microsoft.com/office/officeart/2008/layout/LinedList"/>
    <dgm:cxn modelId="{CB65850D-9BF2-4356-9B3A-B0975FCA9D95}" type="presParOf" srcId="{1086A236-9AB7-4FDF-88D1-BD1AABAB4245}" destId="{C145112B-3C06-444E-9F72-2FF33927492C}" srcOrd="14" destOrd="0" presId="urn:microsoft.com/office/officeart/2008/layout/LinedList"/>
    <dgm:cxn modelId="{6FD87A34-D320-44EA-9457-7CC02561D09A}" type="presParOf" srcId="{1086A236-9AB7-4FDF-88D1-BD1AABAB4245}" destId="{EE2B90EE-B59F-442C-9869-5808A5218D1A}" srcOrd="15" destOrd="0" presId="urn:microsoft.com/office/officeart/2008/layout/LinedList"/>
    <dgm:cxn modelId="{3EB86A05-E14D-484B-845D-CE976F6A1BED}" type="presParOf" srcId="{EE2B90EE-B59F-442C-9869-5808A5218D1A}" destId="{DD85DDA5-FFE0-47C2-A108-9B41B53324CD}" srcOrd="0" destOrd="0" presId="urn:microsoft.com/office/officeart/2008/layout/LinedList"/>
    <dgm:cxn modelId="{D52E64F6-CC4B-46B0-9FBB-84D926A804C3}" type="presParOf" srcId="{EE2B90EE-B59F-442C-9869-5808A5218D1A}" destId="{A2FB882D-8535-40EC-A53D-AFCB8BB7BD3F}" srcOrd="1" destOrd="0" presId="urn:microsoft.com/office/officeart/2008/layout/LinedList"/>
    <dgm:cxn modelId="{A3C0F265-41EF-45C4-A6C5-7906C04B33A6}" type="presParOf" srcId="{1086A236-9AB7-4FDF-88D1-BD1AABAB4245}" destId="{87F8E092-6CBC-4708-938B-C7AC0EEF8E66}" srcOrd="16" destOrd="0" presId="urn:microsoft.com/office/officeart/2008/layout/LinedList"/>
    <dgm:cxn modelId="{43700C02-C284-4703-926D-ABEE9DE0AEE4}" type="presParOf" srcId="{1086A236-9AB7-4FDF-88D1-BD1AABAB4245}" destId="{57552B7B-F145-4508-A11F-E8A0FB2F38B6}" srcOrd="17" destOrd="0" presId="urn:microsoft.com/office/officeart/2008/layout/LinedList"/>
    <dgm:cxn modelId="{9C8FEC42-BECD-4365-B6FA-87B56C65A26A}" type="presParOf" srcId="{57552B7B-F145-4508-A11F-E8A0FB2F38B6}" destId="{AC825DA2-DAED-4127-9C89-1249CBA2B8C6}" srcOrd="0" destOrd="0" presId="urn:microsoft.com/office/officeart/2008/layout/LinedList"/>
    <dgm:cxn modelId="{C7CD1F4F-1E3C-439E-B183-0317A2FC6192}" type="presParOf" srcId="{57552B7B-F145-4508-A11F-E8A0FB2F38B6}" destId="{67F2F733-5A81-4197-ABC6-B931BBE4EE0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376FB36B-C4AC-4BA8-8535-83E46D7AFAA4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09EC0663-54E0-4A09-8F2C-DF0F6BF1FD9C}">
      <dgm:prSet/>
      <dgm:spPr/>
      <dgm:t>
        <a:bodyPr/>
        <a:lstStyle/>
        <a:p>
          <a:r>
            <a:rPr lang="en-US" b="1" dirty="0"/>
            <a:t>Integrity Issue</a:t>
          </a:r>
          <a:r>
            <a:rPr lang="en-US" dirty="0"/>
            <a:t>:</a:t>
          </a:r>
        </a:p>
      </dgm:t>
    </dgm:pt>
    <dgm:pt modelId="{3AE22B21-59D8-4582-ABDD-94B7EAACB233}" type="parTrans" cxnId="{5E91FB0F-20A4-4280-949D-999DB6BA344A}">
      <dgm:prSet/>
      <dgm:spPr/>
      <dgm:t>
        <a:bodyPr/>
        <a:lstStyle/>
        <a:p>
          <a:endParaRPr lang="en-US"/>
        </a:p>
      </dgm:t>
    </dgm:pt>
    <dgm:pt modelId="{882F64C4-5E08-46C4-AD4E-18F410082D17}" type="sibTrans" cxnId="{5E91FB0F-20A4-4280-949D-999DB6BA344A}">
      <dgm:prSet/>
      <dgm:spPr/>
      <dgm:t>
        <a:bodyPr/>
        <a:lstStyle/>
        <a:p>
          <a:endParaRPr lang="en-US"/>
        </a:p>
      </dgm:t>
    </dgm:pt>
    <dgm:pt modelId="{3C7F9BCE-1C86-4D0C-B517-B6A6BE742DA5}">
      <dgm:prSet/>
      <dgm:spPr/>
      <dgm:t>
        <a:bodyPr/>
        <a:lstStyle/>
        <a:p>
          <a:r>
            <a:rPr lang="en-US" dirty="0"/>
            <a:t>Build pipeline lacked tamper-proofing</a:t>
          </a:r>
        </a:p>
      </dgm:t>
    </dgm:pt>
    <dgm:pt modelId="{8C1CD72A-D655-4A8D-824A-A321C4E1F182}" type="parTrans" cxnId="{AC5BD4FD-BB12-4775-BF28-9097FBEA5429}">
      <dgm:prSet/>
      <dgm:spPr/>
      <dgm:t>
        <a:bodyPr/>
        <a:lstStyle/>
        <a:p>
          <a:endParaRPr lang="en-US"/>
        </a:p>
      </dgm:t>
    </dgm:pt>
    <dgm:pt modelId="{A7034531-6E99-4852-9C77-1D74502EF76A}" type="sibTrans" cxnId="{AC5BD4FD-BB12-4775-BF28-9097FBEA5429}">
      <dgm:prSet/>
      <dgm:spPr/>
      <dgm:t>
        <a:bodyPr/>
        <a:lstStyle/>
        <a:p>
          <a:endParaRPr lang="en-US"/>
        </a:p>
      </dgm:t>
    </dgm:pt>
    <dgm:pt modelId="{44C90A82-FB8C-4727-BF48-95B51512FD54}">
      <dgm:prSet/>
      <dgm:spPr/>
      <dgm:t>
        <a:bodyPr/>
        <a:lstStyle/>
        <a:p>
          <a:r>
            <a:rPr lang="en-US" dirty="0"/>
            <a:t>No reproducible builds</a:t>
          </a:r>
        </a:p>
      </dgm:t>
    </dgm:pt>
    <dgm:pt modelId="{2E7477A7-1741-412D-858F-807043FDA829}" type="parTrans" cxnId="{F01FF2FF-6D05-4E34-ABDC-C1EBBA584907}">
      <dgm:prSet/>
      <dgm:spPr/>
      <dgm:t>
        <a:bodyPr/>
        <a:lstStyle/>
        <a:p>
          <a:endParaRPr lang="en-US"/>
        </a:p>
      </dgm:t>
    </dgm:pt>
    <dgm:pt modelId="{5D9F7881-0CC5-46B3-B2FE-84D3E82EC5F2}" type="sibTrans" cxnId="{F01FF2FF-6D05-4E34-ABDC-C1EBBA584907}">
      <dgm:prSet/>
      <dgm:spPr/>
      <dgm:t>
        <a:bodyPr/>
        <a:lstStyle/>
        <a:p>
          <a:endParaRPr lang="en-US"/>
        </a:p>
      </dgm:t>
    </dgm:pt>
    <dgm:pt modelId="{5AB91A3E-E8C7-48AD-A8BD-61303A7914B7}">
      <dgm:prSet/>
      <dgm:spPr/>
      <dgm:t>
        <a:bodyPr/>
        <a:lstStyle/>
        <a:p>
          <a:r>
            <a:rPr lang="en-US" b="1" dirty="0"/>
            <a:t>Confidentiality Issue:</a:t>
          </a:r>
        </a:p>
      </dgm:t>
    </dgm:pt>
    <dgm:pt modelId="{91419226-C56E-471F-9871-1D613B933B21}" type="parTrans" cxnId="{C9714FC5-8E04-460C-8FEF-86DBEE530DB9}">
      <dgm:prSet/>
      <dgm:spPr/>
      <dgm:t>
        <a:bodyPr/>
        <a:lstStyle/>
        <a:p>
          <a:endParaRPr lang="en-US"/>
        </a:p>
      </dgm:t>
    </dgm:pt>
    <dgm:pt modelId="{4A52848E-D4F4-424F-A547-7388C40974ED}" type="sibTrans" cxnId="{C9714FC5-8E04-460C-8FEF-86DBEE530DB9}">
      <dgm:prSet/>
      <dgm:spPr/>
      <dgm:t>
        <a:bodyPr/>
        <a:lstStyle/>
        <a:p>
          <a:endParaRPr lang="en-US"/>
        </a:p>
      </dgm:t>
    </dgm:pt>
    <dgm:pt modelId="{6FDBA501-2DBA-4E67-BF77-E1BDCC45DA5C}">
      <dgm:prSet/>
      <dgm:spPr/>
      <dgm:t>
        <a:bodyPr/>
        <a:lstStyle/>
        <a:p>
          <a:r>
            <a:rPr lang="en-US" dirty="0"/>
            <a:t>MFA inconsistencies</a:t>
          </a:r>
        </a:p>
      </dgm:t>
    </dgm:pt>
    <dgm:pt modelId="{2E56E0AF-D4B7-4DF0-9F7F-7411E0DDA144}" type="parTrans" cxnId="{EFC174FF-F615-43AA-ACD8-95971B1CB53C}">
      <dgm:prSet/>
      <dgm:spPr/>
      <dgm:t>
        <a:bodyPr/>
        <a:lstStyle/>
        <a:p>
          <a:endParaRPr lang="en-US"/>
        </a:p>
      </dgm:t>
    </dgm:pt>
    <dgm:pt modelId="{933AEC1A-4D90-413A-8F93-98D56B6E2550}" type="sibTrans" cxnId="{EFC174FF-F615-43AA-ACD8-95971B1CB53C}">
      <dgm:prSet/>
      <dgm:spPr/>
      <dgm:t>
        <a:bodyPr/>
        <a:lstStyle/>
        <a:p>
          <a:endParaRPr lang="en-US"/>
        </a:p>
      </dgm:t>
    </dgm:pt>
    <dgm:pt modelId="{C2AF29F4-E9F6-497C-B6AD-9F276B5480B1}">
      <dgm:prSet/>
      <dgm:spPr/>
      <dgm:t>
        <a:bodyPr/>
        <a:lstStyle/>
        <a:p>
          <a:r>
            <a:rPr lang="en-US" dirty="0"/>
            <a:t>Weak environmental segmentation</a:t>
          </a:r>
        </a:p>
      </dgm:t>
    </dgm:pt>
    <dgm:pt modelId="{DE164409-BA3F-4A86-91A7-C8E4C4B36B9B}" type="parTrans" cxnId="{30A62836-0F3C-4AA7-99BF-07EB646C8E99}">
      <dgm:prSet/>
      <dgm:spPr/>
      <dgm:t>
        <a:bodyPr/>
        <a:lstStyle/>
        <a:p>
          <a:endParaRPr lang="en-US"/>
        </a:p>
      </dgm:t>
    </dgm:pt>
    <dgm:pt modelId="{281F70C9-AE62-4333-AF21-3D04C8BA45F9}" type="sibTrans" cxnId="{30A62836-0F3C-4AA7-99BF-07EB646C8E99}">
      <dgm:prSet/>
      <dgm:spPr/>
      <dgm:t>
        <a:bodyPr/>
        <a:lstStyle/>
        <a:p>
          <a:endParaRPr lang="en-US"/>
        </a:p>
      </dgm:t>
    </dgm:pt>
    <dgm:pt modelId="{06565A59-E9A7-4849-BAC7-A322A7A72312}" type="pres">
      <dgm:prSet presAssocID="{376FB36B-C4AC-4BA8-8535-83E46D7AFAA4}" presName="vert0" presStyleCnt="0">
        <dgm:presLayoutVars>
          <dgm:dir/>
          <dgm:animOne val="branch"/>
          <dgm:animLvl val="lvl"/>
        </dgm:presLayoutVars>
      </dgm:prSet>
      <dgm:spPr/>
    </dgm:pt>
    <dgm:pt modelId="{440B704C-F243-48FC-BDAC-48A58F12C0C2}" type="pres">
      <dgm:prSet presAssocID="{09EC0663-54E0-4A09-8F2C-DF0F6BF1FD9C}" presName="thickLine" presStyleLbl="alignNode1" presStyleIdx="0" presStyleCnt="6"/>
      <dgm:spPr/>
    </dgm:pt>
    <dgm:pt modelId="{015D6FBC-BB34-4DB8-87E9-1F244D4449AA}" type="pres">
      <dgm:prSet presAssocID="{09EC0663-54E0-4A09-8F2C-DF0F6BF1FD9C}" presName="horz1" presStyleCnt="0"/>
      <dgm:spPr/>
    </dgm:pt>
    <dgm:pt modelId="{6FC5E27E-BE32-4378-B48B-1C1EB4139827}" type="pres">
      <dgm:prSet presAssocID="{09EC0663-54E0-4A09-8F2C-DF0F6BF1FD9C}" presName="tx1" presStyleLbl="revTx" presStyleIdx="0" presStyleCnt="6"/>
      <dgm:spPr/>
    </dgm:pt>
    <dgm:pt modelId="{BABB3B94-8BF7-44DB-84E0-CDE960EA4C34}" type="pres">
      <dgm:prSet presAssocID="{09EC0663-54E0-4A09-8F2C-DF0F6BF1FD9C}" presName="vert1" presStyleCnt="0"/>
      <dgm:spPr/>
    </dgm:pt>
    <dgm:pt modelId="{B1DF4AF8-FAAA-4D6E-A8CE-21EECA881BB8}" type="pres">
      <dgm:prSet presAssocID="{3C7F9BCE-1C86-4D0C-B517-B6A6BE742DA5}" presName="thickLine" presStyleLbl="alignNode1" presStyleIdx="1" presStyleCnt="6"/>
      <dgm:spPr/>
    </dgm:pt>
    <dgm:pt modelId="{4B6B6DE7-112D-417C-9338-EDD973B6C018}" type="pres">
      <dgm:prSet presAssocID="{3C7F9BCE-1C86-4D0C-B517-B6A6BE742DA5}" presName="horz1" presStyleCnt="0"/>
      <dgm:spPr/>
    </dgm:pt>
    <dgm:pt modelId="{FBBEE925-E618-4BE9-BB99-2A1A2B75B184}" type="pres">
      <dgm:prSet presAssocID="{3C7F9BCE-1C86-4D0C-B517-B6A6BE742DA5}" presName="tx1" presStyleLbl="revTx" presStyleIdx="1" presStyleCnt="6"/>
      <dgm:spPr/>
    </dgm:pt>
    <dgm:pt modelId="{998E7FFB-7A4C-4B63-AB88-A9EB4EEF7C4B}" type="pres">
      <dgm:prSet presAssocID="{3C7F9BCE-1C86-4D0C-B517-B6A6BE742DA5}" presName="vert1" presStyleCnt="0"/>
      <dgm:spPr/>
    </dgm:pt>
    <dgm:pt modelId="{39BC454E-549D-4EAD-9747-79ECFD2D80FB}" type="pres">
      <dgm:prSet presAssocID="{44C90A82-FB8C-4727-BF48-95B51512FD54}" presName="thickLine" presStyleLbl="alignNode1" presStyleIdx="2" presStyleCnt="6"/>
      <dgm:spPr/>
    </dgm:pt>
    <dgm:pt modelId="{51B88353-26FF-45AC-B7B8-BEC888CF2587}" type="pres">
      <dgm:prSet presAssocID="{44C90A82-FB8C-4727-BF48-95B51512FD54}" presName="horz1" presStyleCnt="0"/>
      <dgm:spPr/>
    </dgm:pt>
    <dgm:pt modelId="{E6CCD41D-5932-4DF1-A62C-3751F7A2D7E0}" type="pres">
      <dgm:prSet presAssocID="{44C90A82-FB8C-4727-BF48-95B51512FD54}" presName="tx1" presStyleLbl="revTx" presStyleIdx="2" presStyleCnt="6"/>
      <dgm:spPr/>
    </dgm:pt>
    <dgm:pt modelId="{50A1B501-8E8A-4C98-83E1-68DA21625883}" type="pres">
      <dgm:prSet presAssocID="{44C90A82-FB8C-4727-BF48-95B51512FD54}" presName="vert1" presStyleCnt="0"/>
      <dgm:spPr/>
    </dgm:pt>
    <dgm:pt modelId="{41F93FD2-CE5A-4FD2-B2F9-092AD5B832AC}" type="pres">
      <dgm:prSet presAssocID="{5AB91A3E-E8C7-48AD-A8BD-61303A7914B7}" presName="thickLine" presStyleLbl="alignNode1" presStyleIdx="3" presStyleCnt="6"/>
      <dgm:spPr/>
    </dgm:pt>
    <dgm:pt modelId="{075A3EB0-EF48-43E6-92F9-8860CAF5FEEF}" type="pres">
      <dgm:prSet presAssocID="{5AB91A3E-E8C7-48AD-A8BD-61303A7914B7}" presName="horz1" presStyleCnt="0"/>
      <dgm:spPr/>
    </dgm:pt>
    <dgm:pt modelId="{00E0E2DC-00C5-4933-A465-CBF451C9CC17}" type="pres">
      <dgm:prSet presAssocID="{5AB91A3E-E8C7-48AD-A8BD-61303A7914B7}" presName="tx1" presStyleLbl="revTx" presStyleIdx="3" presStyleCnt="6"/>
      <dgm:spPr/>
    </dgm:pt>
    <dgm:pt modelId="{C35FFF53-98BA-4F91-B9AE-1E7F8947538E}" type="pres">
      <dgm:prSet presAssocID="{5AB91A3E-E8C7-48AD-A8BD-61303A7914B7}" presName="vert1" presStyleCnt="0"/>
      <dgm:spPr/>
    </dgm:pt>
    <dgm:pt modelId="{656B50C7-CBCF-4252-9A72-905EC7BEE130}" type="pres">
      <dgm:prSet presAssocID="{6FDBA501-2DBA-4E67-BF77-E1BDCC45DA5C}" presName="thickLine" presStyleLbl="alignNode1" presStyleIdx="4" presStyleCnt="6"/>
      <dgm:spPr/>
    </dgm:pt>
    <dgm:pt modelId="{8B083167-4E33-42C9-9E7C-875E1FA4F9CE}" type="pres">
      <dgm:prSet presAssocID="{6FDBA501-2DBA-4E67-BF77-E1BDCC45DA5C}" presName="horz1" presStyleCnt="0"/>
      <dgm:spPr/>
    </dgm:pt>
    <dgm:pt modelId="{23EDE227-2147-41A6-8F82-4BB493E232D3}" type="pres">
      <dgm:prSet presAssocID="{6FDBA501-2DBA-4E67-BF77-E1BDCC45DA5C}" presName="tx1" presStyleLbl="revTx" presStyleIdx="4" presStyleCnt="6"/>
      <dgm:spPr/>
    </dgm:pt>
    <dgm:pt modelId="{B6536B3C-C366-4737-BDB1-DAC14397C8F8}" type="pres">
      <dgm:prSet presAssocID="{6FDBA501-2DBA-4E67-BF77-E1BDCC45DA5C}" presName="vert1" presStyleCnt="0"/>
      <dgm:spPr/>
    </dgm:pt>
    <dgm:pt modelId="{A8486567-CABE-4AA8-A628-AE6FD9B67136}" type="pres">
      <dgm:prSet presAssocID="{C2AF29F4-E9F6-497C-B6AD-9F276B5480B1}" presName="thickLine" presStyleLbl="alignNode1" presStyleIdx="5" presStyleCnt="6"/>
      <dgm:spPr/>
    </dgm:pt>
    <dgm:pt modelId="{38CDE878-3CF9-416C-B7F6-A21BA8C61A33}" type="pres">
      <dgm:prSet presAssocID="{C2AF29F4-E9F6-497C-B6AD-9F276B5480B1}" presName="horz1" presStyleCnt="0"/>
      <dgm:spPr/>
    </dgm:pt>
    <dgm:pt modelId="{98F2093A-3903-4D3F-BE7A-C5EF0DA314C6}" type="pres">
      <dgm:prSet presAssocID="{C2AF29F4-E9F6-497C-B6AD-9F276B5480B1}" presName="tx1" presStyleLbl="revTx" presStyleIdx="5" presStyleCnt="6"/>
      <dgm:spPr/>
    </dgm:pt>
    <dgm:pt modelId="{F437B842-A7CA-4BAB-BA85-51B72B56C938}" type="pres">
      <dgm:prSet presAssocID="{C2AF29F4-E9F6-497C-B6AD-9F276B5480B1}" presName="vert1" presStyleCnt="0"/>
      <dgm:spPr/>
    </dgm:pt>
  </dgm:ptLst>
  <dgm:cxnLst>
    <dgm:cxn modelId="{5E91FB0F-20A4-4280-949D-999DB6BA344A}" srcId="{376FB36B-C4AC-4BA8-8535-83E46D7AFAA4}" destId="{09EC0663-54E0-4A09-8F2C-DF0F6BF1FD9C}" srcOrd="0" destOrd="0" parTransId="{3AE22B21-59D8-4582-ABDD-94B7EAACB233}" sibTransId="{882F64C4-5E08-46C4-AD4E-18F410082D17}"/>
    <dgm:cxn modelId="{B47A0D35-95CC-47BE-A82C-BD5B78D020F5}" type="presOf" srcId="{376FB36B-C4AC-4BA8-8535-83E46D7AFAA4}" destId="{06565A59-E9A7-4849-BAC7-A322A7A72312}" srcOrd="0" destOrd="0" presId="urn:microsoft.com/office/officeart/2008/layout/LinedList"/>
    <dgm:cxn modelId="{30A62836-0F3C-4AA7-99BF-07EB646C8E99}" srcId="{376FB36B-C4AC-4BA8-8535-83E46D7AFAA4}" destId="{C2AF29F4-E9F6-497C-B6AD-9F276B5480B1}" srcOrd="5" destOrd="0" parTransId="{DE164409-BA3F-4A86-91A7-C8E4C4B36B9B}" sibTransId="{281F70C9-AE62-4333-AF21-3D04C8BA45F9}"/>
    <dgm:cxn modelId="{DB53B260-D66C-475B-BF92-150490567C22}" type="presOf" srcId="{6FDBA501-2DBA-4E67-BF77-E1BDCC45DA5C}" destId="{23EDE227-2147-41A6-8F82-4BB493E232D3}" srcOrd="0" destOrd="0" presId="urn:microsoft.com/office/officeart/2008/layout/LinedList"/>
    <dgm:cxn modelId="{97980076-E6ED-4B93-BEF3-B3987FCE3234}" type="presOf" srcId="{09EC0663-54E0-4A09-8F2C-DF0F6BF1FD9C}" destId="{6FC5E27E-BE32-4378-B48B-1C1EB4139827}" srcOrd="0" destOrd="0" presId="urn:microsoft.com/office/officeart/2008/layout/LinedList"/>
    <dgm:cxn modelId="{56E04390-469E-4E9D-A939-1B8A026C52BF}" type="presOf" srcId="{5AB91A3E-E8C7-48AD-A8BD-61303A7914B7}" destId="{00E0E2DC-00C5-4933-A465-CBF451C9CC17}" srcOrd="0" destOrd="0" presId="urn:microsoft.com/office/officeart/2008/layout/LinedList"/>
    <dgm:cxn modelId="{15A691B3-66A6-4AD3-A179-7FFDBAF99384}" type="presOf" srcId="{44C90A82-FB8C-4727-BF48-95B51512FD54}" destId="{E6CCD41D-5932-4DF1-A62C-3751F7A2D7E0}" srcOrd="0" destOrd="0" presId="urn:microsoft.com/office/officeart/2008/layout/LinedList"/>
    <dgm:cxn modelId="{C9714FC5-8E04-460C-8FEF-86DBEE530DB9}" srcId="{376FB36B-C4AC-4BA8-8535-83E46D7AFAA4}" destId="{5AB91A3E-E8C7-48AD-A8BD-61303A7914B7}" srcOrd="3" destOrd="0" parTransId="{91419226-C56E-471F-9871-1D613B933B21}" sibTransId="{4A52848E-D4F4-424F-A547-7388C40974ED}"/>
    <dgm:cxn modelId="{AEED6AEA-798B-417B-A4A5-EB27EF014D33}" type="presOf" srcId="{3C7F9BCE-1C86-4D0C-B517-B6A6BE742DA5}" destId="{FBBEE925-E618-4BE9-BB99-2A1A2B75B184}" srcOrd="0" destOrd="0" presId="urn:microsoft.com/office/officeart/2008/layout/LinedList"/>
    <dgm:cxn modelId="{8F61ADF5-F858-40A7-A35E-4AACAB97860F}" type="presOf" srcId="{C2AF29F4-E9F6-497C-B6AD-9F276B5480B1}" destId="{98F2093A-3903-4D3F-BE7A-C5EF0DA314C6}" srcOrd="0" destOrd="0" presId="urn:microsoft.com/office/officeart/2008/layout/LinedList"/>
    <dgm:cxn modelId="{AC5BD4FD-BB12-4775-BF28-9097FBEA5429}" srcId="{376FB36B-C4AC-4BA8-8535-83E46D7AFAA4}" destId="{3C7F9BCE-1C86-4D0C-B517-B6A6BE742DA5}" srcOrd="1" destOrd="0" parTransId="{8C1CD72A-D655-4A8D-824A-A321C4E1F182}" sibTransId="{A7034531-6E99-4852-9C77-1D74502EF76A}"/>
    <dgm:cxn modelId="{EFC174FF-F615-43AA-ACD8-95971B1CB53C}" srcId="{376FB36B-C4AC-4BA8-8535-83E46D7AFAA4}" destId="{6FDBA501-2DBA-4E67-BF77-E1BDCC45DA5C}" srcOrd="4" destOrd="0" parTransId="{2E56E0AF-D4B7-4DF0-9F7F-7411E0DDA144}" sibTransId="{933AEC1A-4D90-413A-8F93-98D56B6E2550}"/>
    <dgm:cxn modelId="{F01FF2FF-6D05-4E34-ABDC-C1EBBA584907}" srcId="{376FB36B-C4AC-4BA8-8535-83E46D7AFAA4}" destId="{44C90A82-FB8C-4727-BF48-95B51512FD54}" srcOrd="2" destOrd="0" parTransId="{2E7477A7-1741-412D-858F-807043FDA829}" sibTransId="{5D9F7881-0CC5-46B3-B2FE-84D3E82EC5F2}"/>
    <dgm:cxn modelId="{669B9EA2-8C89-40E9-A5CB-CF6B6C0DB183}" type="presParOf" srcId="{06565A59-E9A7-4849-BAC7-A322A7A72312}" destId="{440B704C-F243-48FC-BDAC-48A58F12C0C2}" srcOrd="0" destOrd="0" presId="urn:microsoft.com/office/officeart/2008/layout/LinedList"/>
    <dgm:cxn modelId="{8631C3AD-A08C-4964-97C2-C82B1676FD80}" type="presParOf" srcId="{06565A59-E9A7-4849-BAC7-A322A7A72312}" destId="{015D6FBC-BB34-4DB8-87E9-1F244D4449AA}" srcOrd="1" destOrd="0" presId="urn:microsoft.com/office/officeart/2008/layout/LinedList"/>
    <dgm:cxn modelId="{ABCA3C93-C3CF-40DF-A139-9FF1F0E74D76}" type="presParOf" srcId="{015D6FBC-BB34-4DB8-87E9-1F244D4449AA}" destId="{6FC5E27E-BE32-4378-B48B-1C1EB4139827}" srcOrd="0" destOrd="0" presId="urn:microsoft.com/office/officeart/2008/layout/LinedList"/>
    <dgm:cxn modelId="{2A9E6CA8-584B-45F1-A519-CA0A0417FE62}" type="presParOf" srcId="{015D6FBC-BB34-4DB8-87E9-1F244D4449AA}" destId="{BABB3B94-8BF7-44DB-84E0-CDE960EA4C34}" srcOrd="1" destOrd="0" presId="urn:microsoft.com/office/officeart/2008/layout/LinedList"/>
    <dgm:cxn modelId="{AD7E1DF2-D989-485F-8BF1-036B9854EAD3}" type="presParOf" srcId="{06565A59-E9A7-4849-BAC7-A322A7A72312}" destId="{B1DF4AF8-FAAA-4D6E-A8CE-21EECA881BB8}" srcOrd="2" destOrd="0" presId="urn:microsoft.com/office/officeart/2008/layout/LinedList"/>
    <dgm:cxn modelId="{471194EE-A3F7-4417-9E6A-D806315136C1}" type="presParOf" srcId="{06565A59-E9A7-4849-BAC7-A322A7A72312}" destId="{4B6B6DE7-112D-417C-9338-EDD973B6C018}" srcOrd="3" destOrd="0" presId="urn:microsoft.com/office/officeart/2008/layout/LinedList"/>
    <dgm:cxn modelId="{DAE6D114-5C5C-429C-8BEC-8A1F89983784}" type="presParOf" srcId="{4B6B6DE7-112D-417C-9338-EDD973B6C018}" destId="{FBBEE925-E618-4BE9-BB99-2A1A2B75B184}" srcOrd="0" destOrd="0" presId="urn:microsoft.com/office/officeart/2008/layout/LinedList"/>
    <dgm:cxn modelId="{D66166F9-3846-465D-8675-BE947C8F5E10}" type="presParOf" srcId="{4B6B6DE7-112D-417C-9338-EDD973B6C018}" destId="{998E7FFB-7A4C-4B63-AB88-A9EB4EEF7C4B}" srcOrd="1" destOrd="0" presId="urn:microsoft.com/office/officeart/2008/layout/LinedList"/>
    <dgm:cxn modelId="{75CF5E21-49C2-490C-AF27-B4166E23E309}" type="presParOf" srcId="{06565A59-E9A7-4849-BAC7-A322A7A72312}" destId="{39BC454E-549D-4EAD-9747-79ECFD2D80FB}" srcOrd="4" destOrd="0" presId="urn:microsoft.com/office/officeart/2008/layout/LinedList"/>
    <dgm:cxn modelId="{974C9387-31A3-4CE8-9262-74F1ADBCE843}" type="presParOf" srcId="{06565A59-E9A7-4849-BAC7-A322A7A72312}" destId="{51B88353-26FF-45AC-B7B8-BEC888CF2587}" srcOrd="5" destOrd="0" presId="urn:microsoft.com/office/officeart/2008/layout/LinedList"/>
    <dgm:cxn modelId="{FACD3504-82CD-4545-A76D-7B5137CF6AA9}" type="presParOf" srcId="{51B88353-26FF-45AC-B7B8-BEC888CF2587}" destId="{E6CCD41D-5932-4DF1-A62C-3751F7A2D7E0}" srcOrd="0" destOrd="0" presId="urn:microsoft.com/office/officeart/2008/layout/LinedList"/>
    <dgm:cxn modelId="{F640E06C-5B6D-49D3-9E59-0A257069611B}" type="presParOf" srcId="{51B88353-26FF-45AC-B7B8-BEC888CF2587}" destId="{50A1B501-8E8A-4C98-83E1-68DA21625883}" srcOrd="1" destOrd="0" presId="urn:microsoft.com/office/officeart/2008/layout/LinedList"/>
    <dgm:cxn modelId="{66B9E5E0-0A41-476A-B04E-9C5AA34CDB30}" type="presParOf" srcId="{06565A59-E9A7-4849-BAC7-A322A7A72312}" destId="{41F93FD2-CE5A-4FD2-B2F9-092AD5B832AC}" srcOrd="6" destOrd="0" presId="urn:microsoft.com/office/officeart/2008/layout/LinedList"/>
    <dgm:cxn modelId="{06681F90-D076-4211-A417-F6660144BD2D}" type="presParOf" srcId="{06565A59-E9A7-4849-BAC7-A322A7A72312}" destId="{075A3EB0-EF48-43E6-92F9-8860CAF5FEEF}" srcOrd="7" destOrd="0" presId="urn:microsoft.com/office/officeart/2008/layout/LinedList"/>
    <dgm:cxn modelId="{4F6FF4FA-4A0C-4856-AEB1-77A3DD051466}" type="presParOf" srcId="{075A3EB0-EF48-43E6-92F9-8860CAF5FEEF}" destId="{00E0E2DC-00C5-4933-A465-CBF451C9CC17}" srcOrd="0" destOrd="0" presId="urn:microsoft.com/office/officeart/2008/layout/LinedList"/>
    <dgm:cxn modelId="{B9773096-637D-4128-AE2D-22C064C2922D}" type="presParOf" srcId="{075A3EB0-EF48-43E6-92F9-8860CAF5FEEF}" destId="{C35FFF53-98BA-4F91-B9AE-1E7F8947538E}" srcOrd="1" destOrd="0" presId="urn:microsoft.com/office/officeart/2008/layout/LinedList"/>
    <dgm:cxn modelId="{4EADA792-128D-48E6-9267-FE31EA8A49AA}" type="presParOf" srcId="{06565A59-E9A7-4849-BAC7-A322A7A72312}" destId="{656B50C7-CBCF-4252-9A72-905EC7BEE130}" srcOrd="8" destOrd="0" presId="urn:microsoft.com/office/officeart/2008/layout/LinedList"/>
    <dgm:cxn modelId="{DC6AD1C0-E9AA-41BF-B4F8-E5D632A4571E}" type="presParOf" srcId="{06565A59-E9A7-4849-BAC7-A322A7A72312}" destId="{8B083167-4E33-42C9-9E7C-875E1FA4F9CE}" srcOrd="9" destOrd="0" presId="urn:microsoft.com/office/officeart/2008/layout/LinedList"/>
    <dgm:cxn modelId="{6D43CDB7-E895-4BE7-AD15-A037EDCCE48D}" type="presParOf" srcId="{8B083167-4E33-42C9-9E7C-875E1FA4F9CE}" destId="{23EDE227-2147-41A6-8F82-4BB493E232D3}" srcOrd="0" destOrd="0" presId="urn:microsoft.com/office/officeart/2008/layout/LinedList"/>
    <dgm:cxn modelId="{7BE9A253-B0E5-41F3-AE30-DC41F9C05287}" type="presParOf" srcId="{8B083167-4E33-42C9-9E7C-875E1FA4F9CE}" destId="{B6536B3C-C366-4737-BDB1-DAC14397C8F8}" srcOrd="1" destOrd="0" presId="urn:microsoft.com/office/officeart/2008/layout/LinedList"/>
    <dgm:cxn modelId="{D912B685-59A3-4ECB-986D-D060E38A128A}" type="presParOf" srcId="{06565A59-E9A7-4849-BAC7-A322A7A72312}" destId="{A8486567-CABE-4AA8-A628-AE6FD9B67136}" srcOrd="10" destOrd="0" presId="urn:microsoft.com/office/officeart/2008/layout/LinedList"/>
    <dgm:cxn modelId="{D4BFB200-A1DD-49D8-BB27-D7E271649707}" type="presParOf" srcId="{06565A59-E9A7-4849-BAC7-A322A7A72312}" destId="{38CDE878-3CF9-416C-B7F6-A21BA8C61A33}" srcOrd="11" destOrd="0" presId="urn:microsoft.com/office/officeart/2008/layout/LinedList"/>
    <dgm:cxn modelId="{22B82E90-24CD-48E9-8759-CDF2D7BDA442}" type="presParOf" srcId="{38CDE878-3CF9-416C-B7F6-A21BA8C61A33}" destId="{98F2093A-3903-4D3F-BE7A-C5EF0DA314C6}" srcOrd="0" destOrd="0" presId="urn:microsoft.com/office/officeart/2008/layout/LinedList"/>
    <dgm:cxn modelId="{F75C4878-CE6B-4581-BA77-BA1409248D40}" type="presParOf" srcId="{38CDE878-3CF9-416C-B7F6-A21BA8C61A33}" destId="{F437B842-A7CA-4BAB-BA85-51B72B56C93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AFE39F02-2B03-418E-A9B2-40D7562CE16E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A2963C90-4224-4670-9BF9-6EF648401A4C}">
      <dgm:prSet/>
      <dgm:spPr/>
      <dgm:t>
        <a:bodyPr/>
        <a:lstStyle/>
        <a:p>
          <a:r>
            <a:rPr lang="en-US" dirty="0"/>
            <a:t>Phase 1: Months 1–2</a:t>
          </a:r>
        </a:p>
      </dgm:t>
    </dgm:pt>
    <dgm:pt modelId="{577B098D-229B-4A9F-9886-34CB01299629}" type="parTrans" cxnId="{5CCC79A1-57C0-4975-86C6-F26BFAC82545}">
      <dgm:prSet/>
      <dgm:spPr/>
      <dgm:t>
        <a:bodyPr/>
        <a:lstStyle/>
        <a:p>
          <a:endParaRPr lang="en-US"/>
        </a:p>
      </dgm:t>
    </dgm:pt>
    <dgm:pt modelId="{8D5695BB-FF0A-4FD2-8061-EC27C3DDAA32}" type="sibTrans" cxnId="{5CCC79A1-57C0-4975-86C6-F26BFAC82545}">
      <dgm:prSet/>
      <dgm:spPr/>
      <dgm:t>
        <a:bodyPr/>
        <a:lstStyle/>
        <a:p>
          <a:endParaRPr lang="en-US"/>
        </a:p>
      </dgm:t>
    </dgm:pt>
    <dgm:pt modelId="{777BB232-DDA5-4D15-8FA1-16453426C376}">
      <dgm:prSet/>
      <dgm:spPr/>
      <dgm:t>
        <a:bodyPr/>
        <a:lstStyle/>
        <a:p>
          <a:r>
            <a:rPr lang="en-US" dirty="0"/>
            <a:t>Review systems, finalize tools, assign responsibilities</a:t>
          </a:r>
        </a:p>
      </dgm:t>
    </dgm:pt>
    <dgm:pt modelId="{AC99AE76-86C2-4736-A84D-451DCAEB4FEF}" type="parTrans" cxnId="{E1040F2C-8F41-4EF8-A36B-920A57DBA8F8}">
      <dgm:prSet/>
      <dgm:spPr/>
      <dgm:t>
        <a:bodyPr/>
        <a:lstStyle/>
        <a:p>
          <a:endParaRPr lang="en-US"/>
        </a:p>
      </dgm:t>
    </dgm:pt>
    <dgm:pt modelId="{7199732B-1F33-4E4D-9351-52F150F733CB}" type="sibTrans" cxnId="{E1040F2C-8F41-4EF8-A36B-920A57DBA8F8}">
      <dgm:prSet/>
      <dgm:spPr/>
      <dgm:t>
        <a:bodyPr/>
        <a:lstStyle/>
        <a:p>
          <a:endParaRPr lang="en-US"/>
        </a:p>
      </dgm:t>
    </dgm:pt>
    <dgm:pt modelId="{5F4B2DDF-58CF-4884-967E-6F93DFE7E860}">
      <dgm:prSet/>
      <dgm:spPr/>
      <dgm:t>
        <a:bodyPr/>
        <a:lstStyle/>
        <a:p>
          <a:r>
            <a:rPr lang="en-US"/>
            <a:t>Phase 2: Months 3–6</a:t>
          </a:r>
        </a:p>
      </dgm:t>
    </dgm:pt>
    <dgm:pt modelId="{401D0C98-C366-4D39-AD36-F76BCC9ACD3F}" type="parTrans" cxnId="{C43CA71C-95CA-45C4-AAE3-360FC78EAE83}">
      <dgm:prSet/>
      <dgm:spPr/>
      <dgm:t>
        <a:bodyPr/>
        <a:lstStyle/>
        <a:p>
          <a:endParaRPr lang="en-US"/>
        </a:p>
      </dgm:t>
    </dgm:pt>
    <dgm:pt modelId="{6DA465B6-9B29-4147-A8A9-32BCE9C79177}" type="sibTrans" cxnId="{C43CA71C-95CA-45C4-AAE3-360FC78EAE83}">
      <dgm:prSet/>
      <dgm:spPr/>
      <dgm:t>
        <a:bodyPr/>
        <a:lstStyle/>
        <a:p>
          <a:endParaRPr lang="en-US"/>
        </a:p>
      </dgm:t>
    </dgm:pt>
    <dgm:pt modelId="{461B1D93-A864-4274-92D6-AC19A6E09E0E}">
      <dgm:prSet/>
      <dgm:spPr/>
      <dgm:t>
        <a:bodyPr/>
        <a:lstStyle/>
        <a:p>
          <a:r>
            <a:rPr lang="en-US" dirty="0"/>
            <a:t>Pilot core system upgrades, train staff</a:t>
          </a:r>
        </a:p>
      </dgm:t>
    </dgm:pt>
    <dgm:pt modelId="{84CF16F6-61CD-43CC-8D82-5D701F51404A}" type="parTrans" cxnId="{D50697C8-480D-488D-A03C-9F540C7861A7}">
      <dgm:prSet/>
      <dgm:spPr/>
      <dgm:t>
        <a:bodyPr/>
        <a:lstStyle/>
        <a:p>
          <a:endParaRPr lang="en-US"/>
        </a:p>
      </dgm:t>
    </dgm:pt>
    <dgm:pt modelId="{F11C59E2-A76D-43A1-A6A3-BD55BCB0B4FB}" type="sibTrans" cxnId="{D50697C8-480D-488D-A03C-9F540C7861A7}">
      <dgm:prSet/>
      <dgm:spPr/>
      <dgm:t>
        <a:bodyPr/>
        <a:lstStyle/>
        <a:p>
          <a:endParaRPr lang="en-US"/>
        </a:p>
      </dgm:t>
    </dgm:pt>
    <dgm:pt modelId="{059F2612-5FF0-44EB-B551-71E95C540042}">
      <dgm:prSet/>
      <dgm:spPr/>
      <dgm:t>
        <a:bodyPr/>
        <a:lstStyle/>
        <a:p>
          <a:r>
            <a:rPr lang="en-US" dirty="0"/>
            <a:t>Phase 3: Months 7–12</a:t>
          </a:r>
        </a:p>
      </dgm:t>
    </dgm:pt>
    <dgm:pt modelId="{435B6232-3817-4C3E-A90A-3C6B06EE0419}" type="parTrans" cxnId="{B1FF5734-5DF1-456F-994F-FD87F7CB4FA4}">
      <dgm:prSet/>
      <dgm:spPr/>
      <dgm:t>
        <a:bodyPr/>
        <a:lstStyle/>
        <a:p>
          <a:endParaRPr lang="en-US"/>
        </a:p>
      </dgm:t>
    </dgm:pt>
    <dgm:pt modelId="{22DCFEC0-6B7B-4630-8EC0-E14BA51F4B0A}" type="sibTrans" cxnId="{B1FF5734-5DF1-456F-994F-FD87F7CB4FA4}">
      <dgm:prSet/>
      <dgm:spPr/>
      <dgm:t>
        <a:bodyPr/>
        <a:lstStyle/>
        <a:p>
          <a:endParaRPr lang="en-US"/>
        </a:p>
      </dgm:t>
    </dgm:pt>
    <dgm:pt modelId="{DC0CACD5-1BEA-40E9-8825-BFD17D23DB19}">
      <dgm:prSet/>
      <dgm:spPr/>
      <dgm:t>
        <a:bodyPr/>
        <a:lstStyle/>
        <a:p>
          <a:r>
            <a:rPr lang="en-US" dirty="0"/>
            <a:t>Complete roll-out, validate integrations</a:t>
          </a:r>
        </a:p>
      </dgm:t>
    </dgm:pt>
    <dgm:pt modelId="{A1FDB474-F8D6-47B4-8136-F898C88B32BB}" type="parTrans" cxnId="{0867EC70-765D-41AA-B875-097802E4E36C}">
      <dgm:prSet/>
      <dgm:spPr/>
      <dgm:t>
        <a:bodyPr/>
        <a:lstStyle/>
        <a:p>
          <a:endParaRPr lang="en-US"/>
        </a:p>
      </dgm:t>
    </dgm:pt>
    <dgm:pt modelId="{2DEF509F-56D0-49B1-8381-6445D59E77F7}" type="sibTrans" cxnId="{0867EC70-765D-41AA-B875-097802E4E36C}">
      <dgm:prSet/>
      <dgm:spPr/>
      <dgm:t>
        <a:bodyPr/>
        <a:lstStyle/>
        <a:p>
          <a:endParaRPr lang="en-US"/>
        </a:p>
      </dgm:t>
    </dgm:pt>
    <dgm:pt modelId="{9555747E-01BC-4987-BE9D-D217B40214F5}">
      <dgm:prSet/>
      <dgm:spPr/>
      <dgm:t>
        <a:bodyPr/>
        <a:lstStyle/>
        <a:p>
          <a:r>
            <a:rPr lang="en-US" dirty="0"/>
            <a:t>Phase 4: Continuous</a:t>
          </a:r>
        </a:p>
      </dgm:t>
    </dgm:pt>
    <dgm:pt modelId="{4725F95F-55F1-4CA5-B29A-641292B639F7}" type="parTrans" cxnId="{054E91F6-BA65-4E1F-A5E1-5D779A81CFCB}">
      <dgm:prSet/>
      <dgm:spPr/>
      <dgm:t>
        <a:bodyPr/>
        <a:lstStyle/>
        <a:p>
          <a:endParaRPr lang="en-US"/>
        </a:p>
      </dgm:t>
    </dgm:pt>
    <dgm:pt modelId="{B7435701-EB8D-40D4-944D-5499BF74983D}" type="sibTrans" cxnId="{054E91F6-BA65-4E1F-A5E1-5D779A81CFCB}">
      <dgm:prSet/>
      <dgm:spPr/>
      <dgm:t>
        <a:bodyPr/>
        <a:lstStyle/>
        <a:p>
          <a:endParaRPr lang="en-US"/>
        </a:p>
      </dgm:t>
    </dgm:pt>
    <dgm:pt modelId="{CEEEB9B3-78D4-48D0-99FF-18356B19331D}">
      <dgm:prSet/>
      <dgm:spPr/>
      <dgm:t>
        <a:bodyPr/>
        <a:lstStyle/>
        <a:p>
          <a:r>
            <a:rPr lang="en-US" dirty="0"/>
            <a:t>Security audits, ongoing refinement, patch cycles</a:t>
          </a:r>
        </a:p>
      </dgm:t>
    </dgm:pt>
    <dgm:pt modelId="{C58C3994-D94D-4D43-87E3-3819A2A66F4E}" type="parTrans" cxnId="{631EE4F0-4757-4C5C-9E1A-195B8224D3A4}">
      <dgm:prSet/>
      <dgm:spPr/>
      <dgm:t>
        <a:bodyPr/>
        <a:lstStyle/>
        <a:p>
          <a:endParaRPr lang="en-US"/>
        </a:p>
      </dgm:t>
    </dgm:pt>
    <dgm:pt modelId="{86DA01F5-3460-4EE9-9CF3-77C2DC8F3561}" type="sibTrans" cxnId="{631EE4F0-4757-4C5C-9E1A-195B8224D3A4}">
      <dgm:prSet/>
      <dgm:spPr/>
      <dgm:t>
        <a:bodyPr/>
        <a:lstStyle/>
        <a:p>
          <a:endParaRPr lang="en-US"/>
        </a:p>
      </dgm:t>
    </dgm:pt>
    <dgm:pt modelId="{46191DE1-1216-4AA8-BD2A-0AA633F19086}" type="pres">
      <dgm:prSet presAssocID="{AFE39F02-2B03-418E-A9B2-40D7562CE16E}" presName="Name0" presStyleCnt="0">
        <dgm:presLayoutVars>
          <dgm:dir/>
          <dgm:resizeHandles val="exact"/>
        </dgm:presLayoutVars>
      </dgm:prSet>
      <dgm:spPr/>
    </dgm:pt>
    <dgm:pt modelId="{658057A6-1336-4FA4-B094-9CE824B9A6AB}" type="pres">
      <dgm:prSet presAssocID="{A2963C90-4224-4670-9BF9-6EF648401A4C}" presName="node" presStyleLbl="node1" presStyleIdx="0" presStyleCnt="8" custScaleX="119136">
        <dgm:presLayoutVars>
          <dgm:bulletEnabled val="1"/>
        </dgm:presLayoutVars>
      </dgm:prSet>
      <dgm:spPr/>
    </dgm:pt>
    <dgm:pt modelId="{EBD85EF9-8D5E-49F4-912F-3E320317DFFA}" type="pres">
      <dgm:prSet presAssocID="{8D5695BB-FF0A-4FD2-8061-EC27C3DDAA32}" presName="sibTrans" presStyleLbl="sibTrans1D1" presStyleIdx="0" presStyleCnt="7"/>
      <dgm:spPr/>
    </dgm:pt>
    <dgm:pt modelId="{8405F88C-5CDC-4E9D-8D5B-CEE12A343084}" type="pres">
      <dgm:prSet presAssocID="{8D5695BB-FF0A-4FD2-8061-EC27C3DDAA32}" presName="connectorText" presStyleLbl="sibTrans1D1" presStyleIdx="0" presStyleCnt="7"/>
      <dgm:spPr/>
    </dgm:pt>
    <dgm:pt modelId="{8BAD0506-D4A1-41B4-B428-6957E857F9ED}" type="pres">
      <dgm:prSet presAssocID="{777BB232-DDA5-4D15-8FA1-16453426C376}" presName="node" presStyleLbl="node1" presStyleIdx="1" presStyleCnt="8">
        <dgm:presLayoutVars>
          <dgm:bulletEnabled val="1"/>
        </dgm:presLayoutVars>
      </dgm:prSet>
      <dgm:spPr/>
    </dgm:pt>
    <dgm:pt modelId="{073E4119-F364-4D1E-A5A9-A23D77E9C19D}" type="pres">
      <dgm:prSet presAssocID="{7199732B-1F33-4E4D-9351-52F150F733CB}" presName="sibTrans" presStyleLbl="sibTrans1D1" presStyleIdx="1" presStyleCnt="7"/>
      <dgm:spPr/>
    </dgm:pt>
    <dgm:pt modelId="{DFA5322D-0B54-437C-8CDB-07B6745ECE28}" type="pres">
      <dgm:prSet presAssocID="{7199732B-1F33-4E4D-9351-52F150F733CB}" presName="connectorText" presStyleLbl="sibTrans1D1" presStyleIdx="1" presStyleCnt="7"/>
      <dgm:spPr/>
    </dgm:pt>
    <dgm:pt modelId="{70826668-2F0F-49BE-85A7-BCFE226FCBEB}" type="pres">
      <dgm:prSet presAssocID="{5F4B2DDF-58CF-4884-967E-6F93DFE7E860}" presName="node" presStyleLbl="node1" presStyleIdx="2" presStyleCnt="8" custScaleX="115089">
        <dgm:presLayoutVars>
          <dgm:bulletEnabled val="1"/>
        </dgm:presLayoutVars>
      </dgm:prSet>
      <dgm:spPr/>
    </dgm:pt>
    <dgm:pt modelId="{5FD2134F-7AED-446D-BD23-6E9C71A81BFC}" type="pres">
      <dgm:prSet presAssocID="{6DA465B6-9B29-4147-A8A9-32BCE9C79177}" presName="sibTrans" presStyleLbl="sibTrans1D1" presStyleIdx="2" presStyleCnt="7"/>
      <dgm:spPr/>
    </dgm:pt>
    <dgm:pt modelId="{867B1479-A426-461B-9227-1C104A1B8CC5}" type="pres">
      <dgm:prSet presAssocID="{6DA465B6-9B29-4147-A8A9-32BCE9C79177}" presName="connectorText" presStyleLbl="sibTrans1D1" presStyleIdx="2" presStyleCnt="7"/>
      <dgm:spPr/>
    </dgm:pt>
    <dgm:pt modelId="{49E9214E-C06C-450A-A704-9011DB5747FB}" type="pres">
      <dgm:prSet presAssocID="{461B1D93-A864-4274-92D6-AC19A6E09E0E}" presName="node" presStyleLbl="node1" presStyleIdx="3" presStyleCnt="8">
        <dgm:presLayoutVars>
          <dgm:bulletEnabled val="1"/>
        </dgm:presLayoutVars>
      </dgm:prSet>
      <dgm:spPr/>
    </dgm:pt>
    <dgm:pt modelId="{13D25EE7-55B7-4D1C-A092-EB6EA1E34F74}" type="pres">
      <dgm:prSet presAssocID="{F11C59E2-A76D-43A1-A6A3-BD55BCB0B4FB}" presName="sibTrans" presStyleLbl="sibTrans1D1" presStyleIdx="3" presStyleCnt="7"/>
      <dgm:spPr/>
    </dgm:pt>
    <dgm:pt modelId="{722FD078-B159-4B3E-BFFB-A97C5171FDE7}" type="pres">
      <dgm:prSet presAssocID="{F11C59E2-A76D-43A1-A6A3-BD55BCB0B4FB}" presName="connectorText" presStyleLbl="sibTrans1D1" presStyleIdx="3" presStyleCnt="7"/>
      <dgm:spPr/>
    </dgm:pt>
    <dgm:pt modelId="{8B099AFA-5D42-4000-BC57-05F0735062CC}" type="pres">
      <dgm:prSet presAssocID="{059F2612-5FF0-44EB-B551-71E95C540042}" presName="node" presStyleLbl="node1" presStyleIdx="4" presStyleCnt="8" custScaleX="109201">
        <dgm:presLayoutVars>
          <dgm:bulletEnabled val="1"/>
        </dgm:presLayoutVars>
      </dgm:prSet>
      <dgm:spPr/>
    </dgm:pt>
    <dgm:pt modelId="{AC853AEF-8301-494E-9814-07BB14FCC46F}" type="pres">
      <dgm:prSet presAssocID="{22DCFEC0-6B7B-4630-8EC0-E14BA51F4B0A}" presName="sibTrans" presStyleLbl="sibTrans1D1" presStyleIdx="4" presStyleCnt="7"/>
      <dgm:spPr/>
    </dgm:pt>
    <dgm:pt modelId="{3B4299F8-7D40-4C1F-AE47-AE44014DA4C6}" type="pres">
      <dgm:prSet presAssocID="{22DCFEC0-6B7B-4630-8EC0-E14BA51F4B0A}" presName="connectorText" presStyleLbl="sibTrans1D1" presStyleIdx="4" presStyleCnt="7"/>
      <dgm:spPr/>
    </dgm:pt>
    <dgm:pt modelId="{7926BCF6-CA22-457A-B808-DB8C64B50939}" type="pres">
      <dgm:prSet presAssocID="{DC0CACD5-1BEA-40E9-8825-BFD17D23DB19}" presName="node" presStyleLbl="node1" presStyleIdx="5" presStyleCnt="8" custScaleX="101358">
        <dgm:presLayoutVars>
          <dgm:bulletEnabled val="1"/>
        </dgm:presLayoutVars>
      </dgm:prSet>
      <dgm:spPr/>
    </dgm:pt>
    <dgm:pt modelId="{7A78BFD6-FAF7-47AA-97DB-9A3031BB5015}" type="pres">
      <dgm:prSet presAssocID="{2DEF509F-56D0-49B1-8381-6445D59E77F7}" presName="sibTrans" presStyleLbl="sibTrans1D1" presStyleIdx="5" presStyleCnt="7"/>
      <dgm:spPr/>
    </dgm:pt>
    <dgm:pt modelId="{005351FA-72EE-4883-8F68-FDAF1946EBDA}" type="pres">
      <dgm:prSet presAssocID="{2DEF509F-56D0-49B1-8381-6445D59E77F7}" presName="connectorText" presStyleLbl="sibTrans1D1" presStyleIdx="5" presStyleCnt="7"/>
      <dgm:spPr/>
    </dgm:pt>
    <dgm:pt modelId="{7B39A406-22E2-46CE-8BC0-FEF062AA1C5B}" type="pres">
      <dgm:prSet presAssocID="{9555747E-01BC-4987-BE9D-D217B40214F5}" presName="node" presStyleLbl="node1" presStyleIdx="6" presStyleCnt="8" custScaleX="111777">
        <dgm:presLayoutVars>
          <dgm:bulletEnabled val="1"/>
        </dgm:presLayoutVars>
      </dgm:prSet>
      <dgm:spPr/>
    </dgm:pt>
    <dgm:pt modelId="{34A793D1-6E5A-4986-AF70-34B00B981747}" type="pres">
      <dgm:prSet presAssocID="{B7435701-EB8D-40D4-944D-5499BF74983D}" presName="sibTrans" presStyleLbl="sibTrans1D1" presStyleIdx="6" presStyleCnt="7"/>
      <dgm:spPr/>
    </dgm:pt>
    <dgm:pt modelId="{CF921896-81D2-4BE1-B9A0-CACAD1FA925F}" type="pres">
      <dgm:prSet presAssocID="{B7435701-EB8D-40D4-944D-5499BF74983D}" presName="connectorText" presStyleLbl="sibTrans1D1" presStyleIdx="6" presStyleCnt="7"/>
      <dgm:spPr/>
    </dgm:pt>
    <dgm:pt modelId="{C216CA87-B6FA-48DB-A3CA-E6684FD79F5C}" type="pres">
      <dgm:prSet presAssocID="{CEEEB9B3-78D4-48D0-99FF-18356B19331D}" presName="node" presStyleLbl="node1" presStyleIdx="7" presStyleCnt="8">
        <dgm:presLayoutVars>
          <dgm:bulletEnabled val="1"/>
        </dgm:presLayoutVars>
      </dgm:prSet>
      <dgm:spPr/>
    </dgm:pt>
  </dgm:ptLst>
  <dgm:cxnLst>
    <dgm:cxn modelId="{F2A8DB01-1D42-4DDB-8E6E-45924F60550B}" type="presOf" srcId="{7199732B-1F33-4E4D-9351-52F150F733CB}" destId="{073E4119-F364-4D1E-A5A9-A23D77E9C19D}" srcOrd="0" destOrd="0" presId="urn:microsoft.com/office/officeart/2016/7/layout/RepeatingBendingProcessNew"/>
    <dgm:cxn modelId="{C9B9C10A-C191-4B7E-A287-FFF8FAF8202B}" type="presOf" srcId="{22DCFEC0-6B7B-4630-8EC0-E14BA51F4B0A}" destId="{3B4299F8-7D40-4C1F-AE47-AE44014DA4C6}" srcOrd="1" destOrd="0" presId="urn:microsoft.com/office/officeart/2016/7/layout/RepeatingBendingProcessNew"/>
    <dgm:cxn modelId="{C43CA71C-95CA-45C4-AAE3-360FC78EAE83}" srcId="{AFE39F02-2B03-418E-A9B2-40D7562CE16E}" destId="{5F4B2DDF-58CF-4884-967E-6F93DFE7E860}" srcOrd="2" destOrd="0" parTransId="{401D0C98-C366-4D39-AD36-F76BCC9ACD3F}" sibTransId="{6DA465B6-9B29-4147-A8A9-32BCE9C79177}"/>
    <dgm:cxn modelId="{5394ED21-8EA9-41EF-B22F-C75138690164}" type="presOf" srcId="{5F4B2DDF-58CF-4884-967E-6F93DFE7E860}" destId="{70826668-2F0F-49BE-85A7-BCFE226FCBEB}" srcOrd="0" destOrd="0" presId="urn:microsoft.com/office/officeart/2016/7/layout/RepeatingBendingProcessNew"/>
    <dgm:cxn modelId="{E1040F2C-8F41-4EF8-A36B-920A57DBA8F8}" srcId="{AFE39F02-2B03-418E-A9B2-40D7562CE16E}" destId="{777BB232-DDA5-4D15-8FA1-16453426C376}" srcOrd="1" destOrd="0" parTransId="{AC99AE76-86C2-4736-A84D-451DCAEB4FEF}" sibTransId="{7199732B-1F33-4E4D-9351-52F150F733CB}"/>
    <dgm:cxn modelId="{C356042D-724C-407A-9C6C-5678453908B5}" type="presOf" srcId="{DC0CACD5-1BEA-40E9-8825-BFD17D23DB19}" destId="{7926BCF6-CA22-457A-B808-DB8C64B50939}" srcOrd="0" destOrd="0" presId="urn:microsoft.com/office/officeart/2016/7/layout/RepeatingBendingProcessNew"/>
    <dgm:cxn modelId="{90F58B2F-8673-4059-A57E-F1C064FECE1D}" type="presOf" srcId="{22DCFEC0-6B7B-4630-8EC0-E14BA51F4B0A}" destId="{AC853AEF-8301-494E-9814-07BB14FCC46F}" srcOrd="0" destOrd="0" presId="urn:microsoft.com/office/officeart/2016/7/layout/RepeatingBendingProcessNew"/>
    <dgm:cxn modelId="{B1FF5734-5DF1-456F-994F-FD87F7CB4FA4}" srcId="{AFE39F02-2B03-418E-A9B2-40D7562CE16E}" destId="{059F2612-5FF0-44EB-B551-71E95C540042}" srcOrd="4" destOrd="0" parTransId="{435B6232-3817-4C3E-A90A-3C6B06EE0419}" sibTransId="{22DCFEC0-6B7B-4630-8EC0-E14BA51F4B0A}"/>
    <dgm:cxn modelId="{0F432260-D285-4441-BD30-417AE8992375}" type="presOf" srcId="{CEEEB9B3-78D4-48D0-99FF-18356B19331D}" destId="{C216CA87-B6FA-48DB-A3CA-E6684FD79F5C}" srcOrd="0" destOrd="0" presId="urn:microsoft.com/office/officeart/2016/7/layout/RepeatingBendingProcessNew"/>
    <dgm:cxn modelId="{C4AA5066-8521-42CC-BA1A-2E66810D6509}" type="presOf" srcId="{AFE39F02-2B03-418E-A9B2-40D7562CE16E}" destId="{46191DE1-1216-4AA8-BD2A-0AA633F19086}" srcOrd="0" destOrd="0" presId="urn:microsoft.com/office/officeart/2016/7/layout/RepeatingBendingProcessNew"/>
    <dgm:cxn modelId="{844D274E-66AF-4243-9DBA-306091F984CA}" type="presOf" srcId="{2DEF509F-56D0-49B1-8381-6445D59E77F7}" destId="{7A78BFD6-FAF7-47AA-97DB-9A3031BB5015}" srcOrd="0" destOrd="0" presId="urn:microsoft.com/office/officeart/2016/7/layout/RepeatingBendingProcessNew"/>
    <dgm:cxn modelId="{12E54070-D2C1-4F36-8564-D9957F0CD60E}" type="presOf" srcId="{777BB232-DDA5-4D15-8FA1-16453426C376}" destId="{8BAD0506-D4A1-41B4-B428-6957E857F9ED}" srcOrd="0" destOrd="0" presId="urn:microsoft.com/office/officeart/2016/7/layout/RepeatingBendingProcessNew"/>
    <dgm:cxn modelId="{53984170-42C2-4D4F-9EC9-0DE436C46225}" type="presOf" srcId="{7199732B-1F33-4E4D-9351-52F150F733CB}" destId="{DFA5322D-0B54-437C-8CDB-07B6745ECE28}" srcOrd="1" destOrd="0" presId="urn:microsoft.com/office/officeart/2016/7/layout/RepeatingBendingProcessNew"/>
    <dgm:cxn modelId="{0867EC70-765D-41AA-B875-097802E4E36C}" srcId="{AFE39F02-2B03-418E-A9B2-40D7562CE16E}" destId="{DC0CACD5-1BEA-40E9-8825-BFD17D23DB19}" srcOrd="5" destOrd="0" parTransId="{A1FDB474-F8D6-47B4-8136-F898C88B32BB}" sibTransId="{2DEF509F-56D0-49B1-8381-6445D59E77F7}"/>
    <dgm:cxn modelId="{D5263F75-9467-4429-B646-3B788BEA094B}" type="presOf" srcId="{A2963C90-4224-4670-9BF9-6EF648401A4C}" destId="{658057A6-1336-4FA4-B094-9CE824B9A6AB}" srcOrd="0" destOrd="0" presId="urn:microsoft.com/office/officeart/2016/7/layout/RepeatingBendingProcessNew"/>
    <dgm:cxn modelId="{1384BD75-0B08-4EEA-A6F6-EAB72892A373}" type="presOf" srcId="{461B1D93-A864-4274-92D6-AC19A6E09E0E}" destId="{49E9214E-C06C-450A-A704-9011DB5747FB}" srcOrd="0" destOrd="0" presId="urn:microsoft.com/office/officeart/2016/7/layout/RepeatingBendingProcessNew"/>
    <dgm:cxn modelId="{67559157-7B35-4AF7-A5DD-FC53E586DCF4}" type="presOf" srcId="{6DA465B6-9B29-4147-A8A9-32BCE9C79177}" destId="{867B1479-A426-461B-9227-1C104A1B8CC5}" srcOrd="1" destOrd="0" presId="urn:microsoft.com/office/officeart/2016/7/layout/RepeatingBendingProcessNew"/>
    <dgm:cxn modelId="{5CCC79A1-57C0-4975-86C6-F26BFAC82545}" srcId="{AFE39F02-2B03-418E-A9B2-40D7562CE16E}" destId="{A2963C90-4224-4670-9BF9-6EF648401A4C}" srcOrd="0" destOrd="0" parTransId="{577B098D-229B-4A9F-9886-34CB01299629}" sibTransId="{8D5695BB-FF0A-4FD2-8061-EC27C3DDAA32}"/>
    <dgm:cxn modelId="{62FAFCA1-BC42-49B8-966D-1F3811ED07E6}" type="presOf" srcId="{B7435701-EB8D-40D4-944D-5499BF74983D}" destId="{CF921896-81D2-4BE1-B9A0-CACAD1FA925F}" srcOrd="1" destOrd="0" presId="urn:microsoft.com/office/officeart/2016/7/layout/RepeatingBendingProcessNew"/>
    <dgm:cxn modelId="{722A39A3-ECC8-41B5-9496-7A8D6F230180}" type="presOf" srcId="{6DA465B6-9B29-4147-A8A9-32BCE9C79177}" destId="{5FD2134F-7AED-446D-BD23-6E9C71A81BFC}" srcOrd="0" destOrd="0" presId="urn:microsoft.com/office/officeart/2016/7/layout/RepeatingBendingProcessNew"/>
    <dgm:cxn modelId="{3FABF7BD-73FF-457A-8185-0E3FC5CBAD9D}" type="presOf" srcId="{9555747E-01BC-4987-BE9D-D217B40214F5}" destId="{7B39A406-22E2-46CE-8BC0-FEF062AA1C5B}" srcOrd="0" destOrd="0" presId="urn:microsoft.com/office/officeart/2016/7/layout/RepeatingBendingProcessNew"/>
    <dgm:cxn modelId="{D50697C8-480D-488D-A03C-9F540C7861A7}" srcId="{AFE39F02-2B03-418E-A9B2-40D7562CE16E}" destId="{461B1D93-A864-4274-92D6-AC19A6E09E0E}" srcOrd="3" destOrd="0" parTransId="{84CF16F6-61CD-43CC-8D82-5D701F51404A}" sibTransId="{F11C59E2-A76D-43A1-A6A3-BD55BCB0B4FB}"/>
    <dgm:cxn modelId="{D2F66CCC-B559-40FC-97F9-56C41ED55704}" type="presOf" srcId="{8D5695BB-FF0A-4FD2-8061-EC27C3DDAA32}" destId="{EBD85EF9-8D5E-49F4-912F-3E320317DFFA}" srcOrd="0" destOrd="0" presId="urn:microsoft.com/office/officeart/2016/7/layout/RepeatingBendingProcessNew"/>
    <dgm:cxn modelId="{8D7110CD-794F-4012-B1E6-95FF5F2FB156}" type="presOf" srcId="{B7435701-EB8D-40D4-944D-5499BF74983D}" destId="{34A793D1-6E5A-4986-AF70-34B00B981747}" srcOrd="0" destOrd="0" presId="urn:microsoft.com/office/officeart/2016/7/layout/RepeatingBendingProcessNew"/>
    <dgm:cxn modelId="{C0750DD1-4CF7-4279-85A8-23AEAF162D21}" type="presOf" srcId="{8D5695BB-FF0A-4FD2-8061-EC27C3DDAA32}" destId="{8405F88C-5CDC-4E9D-8D5B-CEE12A343084}" srcOrd="1" destOrd="0" presId="urn:microsoft.com/office/officeart/2016/7/layout/RepeatingBendingProcessNew"/>
    <dgm:cxn modelId="{5D8EF1DE-E60D-4E09-A3E2-9CDB8DEC0044}" type="presOf" srcId="{F11C59E2-A76D-43A1-A6A3-BD55BCB0B4FB}" destId="{13D25EE7-55B7-4D1C-A092-EB6EA1E34F74}" srcOrd="0" destOrd="0" presId="urn:microsoft.com/office/officeart/2016/7/layout/RepeatingBendingProcessNew"/>
    <dgm:cxn modelId="{FBDB7BDF-3369-4CC2-9350-D9046302C001}" type="presOf" srcId="{F11C59E2-A76D-43A1-A6A3-BD55BCB0B4FB}" destId="{722FD078-B159-4B3E-BFFB-A97C5171FDE7}" srcOrd="1" destOrd="0" presId="urn:microsoft.com/office/officeart/2016/7/layout/RepeatingBendingProcessNew"/>
    <dgm:cxn modelId="{C7A0B2EB-741A-464B-BB1D-0DA6F4A6AF9C}" type="presOf" srcId="{2DEF509F-56D0-49B1-8381-6445D59E77F7}" destId="{005351FA-72EE-4883-8F68-FDAF1946EBDA}" srcOrd="1" destOrd="0" presId="urn:microsoft.com/office/officeart/2016/7/layout/RepeatingBendingProcessNew"/>
    <dgm:cxn modelId="{631EE4F0-4757-4C5C-9E1A-195B8224D3A4}" srcId="{AFE39F02-2B03-418E-A9B2-40D7562CE16E}" destId="{CEEEB9B3-78D4-48D0-99FF-18356B19331D}" srcOrd="7" destOrd="0" parTransId="{C58C3994-D94D-4D43-87E3-3819A2A66F4E}" sibTransId="{86DA01F5-3460-4EE9-9CF3-77C2DC8F3561}"/>
    <dgm:cxn modelId="{CC62E5F0-2DB8-4F49-B390-F78E18C3E32B}" type="presOf" srcId="{059F2612-5FF0-44EB-B551-71E95C540042}" destId="{8B099AFA-5D42-4000-BC57-05F0735062CC}" srcOrd="0" destOrd="0" presId="urn:microsoft.com/office/officeart/2016/7/layout/RepeatingBendingProcessNew"/>
    <dgm:cxn modelId="{054E91F6-BA65-4E1F-A5E1-5D779A81CFCB}" srcId="{AFE39F02-2B03-418E-A9B2-40D7562CE16E}" destId="{9555747E-01BC-4987-BE9D-D217B40214F5}" srcOrd="6" destOrd="0" parTransId="{4725F95F-55F1-4CA5-B29A-641292B639F7}" sibTransId="{B7435701-EB8D-40D4-944D-5499BF74983D}"/>
    <dgm:cxn modelId="{B84956E8-C1FB-4CD3-8511-A165226775E7}" type="presParOf" srcId="{46191DE1-1216-4AA8-BD2A-0AA633F19086}" destId="{658057A6-1336-4FA4-B094-9CE824B9A6AB}" srcOrd="0" destOrd="0" presId="urn:microsoft.com/office/officeart/2016/7/layout/RepeatingBendingProcessNew"/>
    <dgm:cxn modelId="{61D71076-42B4-4227-8143-1E3E06478B39}" type="presParOf" srcId="{46191DE1-1216-4AA8-BD2A-0AA633F19086}" destId="{EBD85EF9-8D5E-49F4-912F-3E320317DFFA}" srcOrd="1" destOrd="0" presId="urn:microsoft.com/office/officeart/2016/7/layout/RepeatingBendingProcessNew"/>
    <dgm:cxn modelId="{5E848739-7153-40C8-ACCD-292AECAC1EA6}" type="presParOf" srcId="{EBD85EF9-8D5E-49F4-912F-3E320317DFFA}" destId="{8405F88C-5CDC-4E9D-8D5B-CEE12A343084}" srcOrd="0" destOrd="0" presId="urn:microsoft.com/office/officeart/2016/7/layout/RepeatingBendingProcessNew"/>
    <dgm:cxn modelId="{607BC3A5-A72F-40EF-BEC1-E97F7E9D1082}" type="presParOf" srcId="{46191DE1-1216-4AA8-BD2A-0AA633F19086}" destId="{8BAD0506-D4A1-41B4-B428-6957E857F9ED}" srcOrd="2" destOrd="0" presId="urn:microsoft.com/office/officeart/2016/7/layout/RepeatingBendingProcessNew"/>
    <dgm:cxn modelId="{F4FDC6CD-9691-4D91-B072-6981D3B0B296}" type="presParOf" srcId="{46191DE1-1216-4AA8-BD2A-0AA633F19086}" destId="{073E4119-F364-4D1E-A5A9-A23D77E9C19D}" srcOrd="3" destOrd="0" presId="urn:microsoft.com/office/officeart/2016/7/layout/RepeatingBendingProcessNew"/>
    <dgm:cxn modelId="{D4912D5E-C867-460D-B077-9A039DE50434}" type="presParOf" srcId="{073E4119-F364-4D1E-A5A9-A23D77E9C19D}" destId="{DFA5322D-0B54-437C-8CDB-07B6745ECE28}" srcOrd="0" destOrd="0" presId="urn:microsoft.com/office/officeart/2016/7/layout/RepeatingBendingProcessNew"/>
    <dgm:cxn modelId="{C884872C-317D-452F-9B48-0EF54C4828E8}" type="presParOf" srcId="{46191DE1-1216-4AA8-BD2A-0AA633F19086}" destId="{70826668-2F0F-49BE-85A7-BCFE226FCBEB}" srcOrd="4" destOrd="0" presId="urn:microsoft.com/office/officeart/2016/7/layout/RepeatingBendingProcessNew"/>
    <dgm:cxn modelId="{19793534-F514-47D1-AF49-2442314C2B4D}" type="presParOf" srcId="{46191DE1-1216-4AA8-BD2A-0AA633F19086}" destId="{5FD2134F-7AED-446D-BD23-6E9C71A81BFC}" srcOrd="5" destOrd="0" presId="urn:microsoft.com/office/officeart/2016/7/layout/RepeatingBendingProcessNew"/>
    <dgm:cxn modelId="{346A18AF-B6FF-4183-BC7C-A8FCE04B363E}" type="presParOf" srcId="{5FD2134F-7AED-446D-BD23-6E9C71A81BFC}" destId="{867B1479-A426-461B-9227-1C104A1B8CC5}" srcOrd="0" destOrd="0" presId="urn:microsoft.com/office/officeart/2016/7/layout/RepeatingBendingProcessNew"/>
    <dgm:cxn modelId="{D7A19670-74EF-4E25-8BF9-E2E33CB1544C}" type="presParOf" srcId="{46191DE1-1216-4AA8-BD2A-0AA633F19086}" destId="{49E9214E-C06C-450A-A704-9011DB5747FB}" srcOrd="6" destOrd="0" presId="urn:microsoft.com/office/officeart/2016/7/layout/RepeatingBendingProcessNew"/>
    <dgm:cxn modelId="{14AEC0B4-BF0E-4E6E-A644-4EAC0283A378}" type="presParOf" srcId="{46191DE1-1216-4AA8-BD2A-0AA633F19086}" destId="{13D25EE7-55B7-4D1C-A092-EB6EA1E34F74}" srcOrd="7" destOrd="0" presId="urn:microsoft.com/office/officeart/2016/7/layout/RepeatingBendingProcessNew"/>
    <dgm:cxn modelId="{D74A0B2F-3B10-4089-9356-CF2EC4F54642}" type="presParOf" srcId="{13D25EE7-55B7-4D1C-A092-EB6EA1E34F74}" destId="{722FD078-B159-4B3E-BFFB-A97C5171FDE7}" srcOrd="0" destOrd="0" presId="urn:microsoft.com/office/officeart/2016/7/layout/RepeatingBendingProcessNew"/>
    <dgm:cxn modelId="{E6AAC452-C7FD-4403-BC05-7DA13F848550}" type="presParOf" srcId="{46191DE1-1216-4AA8-BD2A-0AA633F19086}" destId="{8B099AFA-5D42-4000-BC57-05F0735062CC}" srcOrd="8" destOrd="0" presId="urn:microsoft.com/office/officeart/2016/7/layout/RepeatingBendingProcessNew"/>
    <dgm:cxn modelId="{51691D55-1E29-46DA-8AF3-E1F0C524C8D9}" type="presParOf" srcId="{46191DE1-1216-4AA8-BD2A-0AA633F19086}" destId="{AC853AEF-8301-494E-9814-07BB14FCC46F}" srcOrd="9" destOrd="0" presId="urn:microsoft.com/office/officeart/2016/7/layout/RepeatingBendingProcessNew"/>
    <dgm:cxn modelId="{F384EF84-DE9C-4DD4-8EB9-07B8118CAB79}" type="presParOf" srcId="{AC853AEF-8301-494E-9814-07BB14FCC46F}" destId="{3B4299F8-7D40-4C1F-AE47-AE44014DA4C6}" srcOrd="0" destOrd="0" presId="urn:microsoft.com/office/officeart/2016/7/layout/RepeatingBendingProcessNew"/>
    <dgm:cxn modelId="{8E001FE1-143B-4BAC-AA19-C786FB1FC477}" type="presParOf" srcId="{46191DE1-1216-4AA8-BD2A-0AA633F19086}" destId="{7926BCF6-CA22-457A-B808-DB8C64B50939}" srcOrd="10" destOrd="0" presId="urn:microsoft.com/office/officeart/2016/7/layout/RepeatingBendingProcessNew"/>
    <dgm:cxn modelId="{0C9E1225-F785-4B74-B01A-713C8AB149A7}" type="presParOf" srcId="{46191DE1-1216-4AA8-BD2A-0AA633F19086}" destId="{7A78BFD6-FAF7-47AA-97DB-9A3031BB5015}" srcOrd="11" destOrd="0" presId="urn:microsoft.com/office/officeart/2016/7/layout/RepeatingBendingProcessNew"/>
    <dgm:cxn modelId="{7116E06D-AC89-47D5-985A-1717FBBC72B9}" type="presParOf" srcId="{7A78BFD6-FAF7-47AA-97DB-9A3031BB5015}" destId="{005351FA-72EE-4883-8F68-FDAF1946EBDA}" srcOrd="0" destOrd="0" presId="urn:microsoft.com/office/officeart/2016/7/layout/RepeatingBendingProcessNew"/>
    <dgm:cxn modelId="{D4BFF79F-B54B-4512-8EEB-24ED02B1B2AA}" type="presParOf" srcId="{46191DE1-1216-4AA8-BD2A-0AA633F19086}" destId="{7B39A406-22E2-46CE-8BC0-FEF062AA1C5B}" srcOrd="12" destOrd="0" presId="urn:microsoft.com/office/officeart/2016/7/layout/RepeatingBendingProcessNew"/>
    <dgm:cxn modelId="{42F50FC0-F9A8-45DC-BC3B-8EF1292696CB}" type="presParOf" srcId="{46191DE1-1216-4AA8-BD2A-0AA633F19086}" destId="{34A793D1-6E5A-4986-AF70-34B00B981747}" srcOrd="13" destOrd="0" presId="urn:microsoft.com/office/officeart/2016/7/layout/RepeatingBendingProcessNew"/>
    <dgm:cxn modelId="{AF1594A1-57DD-4F21-B495-22D6AFC94124}" type="presParOf" srcId="{34A793D1-6E5A-4986-AF70-34B00B981747}" destId="{CF921896-81D2-4BE1-B9A0-CACAD1FA925F}" srcOrd="0" destOrd="0" presId="urn:microsoft.com/office/officeart/2016/7/layout/RepeatingBendingProcessNew"/>
    <dgm:cxn modelId="{73441FD7-0E85-409C-A5DB-FC15A69CA0B9}" type="presParOf" srcId="{46191DE1-1216-4AA8-BD2A-0AA633F19086}" destId="{C216CA87-B6FA-48DB-A3CA-E6684FD79F5C}" srcOrd="14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B7114CEE-DE61-401B-B5A8-6372BA42C93B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8111CB0B-B55A-465D-86BB-817FD4C112C8}">
      <dgm:prSet/>
      <dgm:spPr/>
      <dgm:t>
        <a:bodyPr/>
        <a:lstStyle/>
        <a:p>
          <a:pPr>
            <a:defRPr cap="all"/>
          </a:pPr>
          <a:r>
            <a:rPr lang="en-US"/>
            <a:t>INFO8965 Concepts Applied:</a:t>
          </a:r>
        </a:p>
      </dgm:t>
    </dgm:pt>
    <dgm:pt modelId="{A49C42A6-548F-4E5F-AC13-6D2DDEDFE257}" type="parTrans" cxnId="{9A54085E-0E24-4D0E-A581-EDECD09880BB}">
      <dgm:prSet/>
      <dgm:spPr/>
      <dgm:t>
        <a:bodyPr/>
        <a:lstStyle/>
        <a:p>
          <a:endParaRPr lang="en-US"/>
        </a:p>
      </dgm:t>
    </dgm:pt>
    <dgm:pt modelId="{443A5615-E822-45BF-8071-E0BCE1E61291}" type="sibTrans" cxnId="{9A54085E-0E24-4D0E-A581-EDECD09880BB}">
      <dgm:prSet/>
      <dgm:spPr/>
      <dgm:t>
        <a:bodyPr/>
        <a:lstStyle/>
        <a:p>
          <a:endParaRPr lang="en-US"/>
        </a:p>
      </dgm:t>
    </dgm:pt>
    <dgm:pt modelId="{0FE13EAC-68F7-4FDA-9153-065E643619F1}">
      <dgm:prSet/>
      <dgm:spPr/>
      <dgm:t>
        <a:bodyPr/>
        <a:lstStyle/>
        <a:p>
          <a:pPr>
            <a:defRPr cap="all"/>
          </a:pPr>
          <a:r>
            <a:rPr lang="en-US" dirty="0"/>
            <a:t>Endpoint detection (CrowdStrike)</a:t>
          </a:r>
        </a:p>
      </dgm:t>
    </dgm:pt>
    <dgm:pt modelId="{6004930B-D698-4C29-BEF2-4473BEA34AF9}" type="parTrans" cxnId="{0C3C24C0-F197-4935-9478-F751F51385E2}">
      <dgm:prSet/>
      <dgm:spPr/>
      <dgm:t>
        <a:bodyPr/>
        <a:lstStyle/>
        <a:p>
          <a:endParaRPr lang="en-US"/>
        </a:p>
      </dgm:t>
    </dgm:pt>
    <dgm:pt modelId="{2ED40574-794C-4940-A95E-CD35176E0E6C}" type="sibTrans" cxnId="{0C3C24C0-F197-4935-9478-F751F51385E2}">
      <dgm:prSet/>
      <dgm:spPr/>
      <dgm:t>
        <a:bodyPr/>
        <a:lstStyle/>
        <a:p>
          <a:endParaRPr lang="en-US"/>
        </a:p>
      </dgm:t>
    </dgm:pt>
    <dgm:pt modelId="{9B74E9E8-4B72-40E8-AE7D-2DA473DE9DB4}">
      <dgm:prSet/>
      <dgm:spPr/>
      <dgm:t>
        <a:bodyPr/>
        <a:lstStyle/>
        <a:p>
          <a:pPr>
            <a:defRPr cap="all"/>
          </a:pPr>
          <a:r>
            <a:rPr lang="en-US" dirty="0"/>
            <a:t>Secure SDLC (Bazel, SonarQube)</a:t>
          </a:r>
        </a:p>
      </dgm:t>
    </dgm:pt>
    <dgm:pt modelId="{EF514D22-06EF-4460-8CCA-E00843A0BA96}" type="parTrans" cxnId="{23558864-C057-425B-880B-18D3EB0B194C}">
      <dgm:prSet/>
      <dgm:spPr/>
      <dgm:t>
        <a:bodyPr/>
        <a:lstStyle/>
        <a:p>
          <a:endParaRPr lang="en-US"/>
        </a:p>
      </dgm:t>
    </dgm:pt>
    <dgm:pt modelId="{7D19CAF3-9EC6-413C-97B9-47776472859A}" type="sibTrans" cxnId="{23558864-C057-425B-880B-18D3EB0B194C}">
      <dgm:prSet/>
      <dgm:spPr/>
      <dgm:t>
        <a:bodyPr/>
        <a:lstStyle/>
        <a:p>
          <a:endParaRPr lang="en-US"/>
        </a:p>
      </dgm:t>
    </dgm:pt>
    <dgm:pt modelId="{49D53C8D-5E75-49B3-9D03-7B93989399D0}">
      <dgm:prSet/>
      <dgm:spPr/>
      <dgm:t>
        <a:bodyPr/>
        <a:lstStyle/>
        <a:p>
          <a:pPr>
            <a:defRPr cap="all"/>
          </a:pPr>
          <a:r>
            <a:rPr lang="en-US" dirty="0"/>
            <a:t>Cryptography (</a:t>
          </a:r>
          <a:r>
            <a:rPr lang="en-US" dirty="0" err="1"/>
            <a:t>Sigstore</a:t>
          </a:r>
          <a:r>
            <a:rPr lang="en-US" dirty="0"/>
            <a:t>, TLS)</a:t>
          </a:r>
        </a:p>
      </dgm:t>
    </dgm:pt>
    <dgm:pt modelId="{D4FFA38C-B08B-444A-8DF6-55A74E54A552}" type="parTrans" cxnId="{8F9E2930-E207-41B5-910C-1A53754FDD26}">
      <dgm:prSet/>
      <dgm:spPr/>
      <dgm:t>
        <a:bodyPr/>
        <a:lstStyle/>
        <a:p>
          <a:endParaRPr lang="en-US"/>
        </a:p>
      </dgm:t>
    </dgm:pt>
    <dgm:pt modelId="{FA45BF29-5FD7-472E-A5F5-58E11AB47B10}" type="sibTrans" cxnId="{8F9E2930-E207-41B5-910C-1A53754FDD26}">
      <dgm:prSet/>
      <dgm:spPr/>
      <dgm:t>
        <a:bodyPr/>
        <a:lstStyle/>
        <a:p>
          <a:endParaRPr lang="en-US"/>
        </a:p>
      </dgm:t>
    </dgm:pt>
    <dgm:pt modelId="{0BEC6054-B0DD-4757-A09D-26E7B1C324DC}">
      <dgm:prSet/>
      <dgm:spPr/>
      <dgm:t>
        <a:bodyPr/>
        <a:lstStyle/>
        <a:p>
          <a:pPr>
            <a:defRPr cap="all"/>
          </a:pPr>
          <a:r>
            <a:rPr lang="en-US" dirty="0"/>
            <a:t>Access control (RBAC, MFA, PAM)</a:t>
          </a:r>
        </a:p>
      </dgm:t>
    </dgm:pt>
    <dgm:pt modelId="{A237CC54-37DD-4053-9027-7E0868545F29}" type="parTrans" cxnId="{F4AEB2F6-88CE-431E-9909-659870ECE2C3}">
      <dgm:prSet/>
      <dgm:spPr/>
      <dgm:t>
        <a:bodyPr/>
        <a:lstStyle/>
        <a:p>
          <a:endParaRPr lang="en-US"/>
        </a:p>
      </dgm:t>
    </dgm:pt>
    <dgm:pt modelId="{0498F28C-4862-4E63-86DD-2EFE74B3EBD4}" type="sibTrans" cxnId="{F4AEB2F6-88CE-431E-9909-659870ECE2C3}">
      <dgm:prSet/>
      <dgm:spPr/>
      <dgm:t>
        <a:bodyPr/>
        <a:lstStyle/>
        <a:p>
          <a:endParaRPr lang="en-US"/>
        </a:p>
      </dgm:t>
    </dgm:pt>
    <dgm:pt modelId="{CDFD2570-7DEB-49D4-B064-6749D7A1A16A}">
      <dgm:prSet/>
      <dgm:spPr/>
      <dgm:t>
        <a:bodyPr/>
        <a:lstStyle/>
        <a:p>
          <a:pPr>
            <a:defRPr cap="all"/>
          </a:pPr>
          <a:r>
            <a:rPr lang="en-US" dirty="0"/>
            <a:t>Disaster recovery (Air-gapped backup models)</a:t>
          </a:r>
        </a:p>
      </dgm:t>
    </dgm:pt>
    <dgm:pt modelId="{3904C900-A23F-4A68-A377-D96FE17BA99B}" type="parTrans" cxnId="{C7F155CD-D9E7-403F-AF7B-B525E4E6655E}">
      <dgm:prSet/>
      <dgm:spPr/>
      <dgm:t>
        <a:bodyPr/>
        <a:lstStyle/>
        <a:p>
          <a:endParaRPr lang="en-US"/>
        </a:p>
      </dgm:t>
    </dgm:pt>
    <dgm:pt modelId="{6C8E172C-5E57-4395-9D11-899CF8B96019}" type="sibTrans" cxnId="{C7F155CD-D9E7-403F-AF7B-B525E4E6655E}">
      <dgm:prSet/>
      <dgm:spPr/>
      <dgm:t>
        <a:bodyPr/>
        <a:lstStyle/>
        <a:p>
          <a:endParaRPr lang="en-US"/>
        </a:p>
      </dgm:t>
    </dgm:pt>
    <dgm:pt modelId="{D72E5899-31A2-4FB7-A918-65E05BBDF255}" type="pres">
      <dgm:prSet presAssocID="{B7114CEE-DE61-401B-B5A8-6372BA42C93B}" presName="root" presStyleCnt="0">
        <dgm:presLayoutVars>
          <dgm:dir/>
          <dgm:resizeHandles val="exact"/>
        </dgm:presLayoutVars>
      </dgm:prSet>
      <dgm:spPr/>
    </dgm:pt>
    <dgm:pt modelId="{0E4EB1D2-A5AC-47AE-A047-41610D4AFAC4}" type="pres">
      <dgm:prSet presAssocID="{8111CB0B-B55A-465D-86BB-817FD4C112C8}" presName="compNode" presStyleCnt="0"/>
      <dgm:spPr/>
    </dgm:pt>
    <dgm:pt modelId="{15751256-CC17-4639-A663-E102128DF58B}" type="pres">
      <dgm:prSet presAssocID="{8111CB0B-B55A-465D-86BB-817FD4C112C8}" presName="iconBgRect" presStyleLbl="bgShp" presStyleIdx="0" presStyleCnt="6"/>
      <dgm:spPr/>
    </dgm:pt>
    <dgm:pt modelId="{DB8B5619-E420-4CE6-AFD5-C9741CEA25B1}" type="pres">
      <dgm:prSet presAssocID="{8111CB0B-B55A-465D-86BB-817FD4C112C8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103CA012-A8D3-4E13-B00A-A0D48ED98EFF}" type="pres">
      <dgm:prSet presAssocID="{8111CB0B-B55A-465D-86BB-817FD4C112C8}" presName="spaceRect" presStyleCnt="0"/>
      <dgm:spPr/>
    </dgm:pt>
    <dgm:pt modelId="{CF642A04-944B-487E-B8A7-53629F3F61FB}" type="pres">
      <dgm:prSet presAssocID="{8111CB0B-B55A-465D-86BB-817FD4C112C8}" presName="textRect" presStyleLbl="revTx" presStyleIdx="0" presStyleCnt="6">
        <dgm:presLayoutVars>
          <dgm:chMax val="1"/>
          <dgm:chPref val="1"/>
        </dgm:presLayoutVars>
      </dgm:prSet>
      <dgm:spPr/>
    </dgm:pt>
    <dgm:pt modelId="{5E7E891D-8647-407D-B94F-780F37D04B5F}" type="pres">
      <dgm:prSet presAssocID="{443A5615-E822-45BF-8071-E0BCE1E61291}" presName="sibTrans" presStyleCnt="0"/>
      <dgm:spPr/>
    </dgm:pt>
    <dgm:pt modelId="{D13853B8-7AD5-430C-B459-D135C56E0ED0}" type="pres">
      <dgm:prSet presAssocID="{0FE13EAC-68F7-4FDA-9153-065E643619F1}" presName="compNode" presStyleCnt="0"/>
      <dgm:spPr/>
    </dgm:pt>
    <dgm:pt modelId="{2DAC43A8-C413-4D25-9F6A-8E62B643D626}" type="pres">
      <dgm:prSet presAssocID="{0FE13EAC-68F7-4FDA-9153-065E643619F1}" presName="iconBgRect" presStyleLbl="bgShp" presStyleIdx="1" presStyleCnt="6"/>
      <dgm:spPr/>
    </dgm:pt>
    <dgm:pt modelId="{E3D764A5-AB06-43AF-82E2-AC3A60692D46}" type="pres">
      <dgm:prSet presAssocID="{0FE13EAC-68F7-4FDA-9153-065E643619F1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 Audience"/>
        </a:ext>
      </dgm:extLst>
    </dgm:pt>
    <dgm:pt modelId="{2CE595CF-8B84-4AA1-B2BC-9F4880D0DD73}" type="pres">
      <dgm:prSet presAssocID="{0FE13EAC-68F7-4FDA-9153-065E643619F1}" presName="spaceRect" presStyleCnt="0"/>
      <dgm:spPr/>
    </dgm:pt>
    <dgm:pt modelId="{BF0844CC-7BFF-4107-BBFC-B43CDC2309BC}" type="pres">
      <dgm:prSet presAssocID="{0FE13EAC-68F7-4FDA-9153-065E643619F1}" presName="textRect" presStyleLbl="revTx" presStyleIdx="1" presStyleCnt="6">
        <dgm:presLayoutVars>
          <dgm:chMax val="1"/>
          <dgm:chPref val="1"/>
        </dgm:presLayoutVars>
      </dgm:prSet>
      <dgm:spPr/>
    </dgm:pt>
    <dgm:pt modelId="{5D517A29-FE82-4C08-A5CB-D07555804556}" type="pres">
      <dgm:prSet presAssocID="{2ED40574-794C-4940-A95E-CD35176E0E6C}" presName="sibTrans" presStyleCnt="0"/>
      <dgm:spPr/>
    </dgm:pt>
    <dgm:pt modelId="{6226A5F8-2772-4E13-87FC-C108FFFB58EC}" type="pres">
      <dgm:prSet presAssocID="{9B74E9E8-4B72-40E8-AE7D-2DA473DE9DB4}" presName="compNode" presStyleCnt="0"/>
      <dgm:spPr/>
    </dgm:pt>
    <dgm:pt modelId="{3560E8D7-E76A-4B6D-8343-67304C75456A}" type="pres">
      <dgm:prSet presAssocID="{9B74E9E8-4B72-40E8-AE7D-2DA473DE9DB4}" presName="iconBgRect" presStyleLbl="bgShp" presStyleIdx="2" presStyleCnt="6"/>
      <dgm:spPr/>
    </dgm:pt>
    <dgm:pt modelId="{21A2DDEE-F98B-4735-8A63-C32D94F20AAF}" type="pres">
      <dgm:prSet presAssocID="{9B74E9E8-4B72-40E8-AE7D-2DA473DE9DB4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struction Worker"/>
        </a:ext>
      </dgm:extLst>
    </dgm:pt>
    <dgm:pt modelId="{8A855EA6-5D89-4D8A-8193-FD29DE6D5229}" type="pres">
      <dgm:prSet presAssocID="{9B74E9E8-4B72-40E8-AE7D-2DA473DE9DB4}" presName="spaceRect" presStyleCnt="0"/>
      <dgm:spPr/>
    </dgm:pt>
    <dgm:pt modelId="{8372966E-CE64-44C1-8D74-F8DA442929D4}" type="pres">
      <dgm:prSet presAssocID="{9B74E9E8-4B72-40E8-AE7D-2DA473DE9DB4}" presName="textRect" presStyleLbl="revTx" presStyleIdx="2" presStyleCnt="6">
        <dgm:presLayoutVars>
          <dgm:chMax val="1"/>
          <dgm:chPref val="1"/>
        </dgm:presLayoutVars>
      </dgm:prSet>
      <dgm:spPr/>
    </dgm:pt>
    <dgm:pt modelId="{53BF2ECB-D386-4B43-84E9-49EB7144F434}" type="pres">
      <dgm:prSet presAssocID="{7D19CAF3-9EC6-413C-97B9-47776472859A}" presName="sibTrans" presStyleCnt="0"/>
      <dgm:spPr/>
    </dgm:pt>
    <dgm:pt modelId="{D9C1A35A-0625-4299-A92E-1DC8F8496631}" type="pres">
      <dgm:prSet presAssocID="{49D53C8D-5E75-49B3-9D03-7B93989399D0}" presName="compNode" presStyleCnt="0"/>
      <dgm:spPr/>
    </dgm:pt>
    <dgm:pt modelId="{8A86BABD-3305-4C0B-A6EF-B692E97DE5FD}" type="pres">
      <dgm:prSet presAssocID="{49D53C8D-5E75-49B3-9D03-7B93989399D0}" presName="iconBgRect" presStyleLbl="bgShp" presStyleIdx="3" presStyleCnt="6"/>
      <dgm:spPr/>
    </dgm:pt>
    <dgm:pt modelId="{3B1AB9AB-22E8-490D-A4BF-34E5AC679CE9}" type="pres">
      <dgm:prSet presAssocID="{49D53C8D-5E75-49B3-9D03-7B93989399D0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F7E882FB-D9E9-4327-8515-206944DC46D6}" type="pres">
      <dgm:prSet presAssocID="{49D53C8D-5E75-49B3-9D03-7B93989399D0}" presName="spaceRect" presStyleCnt="0"/>
      <dgm:spPr/>
    </dgm:pt>
    <dgm:pt modelId="{30BADD99-E0DB-4A73-9541-5F7AD02457CA}" type="pres">
      <dgm:prSet presAssocID="{49D53C8D-5E75-49B3-9D03-7B93989399D0}" presName="textRect" presStyleLbl="revTx" presStyleIdx="3" presStyleCnt="6">
        <dgm:presLayoutVars>
          <dgm:chMax val="1"/>
          <dgm:chPref val="1"/>
        </dgm:presLayoutVars>
      </dgm:prSet>
      <dgm:spPr/>
    </dgm:pt>
    <dgm:pt modelId="{17E4F8B5-E713-49E8-A805-E0F253EB15CC}" type="pres">
      <dgm:prSet presAssocID="{FA45BF29-5FD7-472E-A5F5-58E11AB47B10}" presName="sibTrans" presStyleCnt="0"/>
      <dgm:spPr/>
    </dgm:pt>
    <dgm:pt modelId="{D91EE8CB-5C06-475A-987B-3ECDDFC4EFC1}" type="pres">
      <dgm:prSet presAssocID="{0BEC6054-B0DD-4757-A09D-26E7B1C324DC}" presName="compNode" presStyleCnt="0"/>
      <dgm:spPr/>
    </dgm:pt>
    <dgm:pt modelId="{6F5963C1-E60F-4CA8-B352-A1C079B7691E}" type="pres">
      <dgm:prSet presAssocID="{0BEC6054-B0DD-4757-A09D-26E7B1C324DC}" presName="iconBgRect" presStyleLbl="bgShp" presStyleIdx="4" presStyleCnt="6"/>
      <dgm:spPr/>
    </dgm:pt>
    <dgm:pt modelId="{9676D63C-B4F2-43E2-B08C-91BBEF8A5B1C}" type="pres">
      <dgm:prSet presAssocID="{0BEC6054-B0DD-4757-A09D-26E7B1C324DC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7AF5C97B-53CD-4A24-B082-09969381D592}" type="pres">
      <dgm:prSet presAssocID="{0BEC6054-B0DD-4757-A09D-26E7B1C324DC}" presName="spaceRect" presStyleCnt="0"/>
      <dgm:spPr/>
    </dgm:pt>
    <dgm:pt modelId="{6CF0CA37-2554-4EE3-BFEA-DF9CD344A7B8}" type="pres">
      <dgm:prSet presAssocID="{0BEC6054-B0DD-4757-A09D-26E7B1C324DC}" presName="textRect" presStyleLbl="revTx" presStyleIdx="4" presStyleCnt="6">
        <dgm:presLayoutVars>
          <dgm:chMax val="1"/>
          <dgm:chPref val="1"/>
        </dgm:presLayoutVars>
      </dgm:prSet>
      <dgm:spPr/>
    </dgm:pt>
    <dgm:pt modelId="{2CC44CDC-733B-4E9B-B1FB-A430D08B6667}" type="pres">
      <dgm:prSet presAssocID="{0498F28C-4862-4E63-86DD-2EFE74B3EBD4}" presName="sibTrans" presStyleCnt="0"/>
      <dgm:spPr/>
    </dgm:pt>
    <dgm:pt modelId="{CCF12384-0317-486F-A228-5804DD4455E6}" type="pres">
      <dgm:prSet presAssocID="{CDFD2570-7DEB-49D4-B064-6749D7A1A16A}" presName="compNode" presStyleCnt="0"/>
      <dgm:spPr/>
    </dgm:pt>
    <dgm:pt modelId="{08BBA122-CF7E-43F3-BCE6-A8C8D15B00A3}" type="pres">
      <dgm:prSet presAssocID="{CDFD2570-7DEB-49D4-B064-6749D7A1A16A}" presName="iconBgRect" presStyleLbl="bgShp" presStyleIdx="5" presStyleCnt="6"/>
      <dgm:spPr/>
    </dgm:pt>
    <dgm:pt modelId="{BCEDB0F7-330E-4C60-B9CA-B247E6139455}" type="pres">
      <dgm:prSet presAssocID="{CDFD2570-7DEB-49D4-B064-6749D7A1A16A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124DC867-D582-45A1-A7E6-3E0B0B40DF3F}" type="pres">
      <dgm:prSet presAssocID="{CDFD2570-7DEB-49D4-B064-6749D7A1A16A}" presName="spaceRect" presStyleCnt="0"/>
      <dgm:spPr/>
    </dgm:pt>
    <dgm:pt modelId="{32ECB202-10FA-4976-84F9-C8DA4E3F570B}" type="pres">
      <dgm:prSet presAssocID="{CDFD2570-7DEB-49D4-B064-6749D7A1A16A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04334B13-8B67-4CA2-97D7-8EFF9D3E930D}" type="presOf" srcId="{B7114CEE-DE61-401B-B5A8-6372BA42C93B}" destId="{D72E5899-31A2-4FB7-A918-65E05BBDF255}" srcOrd="0" destOrd="0" presId="urn:microsoft.com/office/officeart/2018/5/layout/IconCircleLabelList"/>
    <dgm:cxn modelId="{8F9E2930-E207-41B5-910C-1A53754FDD26}" srcId="{B7114CEE-DE61-401B-B5A8-6372BA42C93B}" destId="{49D53C8D-5E75-49B3-9D03-7B93989399D0}" srcOrd="3" destOrd="0" parTransId="{D4FFA38C-B08B-444A-8DF6-55A74E54A552}" sibTransId="{FA45BF29-5FD7-472E-A5F5-58E11AB47B10}"/>
    <dgm:cxn modelId="{9A54085E-0E24-4D0E-A581-EDECD09880BB}" srcId="{B7114CEE-DE61-401B-B5A8-6372BA42C93B}" destId="{8111CB0B-B55A-465D-86BB-817FD4C112C8}" srcOrd="0" destOrd="0" parTransId="{A49C42A6-548F-4E5F-AC13-6D2DDEDFE257}" sibTransId="{443A5615-E822-45BF-8071-E0BCE1E61291}"/>
    <dgm:cxn modelId="{23558864-C057-425B-880B-18D3EB0B194C}" srcId="{B7114CEE-DE61-401B-B5A8-6372BA42C93B}" destId="{9B74E9E8-4B72-40E8-AE7D-2DA473DE9DB4}" srcOrd="2" destOrd="0" parTransId="{EF514D22-06EF-4460-8CCA-E00843A0BA96}" sibTransId="{7D19CAF3-9EC6-413C-97B9-47776472859A}"/>
    <dgm:cxn modelId="{378A1E6B-E10C-4900-BB78-CA041C9981FE}" type="presOf" srcId="{0FE13EAC-68F7-4FDA-9153-065E643619F1}" destId="{BF0844CC-7BFF-4107-BBFC-B43CDC2309BC}" srcOrd="0" destOrd="0" presId="urn:microsoft.com/office/officeart/2018/5/layout/IconCircleLabelList"/>
    <dgm:cxn modelId="{BD2AAC4E-DA19-4146-B2FF-0CDD687D533B}" type="presOf" srcId="{9B74E9E8-4B72-40E8-AE7D-2DA473DE9DB4}" destId="{8372966E-CE64-44C1-8D74-F8DA442929D4}" srcOrd="0" destOrd="0" presId="urn:microsoft.com/office/officeart/2018/5/layout/IconCircleLabelList"/>
    <dgm:cxn modelId="{3AF613A2-F18E-4C0A-AF27-79CE88C17154}" type="presOf" srcId="{0BEC6054-B0DD-4757-A09D-26E7B1C324DC}" destId="{6CF0CA37-2554-4EE3-BFEA-DF9CD344A7B8}" srcOrd="0" destOrd="0" presId="urn:microsoft.com/office/officeart/2018/5/layout/IconCircleLabelList"/>
    <dgm:cxn modelId="{5BD5FCB8-9AEF-49B7-9F93-A51A7417BC61}" type="presOf" srcId="{8111CB0B-B55A-465D-86BB-817FD4C112C8}" destId="{CF642A04-944B-487E-B8A7-53629F3F61FB}" srcOrd="0" destOrd="0" presId="urn:microsoft.com/office/officeart/2018/5/layout/IconCircleLabelList"/>
    <dgm:cxn modelId="{0C3C24C0-F197-4935-9478-F751F51385E2}" srcId="{B7114CEE-DE61-401B-B5A8-6372BA42C93B}" destId="{0FE13EAC-68F7-4FDA-9153-065E643619F1}" srcOrd="1" destOrd="0" parTransId="{6004930B-D698-4C29-BEF2-4473BEA34AF9}" sibTransId="{2ED40574-794C-4940-A95E-CD35176E0E6C}"/>
    <dgm:cxn modelId="{C7F155CD-D9E7-403F-AF7B-B525E4E6655E}" srcId="{B7114CEE-DE61-401B-B5A8-6372BA42C93B}" destId="{CDFD2570-7DEB-49D4-B064-6749D7A1A16A}" srcOrd="5" destOrd="0" parTransId="{3904C900-A23F-4A68-A377-D96FE17BA99B}" sibTransId="{6C8E172C-5E57-4395-9D11-899CF8B96019}"/>
    <dgm:cxn modelId="{2C8B6CE1-4E8A-4F3B-B368-0842C88B0A69}" type="presOf" srcId="{49D53C8D-5E75-49B3-9D03-7B93989399D0}" destId="{30BADD99-E0DB-4A73-9541-5F7AD02457CA}" srcOrd="0" destOrd="0" presId="urn:microsoft.com/office/officeart/2018/5/layout/IconCircleLabelList"/>
    <dgm:cxn modelId="{CB847FF2-BBBF-411C-9925-C2DA13895A1B}" type="presOf" srcId="{CDFD2570-7DEB-49D4-B064-6749D7A1A16A}" destId="{32ECB202-10FA-4976-84F9-C8DA4E3F570B}" srcOrd="0" destOrd="0" presId="urn:microsoft.com/office/officeart/2018/5/layout/IconCircleLabelList"/>
    <dgm:cxn modelId="{F4AEB2F6-88CE-431E-9909-659870ECE2C3}" srcId="{B7114CEE-DE61-401B-B5A8-6372BA42C93B}" destId="{0BEC6054-B0DD-4757-A09D-26E7B1C324DC}" srcOrd="4" destOrd="0" parTransId="{A237CC54-37DD-4053-9027-7E0868545F29}" sibTransId="{0498F28C-4862-4E63-86DD-2EFE74B3EBD4}"/>
    <dgm:cxn modelId="{8507D0E3-5266-4219-9FC3-514E63197362}" type="presParOf" srcId="{D72E5899-31A2-4FB7-A918-65E05BBDF255}" destId="{0E4EB1D2-A5AC-47AE-A047-41610D4AFAC4}" srcOrd="0" destOrd="0" presId="urn:microsoft.com/office/officeart/2018/5/layout/IconCircleLabelList"/>
    <dgm:cxn modelId="{B3DB5FDF-63E7-493F-BA36-EC64679EAB95}" type="presParOf" srcId="{0E4EB1D2-A5AC-47AE-A047-41610D4AFAC4}" destId="{15751256-CC17-4639-A663-E102128DF58B}" srcOrd="0" destOrd="0" presId="urn:microsoft.com/office/officeart/2018/5/layout/IconCircleLabelList"/>
    <dgm:cxn modelId="{E8DD7BB9-288D-46FF-8493-20F2BCDD9C84}" type="presParOf" srcId="{0E4EB1D2-A5AC-47AE-A047-41610D4AFAC4}" destId="{DB8B5619-E420-4CE6-AFD5-C9741CEA25B1}" srcOrd="1" destOrd="0" presId="urn:microsoft.com/office/officeart/2018/5/layout/IconCircleLabelList"/>
    <dgm:cxn modelId="{EC68BE5E-3AAE-4341-ABD6-C657E82ECBA3}" type="presParOf" srcId="{0E4EB1D2-A5AC-47AE-A047-41610D4AFAC4}" destId="{103CA012-A8D3-4E13-B00A-A0D48ED98EFF}" srcOrd="2" destOrd="0" presId="urn:microsoft.com/office/officeart/2018/5/layout/IconCircleLabelList"/>
    <dgm:cxn modelId="{DD6FC3DA-87B2-4A3C-8088-3291F900A73A}" type="presParOf" srcId="{0E4EB1D2-A5AC-47AE-A047-41610D4AFAC4}" destId="{CF642A04-944B-487E-B8A7-53629F3F61FB}" srcOrd="3" destOrd="0" presId="urn:microsoft.com/office/officeart/2018/5/layout/IconCircleLabelList"/>
    <dgm:cxn modelId="{5DC57A13-91B6-4320-864B-D5A52F6340AF}" type="presParOf" srcId="{D72E5899-31A2-4FB7-A918-65E05BBDF255}" destId="{5E7E891D-8647-407D-B94F-780F37D04B5F}" srcOrd="1" destOrd="0" presId="urn:microsoft.com/office/officeart/2018/5/layout/IconCircleLabelList"/>
    <dgm:cxn modelId="{C1C02268-E300-4FB4-9719-1BE96EB2962A}" type="presParOf" srcId="{D72E5899-31A2-4FB7-A918-65E05BBDF255}" destId="{D13853B8-7AD5-430C-B459-D135C56E0ED0}" srcOrd="2" destOrd="0" presId="urn:microsoft.com/office/officeart/2018/5/layout/IconCircleLabelList"/>
    <dgm:cxn modelId="{352E803C-EC44-4001-9126-C472BC0B9BEB}" type="presParOf" srcId="{D13853B8-7AD5-430C-B459-D135C56E0ED0}" destId="{2DAC43A8-C413-4D25-9F6A-8E62B643D626}" srcOrd="0" destOrd="0" presId="urn:microsoft.com/office/officeart/2018/5/layout/IconCircleLabelList"/>
    <dgm:cxn modelId="{10350663-34E9-413A-B670-4DBCCD9922A2}" type="presParOf" srcId="{D13853B8-7AD5-430C-B459-D135C56E0ED0}" destId="{E3D764A5-AB06-43AF-82E2-AC3A60692D46}" srcOrd="1" destOrd="0" presId="urn:microsoft.com/office/officeart/2018/5/layout/IconCircleLabelList"/>
    <dgm:cxn modelId="{45059256-5500-4D83-BF6C-CF7000EF586B}" type="presParOf" srcId="{D13853B8-7AD5-430C-B459-D135C56E0ED0}" destId="{2CE595CF-8B84-4AA1-B2BC-9F4880D0DD73}" srcOrd="2" destOrd="0" presId="urn:microsoft.com/office/officeart/2018/5/layout/IconCircleLabelList"/>
    <dgm:cxn modelId="{25D3E4A4-B839-44DD-9D80-88839CFD5819}" type="presParOf" srcId="{D13853B8-7AD5-430C-B459-D135C56E0ED0}" destId="{BF0844CC-7BFF-4107-BBFC-B43CDC2309BC}" srcOrd="3" destOrd="0" presId="urn:microsoft.com/office/officeart/2018/5/layout/IconCircleLabelList"/>
    <dgm:cxn modelId="{2756EC14-C28B-4A1F-A237-14CC93BCD37B}" type="presParOf" srcId="{D72E5899-31A2-4FB7-A918-65E05BBDF255}" destId="{5D517A29-FE82-4C08-A5CB-D07555804556}" srcOrd="3" destOrd="0" presId="urn:microsoft.com/office/officeart/2018/5/layout/IconCircleLabelList"/>
    <dgm:cxn modelId="{8BC6DBD2-A008-4670-B1B4-78C02BAC53BF}" type="presParOf" srcId="{D72E5899-31A2-4FB7-A918-65E05BBDF255}" destId="{6226A5F8-2772-4E13-87FC-C108FFFB58EC}" srcOrd="4" destOrd="0" presId="urn:microsoft.com/office/officeart/2018/5/layout/IconCircleLabelList"/>
    <dgm:cxn modelId="{EF5EEE6A-7FFA-4F62-BE6F-AAB1912A1EF6}" type="presParOf" srcId="{6226A5F8-2772-4E13-87FC-C108FFFB58EC}" destId="{3560E8D7-E76A-4B6D-8343-67304C75456A}" srcOrd="0" destOrd="0" presId="urn:microsoft.com/office/officeart/2018/5/layout/IconCircleLabelList"/>
    <dgm:cxn modelId="{69242677-56E6-4DE1-88C2-D08C1C787817}" type="presParOf" srcId="{6226A5F8-2772-4E13-87FC-C108FFFB58EC}" destId="{21A2DDEE-F98B-4735-8A63-C32D94F20AAF}" srcOrd="1" destOrd="0" presId="urn:microsoft.com/office/officeart/2018/5/layout/IconCircleLabelList"/>
    <dgm:cxn modelId="{885D14DF-BFDC-40F0-AEA0-416CFFD28758}" type="presParOf" srcId="{6226A5F8-2772-4E13-87FC-C108FFFB58EC}" destId="{8A855EA6-5D89-4D8A-8193-FD29DE6D5229}" srcOrd="2" destOrd="0" presId="urn:microsoft.com/office/officeart/2018/5/layout/IconCircleLabelList"/>
    <dgm:cxn modelId="{DB43362A-23AB-4E74-B869-9E45186EA445}" type="presParOf" srcId="{6226A5F8-2772-4E13-87FC-C108FFFB58EC}" destId="{8372966E-CE64-44C1-8D74-F8DA442929D4}" srcOrd="3" destOrd="0" presId="urn:microsoft.com/office/officeart/2018/5/layout/IconCircleLabelList"/>
    <dgm:cxn modelId="{1CCBF416-592D-4B55-BBA2-373BAB003A05}" type="presParOf" srcId="{D72E5899-31A2-4FB7-A918-65E05BBDF255}" destId="{53BF2ECB-D386-4B43-84E9-49EB7144F434}" srcOrd="5" destOrd="0" presId="urn:microsoft.com/office/officeart/2018/5/layout/IconCircleLabelList"/>
    <dgm:cxn modelId="{DBA3D4BE-89F5-4AA1-9CC7-4A583C88EADB}" type="presParOf" srcId="{D72E5899-31A2-4FB7-A918-65E05BBDF255}" destId="{D9C1A35A-0625-4299-A92E-1DC8F8496631}" srcOrd="6" destOrd="0" presId="urn:microsoft.com/office/officeart/2018/5/layout/IconCircleLabelList"/>
    <dgm:cxn modelId="{1ED089CC-5AE4-40D9-9578-69E608FA5926}" type="presParOf" srcId="{D9C1A35A-0625-4299-A92E-1DC8F8496631}" destId="{8A86BABD-3305-4C0B-A6EF-B692E97DE5FD}" srcOrd="0" destOrd="0" presId="urn:microsoft.com/office/officeart/2018/5/layout/IconCircleLabelList"/>
    <dgm:cxn modelId="{3D677F5C-C0AD-4E48-B875-F42DE1C933CF}" type="presParOf" srcId="{D9C1A35A-0625-4299-A92E-1DC8F8496631}" destId="{3B1AB9AB-22E8-490D-A4BF-34E5AC679CE9}" srcOrd="1" destOrd="0" presId="urn:microsoft.com/office/officeart/2018/5/layout/IconCircleLabelList"/>
    <dgm:cxn modelId="{138C6E30-C569-4E8F-A3F9-567C29AC6495}" type="presParOf" srcId="{D9C1A35A-0625-4299-A92E-1DC8F8496631}" destId="{F7E882FB-D9E9-4327-8515-206944DC46D6}" srcOrd="2" destOrd="0" presId="urn:microsoft.com/office/officeart/2018/5/layout/IconCircleLabelList"/>
    <dgm:cxn modelId="{6ED7AD46-EBF5-4BB6-91B2-F1DB1D3E9083}" type="presParOf" srcId="{D9C1A35A-0625-4299-A92E-1DC8F8496631}" destId="{30BADD99-E0DB-4A73-9541-5F7AD02457CA}" srcOrd="3" destOrd="0" presId="urn:microsoft.com/office/officeart/2018/5/layout/IconCircleLabelList"/>
    <dgm:cxn modelId="{765B0C22-CF6D-4D28-AAA5-CAA0EF0DE280}" type="presParOf" srcId="{D72E5899-31A2-4FB7-A918-65E05BBDF255}" destId="{17E4F8B5-E713-49E8-A805-E0F253EB15CC}" srcOrd="7" destOrd="0" presId="urn:microsoft.com/office/officeart/2018/5/layout/IconCircleLabelList"/>
    <dgm:cxn modelId="{705E48AE-009C-44F2-8DD6-10B6A172C8DD}" type="presParOf" srcId="{D72E5899-31A2-4FB7-A918-65E05BBDF255}" destId="{D91EE8CB-5C06-475A-987B-3ECDDFC4EFC1}" srcOrd="8" destOrd="0" presId="urn:microsoft.com/office/officeart/2018/5/layout/IconCircleLabelList"/>
    <dgm:cxn modelId="{E04F2A38-1167-40B5-8E53-66C37545F7BD}" type="presParOf" srcId="{D91EE8CB-5C06-475A-987B-3ECDDFC4EFC1}" destId="{6F5963C1-E60F-4CA8-B352-A1C079B7691E}" srcOrd="0" destOrd="0" presId="urn:microsoft.com/office/officeart/2018/5/layout/IconCircleLabelList"/>
    <dgm:cxn modelId="{E38A65DC-2AC7-48FA-A6BB-4E537992D8F9}" type="presParOf" srcId="{D91EE8CB-5C06-475A-987B-3ECDDFC4EFC1}" destId="{9676D63C-B4F2-43E2-B08C-91BBEF8A5B1C}" srcOrd="1" destOrd="0" presId="urn:microsoft.com/office/officeart/2018/5/layout/IconCircleLabelList"/>
    <dgm:cxn modelId="{7AE8D9D0-AC14-44E2-A35E-13E2246D7722}" type="presParOf" srcId="{D91EE8CB-5C06-475A-987B-3ECDDFC4EFC1}" destId="{7AF5C97B-53CD-4A24-B082-09969381D592}" srcOrd="2" destOrd="0" presId="urn:microsoft.com/office/officeart/2018/5/layout/IconCircleLabelList"/>
    <dgm:cxn modelId="{D41B2A27-9DF3-4F7E-AE5B-D100F5CAF5FE}" type="presParOf" srcId="{D91EE8CB-5C06-475A-987B-3ECDDFC4EFC1}" destId="{6CF0CA37-2554-4EE3-BFEA-DF9CD344A7B8}" srcOrd="3" destOrd="0" presId="urn:microsoft.com/office/officeart/2018/5/layout/IconCircleLabelList"/>
    <dgm:cxn modelId="{9B02C36C-7BE1-4B09-A207-6E2873A9F0BF}" type="presParOf" srcId="{D72E5899-31A2-4FB7-A918-65E05BBDF255}" destId="{2CC44CDC-733B-4E9B-B1FB-A430D08B6667}" srcOrd="9" destOrd="0" presId="urn:microsoft.com/office/officeart/2018/5/layout/IconCircleLabelList"/>
    <dgm:cxn modelId="{CAEBF64F-49BF-47BC-9242-FF6BBC175505}" type="presParOf" srcId="{D72E5899-31A2-4FB7-A918-65E05BBDF255}" destId="{CCF12384-0317-486F-A228-5804DD4455E6}" srcOrd="10" destOrd="0" presId="urn:microsoft.com/office/officeart/2018/5/layout/IconCircleLabelList"/>
    <dgm:cxn modelId="{8EDA061C-6E67-4491-8E91-07206C2BBC8A}" type="presParOf" srcId="{CCF12384-0317-486F-A228-5804DD4455E6}" destId="{08BBA122-CF7E-43F3-BCE6-A8C8D15B00A3}" srcOrd="0" destOrd="0" presId="urn:microsoft.com/office/officeart/2018/5/layout/IconCircleLabelList"/>
    <dgm:cxn modelId="{4E6F33B9-9996-4C86-AE7C-74F4FE70C1F0}" type="presParOf" srcId="{CCF12384-0317-486F-A228-5804DD4455E6}" destId="{BCEDB0F7-330E-4C60-B9CA-B247E6139455}" srcOrd="1" destOrd="0" presId="urn:microsoft.com/office/officeart/2018/5/layout/IconCircleLabelList"/>
    <dgm:cxn modelId="{9E6E6B67-BCEF-4F3E-9956-8030B5CBBFB8}" type="presParOf" srcId="{CCF12384-0317-486F-A228-5804DD4455E6}" destId="{124DC867-D582-45A1-A7E6-3E0B0B40DF3F}" srcOrd="2" destOrd="0" presId="urn:microsoft.com/office/officeart/2018/5/layout/IconCircleLabelList"/>
    <dgm:cxn modelId="{E0C4C6DE-6330-4A73-B62F-A670E645927D}" type="presParOf" srcId="{CCF12384-0317-486F-A228-5804DD4455E6}" destId="{32ECB202-10FA-4976-84F9-C8DA4E3F570B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4AEA1D16-4579-4B07-91A8-CF17DC1031FB}" type="doc">
      <dgm:prSet loTypeId="urn:microsoft.com/office/officeart/2018/2/layout/IconVerticalSolidList" loCatId="icon" qsTypeId="urn:microsoft.com/office/officeart/2005/8/quickstyle/simple3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D6FD7C61-2B34-4FEB-AF84-4D9592CFF8A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 Both breaches exposed CIA vulnerabilities</a:t>
          </a:r>
        </a:p>
      </dgm:t>
    </dgm:pt>
    <dgm:pt modelId="{BACF6C07-D85B-4E68-AE5E-F2C7D0B3D8EC}" type="parTrans" cxnId="{366B9835-21BE-4926-990D-D26EFE2BA1A8}">
      <dgm:prSet/>
      <dgm:spPr/>
      <dgm:t>
        <a:bodyPr/>
        <a:lstStyle/>
        <a:p>
          <a:endParaRPr lang="en-US"/>
        </a:p>
      </dgm:t>
    </dgm:pt>
    <dgm:pt modelId="{F0B092EF-8463-4080-B4C9-51304F607480}" type="sibTrans" cxnId="{366B9835-21BE-4926-990D-D26EFE2BA1A8}">
      <dgm:prSet/>
      <dgm:spPr/>
      <dgm:t>
        <a:bodyPr/>
        <a:lstStyle/>
        <a:p>
          <a:endParaRPr lang="en-US"/>
        </a:p>
      </dgm:t>
    </dgm:pt>
    <dgm:pt modelId="{B44F42A6-B052-4BCB-825F-B2B846C57A0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Layered defense is critical</a:t>
          </a:r>
        </a:p>
      </dgm:t>
    </dgm:pt>
    <dgm:pt modelId="{3D2D13B3-3E61-4C3D-9031-481DAB25EC6F}" type="parTrans" cxnId="{BFBF3078-579C-4188-824C-62F2B31710C6}">
      <dgm:prSet/>
      <dgm:spPr/>
      <dgm:t>
        <a:bodyPr/>
        <a:lstStyle/>
        <a:p>
          <a:endParaRPr lang="en-US"/>
        </a:p>
      </dgm:t>
    </dgm:pt>
    <dgm:pt modelId="{FBA313C3-10D4-420F-A05E-A6BABE641E33}" type="sibTrans" cxnId="{BFBF3078-579C-4188-824C-62F2B31710C6}">
      <dgm:prSet/>
      <dgm:spPr/>
      <dgm:t>
        <a:bodyPr/>
        <a:lstStyle/>
        <a:p>
          <a:endParaRPr lang="en-US"/>
        </a:p>
      </dgm:t>
    </dgm:pt>
    <dgm:pt modelId="{65B51D68-DACC-4BD9-BB58-9FEAC9FC0A7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Zero trust is now essential</a:t>
          </a:r>
        </a:p>
      </dgm:t>
    </dgm:pt>
    <dgm:pt modelId="{FC87F9EA-348A-4253-9937-2FCF6A06B856}" type="parTrans" cxnId="{F31E2EE9-D720-4965-9FF5-8267CB6B49B9}">
      <dgm:prSet/>
      <dgm:spPr/>
      <dgm:t>
        <a:bodyPr/>
        <a:lstStyle/>
        <a:p>
          <a:endParaRPr lang="en-US"/>
        </a:p>
      </dgm:t>
    </dgm:pt>
    <dgm:pt modelId="{1EF1555F-C2C6-476F-A963-ED7F61A3B533}" type="sibTrans" cxnId="{F31E2EE9-D720-4965-9FF5-8267CB6B49B9}">
      <dgm:prSet/>
      <dgm:spPr/>
      <dgm:t>
        <a:bodyPr/>
        <a:lstStyle/>
        <a:p>
          <a:endParaRPr lang="en-US"/>
        </a:p>
      </dgm:t>
    </dgm:pt>
    <dgm:pt modelId="{05D5187B-63AD-4FD3-A733-B831CAA24C3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Continuous improvement prevents stagnation</a:t>
          </a:r>
        </a:p>
      </dgm:t>
    </dgm:pt>
    <dgm:pt modelId="{B1ECDEB6-CC9A-40E1-9F0A-C604FB051DA7}" type="parTrans" cxnId="{3B780158-1156-4D14-B581-FD524D06A339}">
      <dgm:prSet/>
      <dgm:spPr/>
      <dgm:t>
        <a:bodyPr/>
        <a:lstStyle/>
        <a:p>
          <a:endParaRPr lang="en-US"/>
        </a:p>
      </dgm:t>
    </dgm:pt>
    <dgm:pt modelId="{F32C2DAE-DC1B-40FD-B15B-C145C1069BD7}" type="sibTrans" cxnId="{3B780158-1156-4D14-B581-FD524D06A339}">
      <dgm:prSet/>
      <dgm:spPr/>
      <dgm:t>
        <a:bodyPr/>
        <a:lstStyle/>
        <a:p>
          <a:endParaRPr lang="en-US"/>
        </a:p>
      </dgm:t>
    </dgm:pt>
    <dgm:pt modelId="{81BB842D-8682-4284-848B-2469B0516AD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Implementation costs are small vs breach losses</a:t>
          </a:r>
        </a:p>
      </dgm:t>
    </dgm:pt>
    <dgm:pt modelId="{6A7BF27D-AA10-4028-8E1D-E967A6F0D5C8}" type="parTrans" cxnId="{850F5F67-9588-4C34-B714-E5D1003AB6EF}">
      <dgm:prSet/>
      <dgm:spPr/>
      <dgm:t>
        <a:bodyPr/>
        <a:lstStyle/>
        <a:p>
          <a:endParaRPr lang="en-US"/>
        </a:p>
      </dgm:t>
    </dgm:pt>
    <dgm:pt modelId="{3B157A2A-CDA0-40F6-8231-31FFF5349AE5}" type="sibTrans" cxnId="{850F5F67-9588-4C34-B714-E5D1003AB6EF}">
      <dgm:prSet/>
      <dgm:spPr/>
      <dgm:t>
        <a:bodyPr/>
        <a:lstStyle/>
        <a:p>
          <a:endParaRPr lang="en-US"/>
        </a:p>
      </dgm:t>
    </dgm:pt>
    <dgm:pt modelId="{A617D4AE-DFFC-4CEF-BE28-B29BA5B2C65B}" type="pres">
      <dgm:prSet presAssocID="{4AEA1D16-4579-4B07-91A8-CF17DC1031FB}" presName="root" presStyleCnt="0">
        <dgm:presLayoutVars>
          <dgm:dir/>
          <dgm:resizeHandles val="exact"/>
        </dgm:presLayoutVars>
      </dgm:prSet>
      <dgm:spPr/>
    </dgm:pt>
    <dgm:pt modelId="{C1C60B83-595F-443D-B1D9-32B1EFBB1EF0}" type="pres">
      <dgm:prSet presAssocID="{D6FD7C61-2B34-4FEB-AF84-4D9592CFF8AD}" presName="compNode" presStyleCnt="0"/>
      <dgm:spPr/>
    </dgm:pt>
    <dgm:pt modelId="{8247E968-2CC9-48FD-886A-F63BE1E5EB4B}" type="pres">
      <dgm:prSet presAssocID="{D6FD7C61-2B34-4FEB-AF84-4D9592CFF8AD}" presName="bgRect" presStyleLbl="bgShp" presStyleIdx="0" presStyleCnt="5"/>
      <dgm:spPr/>
    </dgm:pt>
    <dgm:pt modelId="{2BCC7CEB-DD5D-4885-A3A9-55E027B4FC97}" type="pres">
      <dgm:prSet presAssocID="{D6FD7C61-2B34-4FEB-AF84-4D9592CFF8AD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C277D8C6-5AC6-4D88-B3F0-C7FF41384110}" type="pres">
      <dgm:prSet presAssocID="{D6FD7C61-2B34-4FEB-AF84-4D9592CFF8AD}" presName="spaceRect" presStyleCnt="0"/>
      <dgm:spPr/>
    </dgm:pt>
    <dgm:pt modelId="{2CC3A342-AB61-492D-ABD4-E4AA3D55F39E}" type="pres">
      <dgm:prSet presAssocID="{D6FD7C61-2B34-4FEB-AF84-4D9592CFF8AD}" presName="parTx" presStyleLbl="revTx" presStyleIdx="0" presStyleCnt="5">
        <dgm:presLayoutVars>
          <dgm:chMax val="0"/>
          <dgm:chPref val="0"/>
        </dgm:presLayoutVars>
      </dgm:prSet>
      <dgm:spPr/>
    </dgm:pt>
    <dgm:pt modelId="{DD82EEB1-9C6D-4CEB-81B9-B069F7F0EA39}" type="pres">
      <dgm:prSet presAssocID="{F0B092EF-8463-4080-B4C9-51304F607480}" presName="sibTrans" presStyleCnt="0"/>
      <dgm:spPr/>
    </dgm:pt>
    <dgm:pt modelId="{FB2E5551-CC23-45DF-9E02-5C6FBE00E4F0}" type="pres">
      <dgm:prSet presAssocID="{B44F42A6-B052-4BCB-825F-B2B846C57A08}" presName="compNode" presStyleCnt="0"/>
      <dgm:spPr/>
    </dgm:pt>
    <dgm:pt modelId="{7D035970-4EE3-477B-BD90-439A81AA598B}" type="pres">
      <dgm:prSet presAssocID="{B44F42A6-B052-4BCB-825F-B2B846C57A08}" presName="bgRect" presStyleLbl="bgShp" presStyleIdx="1" presStyleCnt="5"/>
      <dgm:spPr/>
    </dgm:pt>
    <dgm:pt modelId="{6D048FE0-6933-4BFA-B547-726CAFAA0D46}" type="pres">
      <dgm:prSet presAssocID="{B44F42A6-B052-4BCB-825F-B2B846C57A08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F80A3207-EBE5-427A-B81D-11063311F171}" type="pres">
      <dgm:prSet presAssocID="{B44F42A6-B052-4BCB-825F-B2B846C57A08}" presName="spaceRect" presStyleCnt="0"/>
      <dgm:spPr/>
    </dgm:pt>
    <dgm:pt modelId="{D3836FEC-ACCC-49F6-9551-C30AA89E87EB}" type="pres">
      <dgm:prSet presAssocID="{B44F42A6-B052-4BCB-825F-B2B846C57A08}" presName="parTx" presStyleLbl="revTx" presStyleIdx="1" presStyleCnt="5">
        <dgm:presLayoutVars>
          <dgm:chMax val="0"/>
          <dgm:chPref val="0"/>
        </dgm:presLayoutVars>
      </dgm:prSet>
      <dgm:spPr/>
    </dgm:pt>
    <dgm:pt modelId="{D503464C-4FCE-4384-A3A4-5C86AACE243B}" type="pres">
      <dgm:prSet presAssocID="{FBA313C3-10D4-420F-A05E-A6BABE641E33}" presName="sibTrans" presStyleCnt="0"/>
      <dgm:spPr/>
    </dgm:pt>
    <dgm:pt modelId="{1C497B98-9BBD-4CD7-A497-ED17B4F83F8C}" type="pres">
      <dgm:prSet presAssocID="{65B51D68-DACC-4BD9-BB58-9FEAC9FC0A79}" presName="compNode" presStyleCnt="0"/>
      <dgm:spPr/>
    </dgm:pt>
    <dgm:pt modelId="{04B94052-AEC2-4DC4-A96C-E617AA880EFA}" type="pres">
      <dgm:prSet presAssocID="{65B51D68-DACC-4BD9-BB58-9FEAC9FC0A79}" presName="bgRect" presStyleLbl="bgShp" presStyleIdx="2" presStyleCnt="5"/>
      <dgm:spPr/>
    </dgm:pt>
    <dgm:pt modelId="{CCD505F5-BB7A-40E7-93BF-7010F884E3D9}" type="pres">
      <dgm:prSet presAssocID="{65B51D68-DACC-4BD9-BB58-9FEAC9FC0A79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afe"/>
        </a:ext>
      </dgm:extLst>
    </dgm:pt>
    <dgm:pt modelId="{5A68EA77-41E2-4AEA-954F-F47D882231D6}" type="pres">
      <dgm:prSet presAssocID="{65B51D68-DACC-4BD9-BB58-9FEAC9FC0A79}" presName="spaceRect" presStyleCnt="0"/>
      <dgm:spPr/>
    </dgm:pt>
    <dgm:pt modelId="{E26513CB-6255-4A21-9F42-96C9D5D8AE7D}" type="pres">
      <dgm:prSet presAssocID="{65B51D68-DACC-4BD9-BB58-9FEAC9FC0A79}" presName="parTx" presStyleLbl="revTx" presStyleIdx="2" presStyleCnt="5">
        <dgm:presLayoutVars>
          <dgm:chMax val="0"/>
          <dgm:chPref val="0"/>
        </dgm:presLayoutVars>
      </dgm:prSet>
      <dgm:spPr/>
    </dgm:pt>
    <dgm:pt modelId="{FAF77316-20DC-4594-AD33-4B63CBF7F06B}" type="pres">
      <dgm:prSet presAssocID="{1EF1555F-C2C6-476F-A963-ED7F61A3B533}" presName="sibTrans" presStyleCnt="0"/>
      <dgm:spPr/>
    </dgm:pt>
    <dgm:pt modelId="{ACA8D971-7194-44CB-918C-DF12033586F6}" type="pres">
      <dgm:prSet presAssocID="{05D5187B-63AD-4FD3-A733-B831CAA24C38}" presName="compNode" presStyleCnt="0"/>
      <dgm:spPr/>
    </dgm:pt>
    <dgm:pt modelId="{0B1B5B8C-DA58-458F-99CD-8CAE2229D010}" type="pres">
      <dgm:prSet presAssocID="{05D5187B-63AD-4FD3-A733-B831CAA24C38}" presName="bgRect" presStyleLbl="bgShp" presStyleIdx="3" presStyleCnt="5"/>
      <dgm:spPr/>
    </dgm:pt>
    <dgm:pt modelId="{E5140803-D2B3-48BD-8FA9-37CA2997F545}" type="pres">
      <dgm:prSet presAssocID="{05D5187B-63AD-4FD3-A733-B831CAA24C38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epeat"/>
        </a:ext>
      </dgm:extLst>
    </dgm:pt>
    <dgm:pt modelId="{CAF1EB5F-7262-4A06-B338-E6EA024680B1}" type="pres">
      <dgm:prSet presAssocID="{05D5187B-63AD-4FD3-A733-B831CAA24C38}" presName="spaceRect" presStyleCnt="0"/>
      <dgm:spPr/>
    </dgm:pt>
    <dgm:pt modelId="{A9D02F84-1716-47EC-8A6C-C09A89F7D361}" type="pres">
      <dgm:prSet presAssocID="{05D5187B-63AD-4FD3-A733-B831CAA24C38}" presName="parTx" presStyleLbl="revTx" presStyleIdx="3" presStyleCnt="5">
        <dgm:presLayoutVars>
          <dgm:chMax val="0"/>
          <dgm:chPref val="0"/>
        </dgm:presLayoutVars>
      </dgm:prSet>
      <dgm:spPr/>
    </dgm:pt>
    <dgm:pt modelId="{DAA52E0F-624C-487B-BA10-1F3BD8A02379}" type="pres">
      <dgm:prSet presAssocID="{F32C2DAE-DC1B-40FD-B15B-C145C1069BD7}" presName="sibTrans" presStyleCnt="0"/>
      <dgm:spPr/>
    </dgm:pt>
    <dgm:pt modelId="{9E6376B2-3891-4E26-B8F0-32889001375D}" type="pres">
      <dgm:prSet presAssocID="{81BB842D-8682-4284-848B-2469B0516AD6}" presName="compNode" presStyleCnt="0"/>
      <dgm:spPr/>
    </dgm:pt>
    <dgm:pt modelId="{3A6A7F45-7741-4B50-A1F4-A7B47ACFBDAE}" type="pres">
      <dgm:prSet presAssocID="{81BB842D-8682-4284-848B-2469B0516AD6}" presName="bgRect" presStyleLbl="bgShp" presStyleIdx="4" presStyleCnt="5"/>
      <dgm:spPr/>
    </dgm:pt>
    <dgm:pt modelId="{FF961E47-B840-4773-A005-CE64B10E3077}" type="pres">
      <dgm:prSet presAssocID="{81BB842D-8682-4284-848B-2469B0516AD6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78DB2232-3CCC-4FA5-B8E8-1D72038FDBF8}" type="pres">
      <dgm:prSet presAssocID="{81BB842D-8682-4284-848B-2469B0516AD6}" presName="spaceRect" presStyleCnt="0"/>
      <dgm:spPr/>
    </dgm:pt>
    <dgm:pt modelId="{0D5F9EEE-F583-4775-A6E1-8CCDB64E2565}" type="pres">
      <dgm:prSet presAssocID="{81BB842D-8682-4284-848B-2469B0516AD6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6BFCCB14-D74B-48CA-BD5B-C8B8EE445FED}" type="presOf" srcId="{65B51D68-DACC-4BD9-BB58-9FEAC9FC0A79}" destId="{E26513CB-6255-4A21-9F42-96C9D5D8AE7D}" srcOrd="0" destOrd="0" presId="urn:microsoft.com/office/officeart/2018/2/layout/IconVerticalSolidList"/>
    <dgm:cxn modelId="{E186CA16-2DEA-4654-8453-BD541DF4356E}" type="presOf" srcId="{B44F42A6-B052-4BCB-825F-B2B846C57A08}" destId="{D3836FEC-ACCC-49F6-9551-C30AA89E87EB}" srcOrd="0" destOrd="0" presId="urn:microsoft.com/office/officeart/2018/2/layout/IconVerticalSolidList"/>
    <dgm:cxn modelId="{C5B9F21B-C9CB-448A-A6EC-032F1DFEAE10}" type="presOf" srcId="{4AEA1D16-4579-4B07-91A8-CF17DC1031FB}" destId="{A617D4AE-DFFC-4CEF-BE28-B29BA5B2C65B}" srcOrd="0" destOrd="0" presId="urn:microsoft.com/office/officeart/2018/2/layout/IconVerticalSolidList"/>
    <dgm:cxn modelId="{366B9835-21BE-4926-990D-D26EFE2BA1A8}" srcId="{4AEA1D16-4579-4B07-91A8-CF17DC1031FB}" destId="{D6FD7C61-2B34-4FEB-AF84-4D9592CFF8AD}" srcOrd="0" destOrd="0" parTransId="{BACF6C07-D85B-4E68-AE5E-F2C7D0B3D8EC}" sibTransId="{F0B092EF-8463-4080-B4C9-51304F607480}"/>
    <dgm:cxn modelId="{850F5F67-9588-4C34-B714-E5D1003AB6EF}" srcId="{4AEA1D16-4579-4B07-91A8-CF17DC1031FB}" destId="{81BB842D-8682-4284-848B-2469B0516AD6}" srcOrd="4" destOrd="0" parTransId="{6A7BF27D-AA10-4028-8E1D-E967A6F0D5C8}" sibTransId="{3B157A2A-CDA0-40F6-8231-31FFF5349AE5}"/>
    <dgm:cxn modelId="{3B780158-1156-4D14-B581-FD524D06A339}" srcId="{4AEA1D16-4579-4B07-91A8-CF17DC1031FB}" destId="{05D5187B-63AD-4FD3-A733-B831CAA24C38}" srcOrd="3" destOrd="0" parTransId="{B1ECDEB6-CC9A-40E1-9F0A-C604FB051DA7}" sibTransId="{F32C2DAE-DC1B-40FD-B15B-C145C1069BD7}"/>
    <dgm:cxn modelId="{BFBF3078-579C-4188-824C-62F2B31710C6}" srcId="{4AEA1D16-4579-4B07-91A8-CF17DC1031FB}" destId="{B44F42A6-B052-4BCB-825F-B2B846C57A08}" srcOrd="1" destOrd="0" parTransId="{3D2D13B3-3E61-4C3D-9031-481DAB25EC6F}" sibTransId="{FBA313C3-10D4-420F-A05E-A6BABE641E33}"/>
    <dgm:cxn modelId="{1FCF7581-4616-48E3-B592-D6EF6AFC7982}" type="presOf" srcId="{81BB842D-8682-4284-848B-2469B0516AD6}" destId="{0D5F9EEE-F583-4775-A6E1-8CCDB64E2565}" srcOrd="0" destOrd="0" presId="urn:microsoft.com/office/officeart/2018/2/layout/IconVerticalSolidList"/>
    <dgm:cxn modelId="{95793CA6-9534-4AB4-8EB8-0F925F5E6154}" type="presOf" srcId="{D6FD7C61-2B34-4FEB-AF84-4D9592CFF8AD}" destId="{2CC3A342-AB61-492D-ABD4-E4AA3D55F39E}" srcOrd="0" destOrd="0" presId="urn:microsoft.com/office/officeart/2018/2/layout/IconVerticalSolidList"/>
    <dgm:cxn modelId="{5EE0B0B3-F6F9-4222-9279-C623FF8DCE0D}" type="presOf" srcId="{05D5187B-63AD-4FD3-A733-B831CAA24C38}" destId="{A9D02F84-1716-47EC-8A6C-C09A89F7D361}" srcOrd="0" destOrd="0" presId="urn:microsoft.com/office/officeart/2018/2/layout/IconVerticalSolidList"/>
    <dgm:cxn modelId="{F31E2EE9-D720-4965-9FF5-8267CB6B49B9}" srcId="{4AEA1D16-4579-4B07-91A8-CF17DC1031FB}" destId="{65B51D68-DACC-4BD9-BB58-9FEAC9FC0A79}" srcOrd="2" destOrd="0" parTransId="{FC87F9EA-348A-4253-9937-2FCF6A06B856}" sibTransId="{1EF1555F-C2C6-476F-A963-ED7F61A3B533}"/>
    <dgm:cxn modelId="{982CB74A-1196-4BD7-BAB9-4B118CCF6E71}" type="presParOf" srcId="{A617D4AE-DFFC-4CEF-BE28-B29BA5B2C65B}" destId="{C1C60B83-595F-443D-B1D9-32B1EFBB1EF0}" srcOrd="0" destOrd="0" presId="urn:microsoft.com/office/officeart/2018/2/layout/IconVerticalSolidList"/>
    <dgm:cxn modelId="{5B05F4DC-653B-4AE8-AF68-EBC921F21DC8}" type="presParOf" srcId="{C1C60B83-595F-443D-B1D9-32B1EFBB1EF0}" destId="{8247E968-2CC9-48FD-886A-F63BE1E5EB4B}" srcOrd="0" destOrd="0" presId="urn:microsoft.com/office/officeart/2018/2/layout/IconVerticalSolidList"/>
    <dgm:cxn modelId="{D7257FFC-2C40-41FA-AC99-953A8BD7B0B2}" type="presParOf" srcId="{C1C60B83-595F-443D-B1D9-32B1EFBB1EF0}" destId="{2BCC7CEB-DD5D-4885-A3A9-55E027B4FC97}" srcOrd="1" destOrd="0" presId="urn:microsoft.com/office/officeart/2018/2/layout/IconVerticalSolidList"/>
    <dgm:cxn modelId="{75E9981F-95A3-470B-B195-745F14D36918}" type="presParOf" srcId="{C1C60B83-595F-443D-B1D9-32B1EFBB1EF0}" destId="{C277D8C6-5AC6-4D88-B3F0-C7FF41384110}" srcOrd="2" destOrd="0" presId="urn:microsoft.com/office/officeart/2018/2/layout/IconVerticalSolidList"/>
    <dgm:cxn modelId="{F87524ED-AA53-4B58-B5BB-A319EE8591C1}" type="presParOf" srcId="{C1C60B83-595F-443D-B1D9-32B1EFBB1EF0}" destId="{2CC3A342-AB61-492D-ABD4-E4AA3D55F39E}" srcOrd="3" destOrd="0" presId="urn:microsoft.com/office/officeart/2018/2/layout/IconVerticalSolidList"/>
    <dgm:cxn modelId="{D6BAE7B8-82A3-44E4-9EAB-920D0B2FEAAA}" type="presParOf" srcId="{A617D4AE-DFFC-4CEF-BE28-B29BA5B2C65B}" destId="{DD82EEB1-9C6D-4CEB-81B9-B069F7F0EA39}" srcOrd="1" destOrd="0" presId="urn:microsoft.com/office/officeart/2018/2/layout/IconVerticalSolidList"/>
    <dgm:cxn modelId="{58F63ED6-3A3E-4579-BACC-CBB3C62C8A43}" type="presParOf" srcId="{A617D4AE-DFFC-4CEF-BE28-B29BA5B2C65B}" destId="{FB2E5551-CC23-45DF-9E02-5C6FBE00E4F0}" srcOrd="2" destOrd="0" presId="urn:microsoft.com/office/officeart/2018/2/layout/IconVerticalSolidList"/>
    <dgm:cxn modelId="{D9485386-F7C9-4927-82F1-B0B05497B4F4}" type="presParOf" srcId="{FB2E5551-CC23-45DF-9E02-5C6FBE00E4F0}" destId="{7D035970-4EE3-477B-BD90-439A81AA598B}" srcOrd="0" destOrd="0" presId="urn:microsoft.com/office/officeart/2018/2/layout/IconVerticalSolidList"/>
    <dgm:cxn modelId="{1777E226-C915-4BE4-95CF-7E5C23547639}" type="presParOf" srcId="{FB2E5551-CC23-45DF-9E02-5C6FBE00E4F0}" destId="{6D048FE0-6933-4BFA-B547-726CAFAA0D46}" srcOrd="1" destOrd="0" presId="urn:microsoft.com/office/officeart/2018/2/layout/IconVerticalSolidList"/>
    <dgm:cxn modelId="{D69CE5EC-084E-4BB2-B5D2-BF5B49FC03DF}" type="presParOf" srcId="{FB2E5551-CC23-45DF-9E02-5C6FBE00E4F0}" destId="{F80A3207-EBE5-427A-B81D-11063311F171}" srcOrd="2" destOrd="0" presId="urn:microsoft.com/office/officeart/2018/2/layout/IconVerticalSolidList"/>
    <dgm:cxn modelId="{2CBB3067-BE17-45F1-AE31-1FC998BA161C}" type="presParOf" srcId="{FB2E5551-CC23-45DF-9E02-5C6FBE00E4F0}" destId="{D3836FEC-ACCC-49F6-9551-C30AA89E87EB}" srcOrd="3" destOrd="0" presId="urn:microsoft.com/office/officeart/2018/2/layout/IconVerticalSolidList"/>
    <dgm:cxn modelId="{90D1A84C-B08E-4AD2-8CE6-BA320D5C1340}" type="presParOf" srcId="{A617D4AE-DFFC-4CEF-BE28-B29BA5B2C65B}" destId="{D503464C-4FCE-4384-A3A4-5C86AACE243B}" srcOrd="3" destOrd="0" presId="urn:microsoft.com/office/officeart/2018/2/layout/IconVerticalSolidList"/>
    <dgm:cxn modelId="{7A192244-07E7-4068-97FD-34639DF6F242}" type="presParOf" srcId="{A617D4AE-DFFC-4CEF-BE28-B29BA5B2C65B}" destId="{1C497B98-9BBD-4CD7-A497-ED17B4F83F8C}" srcOrd="4" destOrd="0" presId="urn:microsoft.com/office/officeart/2018/2/layout/IconVerticalSolidList"/>
    <dgm:cxn modelId="{E64ABEE8-543B-4A23-9D07-68CF113B4C7F}" type="presParOf" srcId="{1C497B98-9BBD-4CD7-A497-ED17B4F83F8C}" destId="{04B94052-AEC2-4DC4-A96C-E617AA880EFA}" srcOrd="0" destOrd="0" presId="urn:microsoft.com/office/officeart/2018/2/layout/IconVerticalSolidList"/>
    <dgm:cxn modelId="{9F3F159E-268C-4E6A-B164-238EA84E3097}" type="presParOf" srcId="{1C497B98-9BBD-4CD7-A497-ED17B4F83F8C}" destId="{CCD505F5-BB7A-40E7-93BF-7010F884E3D9}" srcOrd="1" destOrd="0" presId="urn:microsoft.com/office/officeart/2018/2/layout/IconVerticalSolidList"/>
    <dgm:cxn modelId="{7FFA6B59-4236-40B1-B3FF-8E92B12E638E}" type="presParOf" srcId="{1C497B98-9BBD-4CD7-A497-ED17B4F83F8C}" destId="{5A68EA77-41E2-4AEA-954F-F47D882231D6}" srcOrd="2" destOrd="0" presId="urn:microsoft.com/office/officeart/2018/2/layout/IconVerticalSolidList"/>
    <dgm:cxn modelId="{B8BD146A-F65C-4DD9-92BA-EB801B463F8C}" type="presParOf" srcId="{1C497B98-9BBD-4CD7-A497-ED17B4F83F8C}" destId="{E26513CB-6255-4A21-9F42-96C9D5D8AE7D}" srcOrd="3" destOrd="0" presId="urn:microsoft.com/office/officeart/2018/2/layout/IconVerticalSolidList"/>
    <dgm:cxn modelId="{DF27D728-49B0-4A66-9B23-DE2503A90682}" type="presParOf" srcId="{A617D4AE-DFFC-4CEF-BE28-B29BA5B2C65B}" destId="{FAF77316-20DC-4594-AD33-4B63CBF7F06B}" srcOrd="5" destOrd="0" presId="urn:microsoft.com/office/officeart/2018/2/layout/IconVerticalSolidList"/>
    <dgm:cxn modelId="{BBD606C9-D490-457C-A991-DB8E5B53A7E5}" type="presParOf" srcId="{A617D4AE-DFFC-4CEF-BE28-B29BA5B2C65B}" destId="{ACA8D971-7194-44CB-918C-DF12033586F6}" srcOrd="6" destOrd="0" presId="urn:microsoft.com/office/officeart/2018/2/layout/IconVerticalSolidList"/>
    <dgm:cxn modelId="{A088A2DF-0792-4C70-A637-1EF4263EE63C}" type="presParOf" srcId="{ACA8D971-7194-44CB-918C-DF12033586F6}" destId="{0B1B5B8C-DA58-458F-99CD-8CAE2229D010}" srcOrd="0" destOrd="0" presId="urn:microsoft.com/office/officeart/2018/2/layout/IconVerticalSolidList"/>
    <dgm:cxn modelId="{94A7FE92-C5C9-4244-B157-2791DC1C8A41}" type="presParOf" srcId="{ACA8D971-7194-44CB-918C-DF12033586F6}" destId="{E5140803-D2B3-48BD-8FA9-37CA2997F545}" srcOrd="1" destOrd="0" presId="urn:microsoft.com/office/officeart/2018/2/layout/IconVerticalSolidList"/>
    <dgm:cxn modelId="{00CF06C6-6208-4A79-99D9-53CB6A0A1CD1}" type="presParOf" srcId="{ACA8D971-7194-44CB-918C-DF12033586F6}" destId="{CAF1EB5F-7262-4A06-B338-E6EA024680B1}" srcOrd="2" destOrd="0" presId="urn:microsoft.com/office/officeart/2018/2/layout/IconVerticalSolidList"/>
    <dgm:cxn modelId="{41FBEB6D-E1A9-4287-9EB1-54A8811CD350}" type="presParOf" srcId="{ACA8D971-7194-44CB-918C-DF12033586F6}" destId="{A9D02F84-1716-47EC-8A6C-C09A89F7D361}" srcOrd="3" destOrd="0" presId="urn:microsoft.com/office/officeart/2018/2/layout/IconVerticalSolidList"/>
    <dgm:cxn modelId="{E266FBD4-B7DD-467F-945C-98FD30E6686B}" type="presParOf" srcId="{A617D4AE-DFFC-4CEF-BE28-B29BA5B2C65B}" destId="{DAA52E0F-624C-487B-BA10-1F3BD8A02379}" srcOrd="7" destOrd="0" presId="urn:microsoft.com/office/officeart/2018/2/layout/IconVerticalSolidList"/>
    <dgm:cxn modelId="{5E2B758D-3318-4A3A-B1C9-CDE1EEBAB48E}" type="presParOf" srcId="{A617D4AE-DFFC-4CEF-BE28-B29BA5B2C65B}" destId="{9E6376B2-3891-4E26-B8F0-32889001375D}" srcOrd="8" destOrd="0" presId="urn:microsoft.com/office/officeart/2018/2/layout/IconVerticalSolidList"/>
    <dgm:cxn modelId="{FDCA7B80-EAA4-49E9-9C35-390E89C30190}" type="presParOf" srcId="{9E6376B2-3891-4E26-B8F0-32889001375D}" destId="{3A6A7F45-7741-4B50-A1F4-A7B47ACFBDAE}" srcOrd="0" destOrd="0" presId="urn:microsoft.com/office/officeart/2018/2/layout/IconVerticalSolidList"/>
    <dgm:cxn modelId="{0634CE5E-A06C-40A7-A6D1-A8312AEA301F}" type="presParOf" srcId="{9E6376B2-3891-4E26-B8F0-32889001375D}" destId="{FF961E47-B840-4773-A005-CE64B10E3077}" srcOrd="1" destOrd="0" presId="urn:microsoft.com/office/officeart/2018/2/layout/IconVerticalSolidList"/>
    <dgm:cxn modelId="{F0D4A90F-F157-4014-8FBB-C3424DE8D10E}" type="presParOf" srcId="{9E6376B2-3891-4E26-B8F0-32889001375D}" destId="{78DB2232-3CCC-4FA5-B8E8-1D72038FDBF8}" srcOrd="2" destOrd="0" presId="urn:microsoft.com/office/officeart/2018/2/layout/IconVerticalSolidList"/>
    <dgm:cxn modelId="{77D23B53-FF2F-44C8-8EB9-BADB04D91D61}" type="presParOf" srcId="{9E6376B2-3891-4E26-B8F0-32889001375D}" destId="{0D5F9EEE-F583-4775-A6E1-8CCDB64E256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5C7669-E769-4E52-8B90-999CD7BD1F0E}">
      <dsp:nvSpPr>
        <dsp:cNvPr id="0" name=""/>
        <dsp:cNvSpPr/>
      </dsp:nvSpPr>
      <dsp:spPr>
        <a:xfrm>
          <a:off x="-2076557" y="-321639"/>
          <a:ext cx="2481877" cy="2481877"/>
        </a:xfrm>
        <a:prstGeom prst="blockArc">
          <a:avLst>
            <a:gd name="adj1" fmla="val 18900000"/>
            <a:gd name="adj2" fmla="val 2700000"/>
            <a:gd name="adj3" fmla="val 87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C1F613E-A7CB-4F8A-A44A-678A1E5DC281}">
      <dsp:nvSpPr>
        <dsp:cNvPr id="0" name=""/>
        <dsp:cNvSpPr/>
      </dsp:nvSpPr>
      <dsp:spPr>
        <a:xfrm>
          <a:off x="213095" y="141351"/>
          <a:ext cx="6637297" cy="28285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512" tIns="35560" rIns="35560" bIns="3556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Group-3:</a:t>
          </a:r>
          <a:endParaRPr lang="en-US" sz="1400" kern="1200" dirty="0"/>
        </a:p>
      </dsp:txBody>
      <dsp:txXfrm>
        <a:off x="213095" y="141351"/>
        <a:ext cx="6637297" cy="282850"/>
      </dsp:txXfrm>
    </dsp:sp>
    <dsp:sp modelId="{A43C9279-A00A-411C-A7D5-1C71D66EB504}">
      <dsp:nvSpPr>
        <dsp:cNvPr id="0" name=""/>
        <dsp:cNvSpPr/>
      </dsp:nvSpPr>
      <dsp:spPr>
        <a:xfrm>
          <a:off x="36314" y="105995"/>
          <a:ext cx="353562" cy="3535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41D166-E782-470C-9F55-55141E10DB71}">
      <dsp:nvSpPr>
        <dsp:cNvPr id="0" name=""/>
        <dsp:cNvSpPr/>
      </dsp:nvSpPr>
      <dsp:spPr>
        <a:xfrm>
          <a:off x="375260" y="565700"/>
          <a:ext cx="6475133" cy="28285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512" tIns="35560" rIns="35560" bIns="3556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Lei Chen</a:t>
          </a:r>
          <a:endParaRPr lang="en-US" sz="1400" kern="1200"/>
        </a:p>
      </dsp:txBody>
      <dsp:txXfrm>
        <a:off x="375260" y="565700"/>
        <a:ext cx="6475133" cy="282850"/>
      </dsp:txXfrm>
    </dsp:sp>
    <dsp:sp modelId="{A3BAC5B8-B3DE-47C6-9F9C-F4366F524B5A}">
      <dsp:nvSpPr>
        <dsp:cNvPr id="0" name=""/>
        <dsp:cNvSpPr/>
      </dsp:nvSpPr>
      <dsp:spPr>
        <a:xfrm>
          <a:off x="198478" y="530343"/>
          <a:ext cx="353562" cy="3535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72C828-532B-43D6-85DA-FAD59FF48E6B}">
      <dsp:nvSpPr>
        <dsp:cNvPr id="0" name=""/>
        <dsp:cNvSpPr/>
      </dsp:nvSpPr>
      <dsp:spPr>
        <a:xfrm>
          <a:off x="375260" y="990048"/>
          <a:ext cx="6475133" cy="28285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512" tIns="35560" rIns="35560" bIns="3556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Twinkle Akhilesh Mishra</a:t>
          </a:r>
          <a:endParaRPr lang="en-US" sz="1400" kern="1200" dirty="0"/>
        </a:p>
      </dsp:txBody>
      <dsp:txXfrm>
        <a:off x="375260" y="990048"/>
        <a:ext cx="6475133" cy="282850"/>
      </dsp:txXfrm>
    </dsp:sp>
    <dsp:sp modelId="{DF7A7462-C075-4A79-A3AC-6F17ED242722}">
      <dsp:nvSpPr>
        <dsp:cNvPr id="0" name=""/>
        <dsp:cNvSpPr/>
      </dsp:nvSpPr>
      <dsp:spPr>
        <a:xfrm>
          <a:off x="198478" y="954692"/>
          <a:ext cx="353562" cy="3535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587E39-655E-4033-BC9C-2AFF47808D58}">
      <dsp:nvSpPr>
        <dsp:cNvPr id="0" name=""/>
        <dsp:cNvSpPr/>
      </dsp:nvSpPr>
      <dsp:spPr>
        <a:xfrm>
          <a:off x="213095" y="1414397"/>
          <a:ext cx="6637297" cy="28285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512" tIns="35560" rIns="35560" bIns="3556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RishiKumar </a:t>
          </a:r>
          <a:r>
            <a:rPr lang="en-US" sz="1400" b="1" kern="1200" dirty="0" err="1"/>
            <a:t>Amrutbhai</a:t>
          </a:r>
          <a:r>
            <a:rPr lang="en-US" sz="1400" b="1" kern="1200" dirty="0"/>
            <a:t> Patel</a:t>
          </a:r>
          <a:endParaRPr lang="en-US" sz="1400" kern="1200" dirty="0"/>
        </a:p>
      </dsp:txBody>
      <dsp:txXfrm>
        <a:off x="213095" y="1414397"/>
        <a:ext cx="6637297" cy="282850"/>
      </dsp:txXfrm>
    </dsp:sp>
    <dsp:sp modelId="{BC4292E1-B0C5-40AE-AB69-08FD51FCB020}">
      <dsp:nvSpPr>
        <dsp:cNvPr id="0" name=""/>
        <dsp:cNvSpPr/>
      </dsp:nvSpPr>
      <dsp:spPr>
        <a:xfrm>
          <a:off x="36314" y="1379041"/>
          <a:ext cx="353562" cy="3535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DCF434-6346-4794-B511-365974CDA304}">
      <dsp:nvSpPr>
        <dsp:cNvPr id="0" name=""/>
        <dsp:cNvSpPr/>
      </dsp:nvSpPr>
      <dsp:spPr>
        <a:xfrm>
          <a:off x="468272" y="3745"/>
          <a:ext cx="2171923" cy="1303153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kern="1200" dirty="0"/>
            <a:t>Comparative cybersecurity assessment for</a:t>
          </a:r>
          <a:r>
            <a:rPr lang="en-US" sz="2000" b="1" kern="1200" dirty="0"/>
            <a:t>:</a:t>
          </a:r>
          <a:endParaRPr lang="en-US" sz="2000" kern="1200" dirty="0"/>
        </a:p>
      </dsp:txBody>
      <dsp:txXfrm>
        <a:off x="468272" y="3745"/>
        <a:ext cx="2171923" cy="1303153"/>
      </dsp:txXfrm>
    </dsp:sp>
    <dsp:sp modelId="{56DAA605-B636-491D-9120-510E9E5FB657}">
      <dsp:nvSpPr>
        <dsp:cNvPr id="0" name=""/>
        <dsp:cNvSpPr/>
      </dsp:nvSpPr>
      <dsp:spPr>
        <a:xfrm>
          <a:off x="2857388" y="3745"/>
          <a:ext cx="2171923" cy="1303153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1. Anthem Inc. (Healthcare)</a:t>
          </a:r>
        </a:p>
      </dsp:txBody>
      <dsp:txXfrm>
        <a:off x="2857388" y="3745"/>
        <a:ext cx="2171923" cy="1303153"/>
      </dsp:txXfrm>
    </dsp:sp>
    <dsp:sp modelId="{53269478-DDA8-4B10-B1CC-B68BD58E4F48}">
      <dsp:nvSpPr>
        <dsp:cNvPr id="0" name=""/>
        <dsp:cNvSpPr/>
      </dsp:nvSpPr>
      <dsp:spPr>
        <a:xfrm>
          <a:off x="5246503" y="3745"/>
          <a:ext cx="2171923" cy="1303153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2. SolarWinds (Technology)</a:t>
          </a:r>
        </a:p>
      </dsp:txBody>
      <dsp:txXfrm>
        <a:off x="5246503" y="3745"/>
        <a:ext cx="2171923" cy="1303153"/>
      </dsp:txXfrm>
    </dsp:sp>
    <dsp:sp modelId="{192D395D-3B32-4E5C-AA07-1AA9D9810041}">
      <dsp:nvSpPr>
        <dsp:cNvPr id="0" name=""/>
        <dsp:cNvSpPr/>
      </dsp:nvSpPr>
      <dsp:spPr>
        <a:xfrm>
          <a:off x="468272" y="1524092"/>
          <a:ext cx="2171923" cy="1303153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kern="1200" dirty="0"/>
            <a:t>Breaches analyzed</a:t>
          </a:r>
          <a:r>
            <a:rPr lang="en-US" sz="2000" b="1" kern="1200" dirty="0"/>
            <a:t>:</a:t>
          </a:r>
          <a:endParaRPr lang="en-US" sz="2000" kern="1200" dirty="0"/>
        </a:p>
      </dsp:txBody>
      <dsp:txXfrm>
        <a:off x="468272" y="1524092"/>
        <a:ext cx="2171923" cy="1303153"/>
      </dsp:txXfrm>
    </dsp:sp>
    <dsp:sp modelId="{A39A690F-0C44-4A69-97C8-96469AF1E1D7}">
      <dsp:nvSpPr>
        <dsp:cNvPr id="0" name=""/>
        <dsp:cNvSpPr/>
      </dsp:nvSpPr>
      <dsp:spPr>
        <a:xfrm>
          <a:off x="2857388" y="1524092"/>
          <a:ext cx="2171923" cy="1303153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Anthem: 2015 breach (80M+ records)</a:t>
          </a:r>
        </a:p>
      </dsp:txBody>
      <dsp:txXfrm>
        <a:off x="2857388" y="1524092"/>
        <a:ext cx="2171923" cy="1303153"/>
      </dsp:txXfrm>
    </dsp:sp>
    <dsp:sp modelId="{AFB4DA24-2364-44E4-AA5B-2D019B049266}">
      <dsp:nvSpPr>
        <dsp:cNvPr id="0" name=""/>
        <dsp:cNvSpPr/>
      </dsp:nvSpPr>
      <dsp:spPr>
        <a:xfrm>
          <a:off x="5246503" y="1524092"/>
          <a:ext cx="2171923" cy="1303153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SolarWinds: 2020 SUNBURST supply chain attack</a:t>
          </a:r>
        </a:p>
      </dsp:txBody>
      <dsp:txXfrm>
        <a:off x="5246503" y="1524092"/>
        <a:ext cx="2171923" cy="1303153"/>
      </dsp:txXfrm>
    </dsp:sp>
    <dsp:sp modelId="{EFBD90B2-0EC3-4D4F-864D-044EAF6B1FCA}">
      <dsp:nvSpPr>
        <dsp:cNvPr id="0" name=""/>
        <dsp:cNvSpPr/>
      </dsp:nvSpPr>
      <dsp:spPr>
        <a:xfrm>
          <a:off x="1662830" y="3044438"/>
          <a:ext cx="2171923" cy="1303153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Strategic recommendations aligned with </a:t>
          </a:r>
          <a:r>
            <a:rPr lang="en-US" sz="2000" b="1" kern="1200" dirty="0"/>
            <a:t>CIA triad</a:t>
          </a:r>
        </a:p>
      </dsp:txBody>
      <dsp:txXfrm>
        <a:off x="1662830" y="3044438"/>
        <a:ext cx="2171923" cy="1303153"/>
      </dsp:txXfrm>
    </dsp:sp>
    <dsp:sp modelId="{4BD45F2B-7EDF-4DAE-BCF7-841A6ED45648}">
      <dsp:nvSpPr>
        <dsp:cNvPr id="0" name=""/>
        <dsp:cNvSpPr/>
      </dsp:nvSpPr>
      <dsp:spPr>
        <a:xfrm>
          <a:off x="4051946" y="3044438"/>
          <a:ext cx="2171923" cy="1303153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Implementation timeline &amp; estimated costs provided</a:t>
          </a:r>
        </a:p>
      </dsp:txBody>
      <dsp:txXfrm>
        <a:off x="4051946" y="3044438"/>
        <a:ext cx="2171923" cy="130315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BB572E-F91B-4A1A-979D-6A2C7BE51915}">
      <dsp:nvSpPr>
        <dsp:cNvPr id="0" name=""/>
        <dsp:cNvSpPr/>
      </dsp:nvSpPr>
      <dsp:spPr>
        <a:xfrm>
          <a:off x="0" y="0"/>
          <a:ext cx="4037841" cy="6137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Rebranded as Elevance Health (2022)</a:t>
          </a:r>
        </a:p>
      </dsp:txBody>
      <dsp:txXfrm>
        <a:off x="17977" y="17977"/>
        <a:ext cx="3303710" cy="577827"/>
      </dsp:txXfrm>
    </dsp:sp>
    <dsp:sp modelId="{9B3FE5E0-9FDD-410B-891C-2F1C247814AE}">
      <dsp:nvSpPr>
        <dsp:cNvPr id="0" name=""/>
        <dsp:cNvSpPr/>
      </dsp:nvSpPr>
      <dsp:spPr>
        <a:xfrm>
          <a:off x="301527" y="699029"/>
          <a:ext cx="4037841" cy="6137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45M+ members, $61B+ revenue,                           98,000+ staff</a:t>
          </a:r>
        </a:p>
      </dsp:txBody>
      <dsp:txXfrm>
        <a:off x="319504" y="717006"/>
        <a:ext cx="3301402" cy="577827"/>
      </dsp:txXfrm>
    </dsp:sp>
    <dsp:sp modelId="{924AFEF1-1456-4D25-A530-7D4F6CA24354}">
      <dsp:nvSpPr>
        <dsp:cNvPr id="0" name=""/>
        <dsp:cNvSpPr/>
      </dsp:nvSpPr>
      <dsp:spPr>
        <a:xfrm>
          <a:off x="603054" y="1398058"/>
          <a:ext cx="4037841" cy="6137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Sensitive data managed: PII, PHI, claims</a:t>
          </a:r>
        </a:p>
      </dsp:txBody>
      <dsp:txXfrm>
        <a:off x="621031" y="1416035"/>
        <a:ext cx="3301402" cy="577827"/>
      </dsp:txXfrm>
    </dsp:sp>
    <dsp:sp modelId="{9FD9BBBF-E4C3-4C3C-93F3-D2135AD95E71}">
      <dsp:nvSpPr>
        <dsp:cNvPr id="0" name=""/>
        <dsp:cNvSpPr/>
      </dsp:nvSpPr>
      <dsp:spPr>
        <a:xfrm>
          <a:off x="904581" y="2097087"/>
          <a:ext cx="4037841" cy="6137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Regulatory compliance: HIPAA, HITECH</a:t>
          </a:r>
        </a:p>
      </dsp:txBody>
      <dsp:txXfrm>
        <a:off x="922558" y="2115064"/>
        <a:ext cx="3301402" cy="577827"/>
      </dsp:txXfrm>
    </dsp:sp>
    <dsp:sp modelId="{331C900F-B227-49C4-908B-17D9238E8D8B}">
      <dsp:nvSpPr>
        <dsp:cNvPr id="0" name=""/>
        <dsp:cNvSpPr/>
      </dsp:nvSpPr>
      <dsp:spPr>
        <a:xfrm>
          <a:off x="1206108" y="2796116"/>
          <a:ext cx="4037841" cy="6137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2015 breach due to stolen credentials</a:t>
          </a:r>
        </a:p>
      </dsp:txBody>
      <dsp:txXfrm>
        <a:off x="1224085" y="2814093"/>
        <a:ext cx="3301402" cy="577827"/>
      </dsp:txXfrm>
    </dsp:sp>
    <dsp:sp modelId="{9E2F7603-5A75-4CBE-9FEC-CF4C547B0FB9}">
      <dsp:nvSpPr>
        <dsp:cNvPr id="0" name=""/>
        <dsp:cNvSpPr/>
      </dsp:nvSpPr>
      <dsp:spPr>
        <a:xfrm>
          <a:off x="3638883" y="448401"/>
          <a:ext cx="398958" cy="398958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3728649" y="448401"/>
        <a:ext cx="219426" cy="300216"/>
      </dsp:txXfrm>
    </dsp:sp>
    <dsp:sp modelId="{497F31C8-83DA-41D5-87BD-A3400FB81130}">
      <dsp:nvSpPr>
        <dsp:cNvPr id="0" name=""/>
        <dsp:cNvSpPr/>
      </dsp:nvSpPr>
      <dsp:spPr>
        <a:xfrm>
          <a:off x="3940410" y="1147430"/>
          <a:ext cx="398958" cy="398958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4030176" y="1147430"/>
        <a:ext cx="219426" cy="300216"/>
      </dsp:txXfrm>
    </dsp:sp>
    <dsp:sp modelId="{BF9C417F-9BEF-4F65-8729-F40D5782968C}">
      <dsp:nvSpPr>
        <dsp:cNvPr id="0" name=""/>
        <dsp:cNvSpPr/>
      </dsp:nvSpPr>
      <dsp:spPr>
        <a:xfrm>
          <a:off x="4241937" y="1836230"/>
          <a:ext cx="398958" cy="398958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4331703" y="1836230"/>
        <a:ext cx="219426" cy="300216"/>
      </dsp:txXfrm>
    </dsp:sp>
    <dsp:sp modelId="{56A72175-5022-4E40-95A0-957B348523F2}">
      <dsp:nvSpPr>
        <dsp:cNvPr id="0" name=""/>
        <dsp:cNvSpPr/>
      </dsp:nvSpPr>
      <dsp:spPr>
        <a:xfrm>
          <a:off x="4543464" y="2542078"/>
          <a:ext cx="398958" cy="398958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4633230" y="2542078"/>
        <a:ext cx="219426" cy="30021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2FE9DF-A88D-437D-A1DC-E32DA20F0A5A}">
      <dsp:nvSpPr>
        <dsp:cNvPr id="0" name=""/>
        <dsp:cNvSpPr/>
      </dsp:nvSpPr>
      <dsp:spPr>
        <a:xfrm>
          <a:off x="677283" y="123830"/>
          <a:ext cx="654960" cy="65496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3C1859-9769-45EC-B175-30C7D638D6AD}">
      <dsp:nvSpPr>
        <dsp:cNvPr id="0" name=""/>
        <dsp:cNvSpPr/>
      </dsp:nvSpPr>
      <dsp:spPr>
        <a:xfrm>
          <a:off x="277029" y="997163"/>
          <a:ext cx="1455468" cy="582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Confidentiality: </a:t>
          </a:r>
          <a:r>
            <a:rPr lang="en-US" sz="1400" kern="1200" dirty="0"/>
            <a:t>Protecting access to data</a:t>
          </a:r>
        </a:p>
      </dsp:txBody>
      <dsp:txXfrm>
        <a:off x="277029" y="997163"/>
        <a:ext cx="1455468" cy="582187"/>
      </dsp:txXfrm>
    </dsp:sp>
    <dsp:sp modelId="{FFB220D8-A573-49CC-931E-A73BC9598F25}">
      <dsp:nvSpPr>
        <dsp:cNvPr id="0" name=""/>
        <dsp:cNvSpPr/>
      </dsp:nvSpPr>
      <dsp:spPr>
        <a:xfrm>
          <a:off x="2387458" y="123830"/>
          <a:ext cx="654960" cy="65496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7F84AB-F784-4A18-B7A7-DB11B0D72FA1}">
      <dsp:nvSpPr>
        <dsp:cNvPr id="0" name=""/>
        <dsp:cNvSpPr/>
      </dsp:nvSpPr>
      <dsp:spPr>
        <a:xfrm>
          <a:off x="1987205" y="997163"/>
          <a:ext cx="1455468" cy="582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Integrity</a:t>
          </a:r>
          <a:r>
            <a:rPr lang="en-US" sz="1400" kern="1200" dirty="0"/>
            <a:t>: Preventing unauthorized modifications</a:t>
          </a:r>
        </a:p>
      </dsp:txBody>
      <dsp:txXfrm>
        <a:off x="1987205" y="997163"/>
        <a:ext cx="1455468" cy="582187"/>
      </dsp:txXfrm>
    </dsp:sp>
    <dsp:sp modelId="{C688811A-D5A1-445E-868E-2A3A6C533DB1}">
      <dsp:nvSpPr>
        <dsp:cNvPr id="0" name=""/>
        <dsp:cNvSpPr/>
      </dsp:nvSpPr>
      <dsp:spPr>
        <a:xfrm>
          <a:off x="1532371" y="1943218"/>
          <a:ext cx="654960" cy="65496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15A3B9-C2BA-429E-A93E-CF4A8E323816}">
      <dsp:nvSpPr>
        <dsp:cNvPr id="0" name=""/>
        <dsp:cNvSpPr/>
      </dsp:nvSpPr>
      <dsp:spPr>
        <a:xfrm>
          <a:off x="1132117" y="2816550"/>
          <a:ext cx="1455468" cy="582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Availability</a:t>
          </a:r>
          <a:r>
            <a:rPr lang="en-US" sz="1400" kern="1200" dirty="0"/>
            <a:t>: Ensuring continuous access</a:t>
          </a:r>
        </a:p>
      </dsp:txBody>
      <dsp:txXfrm>
        <a:off x="1132117" y="2816550"/>
        <a:ext cx="1455468" cy="58218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2B1A4D-B32C-42F0-8999-604203C27117}">
      <dsp:nvSpPr>
        <dsp:cNvPr id="0" name=""/>
        <dsp:cNvSpPr/>
      </dsp:nvSpPr>
      <dsp:spPr>
        <a:xfrm>
          <a:off x="0" y="477"/>
          <a:ext cx="436227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16F4D0-EE89-4D6C-81BC-0A6AEB30DD91}">
      <dsp:nvSpPr>
        <dsp:cNvPr id="0" name=""/>
        <dsp:cNvSpPr/>
      </dsp:nvSpPr>
      <dsp:spPr>
        <a:xfrm>
          <a:off x="0" y="477"/>
          <a:ext cx="4362272" cy="4341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Confidentiality</a:t>
          </a:r>
          <a:endParaRPr lang="en-US" sz="1400" kern="1200" dirty="0"/>
        </a:p>
      </dsp:txBody>
      <dsp:txXfrm>
        <a:off x="0" y="477"/>
        <a:ext cx="4362272" cy="434181"/>
      </dsp:txXfrm>
    </dsp:sp>
    <dsp:sp modelId="{816DFDD4-2073-4EC8-8C6D-88E1119B58C5}">
      <dsp:nvSpPr>
        <dsp:cNvPr id="0" name=""/>
        <dsp:cNvSpPr/>
      </dsp:nvSpPr>
      <dsp:spPr>
        <a:xfrm>
          <a:off x="0" y="434658"/>
          <a:ext cx="436227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0D5178-C73F-4FFD-ABF8-ED6010CF10FA}">
      <dsp:nvSpPr>
        <dsp:cNvPr id="0" name=""/>
        <dsp:cNvSpPr/>
      </dsp:nvSpPr>
      <dsp:spPr>
        <a:xfrm>
          <a:off x="0" y="434658"/>
          <a:ext cx="4362272" cy="4341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Strength: AES-256, TLS 1.3, DLP tools</a:t>
          </a:r>
        </a:p>
      </dsp:txBody>
      <dsp:txXfrm>
        <a:off x="0" y="434658"/>
        <a:ext cx="4362272" cy="434181"/>
      </dsp:txXfrm>
    </dsp:sp>
    <dsp:sp modelId="{86FB7371-73C3-475B-A025-061DCD3E77CA}">
      <dsp:nvSpPr>
        <dsp:cNvPr id="0" name=""/>
        <dsp:cNvSpPr/>
      </dsp:nvSpPr>
      <dsp:spPr>
        <a:xfrm>
          <a:off x="0" y="868839"/>
          <a:ext cx="436227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029000-ADD1-46E2-AA49-D3C793A5F02F}">
      <dsp:nvSpPr>
        <dsp:cNvPr id="0" name=""/>
        <dsp:cNvSpPr/>
      </dsp:nvSpPr>
      <dsp:spPr>
        <a:xfrm>
          <a:off x="0" y="868839"/>
          <a:ext cx="4362272" cy="4341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Weakness: Legacy system gaps, overprivileged users</a:t>
          </a:r>
        </a:p>
      </dsp:txBody>
      <dsp:txXfrm>
        <a:off x="0" y="868839"/>
        <a:ext cx="4362272" cy="434181"/>
      </dsp:txXfrm>
    </dsp:sp>
    <dsp:sp modelId="{EC13599C-BC74-45A4-9A3C-CD074AA9F229}">
      <dsp:nvSpPr>
        <dsp:cNvPr id="0" name=""/>
        <dsp:cNvSpPr/>
      </dsp:nvSpPr>
      <dsp:spPr>
        <a:xfrm>
          <a:off x="0" y="1303021"/>
          <a:ext cx="436227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611058-7F28-4207-895C-926EB02B7D3A}">
      <dsp:nvSpPr>
        <dsp:cNvPr id="0" name=""/>
        <dsp:cNvSpPr/>
      </dsp:nvSpPr>
      <dsp:spPr>
        <a:xfrm>
          <a:off x="0" y="1303021"/>
          <a:ext cx="4362272" cy="4341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Integrity</a:t>
          </a:r>
          <a:endParaRPr lang="en-US" sz="1600" kern="1200" dirty="0"/>
        </a:p>
      </dsp:txBody>
      <dsp:txXfrm>
        <a:off x="0" y="1303021"/>
        <a:ext cx="4362272" cy="434181"/>
      </dsp:txXfrm>
    </dsp:sp>
    <dsp:sp modelId="{3211A833-5EEE-4131-9F46-1D4D4A9B0B40}">
      <dsp:nvSpPr>
        <dsp:cNvPr id="0" name=""/>
        <dsp:cNvSpPr/>
      </dsp:nvSpPr>
      <dsp:spPr>
        <a:xfrm>
          <a:off x="0" y="1737202"/>
          <a:ext cx="436227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ADD9C0-D700-4B1E-A18F-D81A386780F0}">
      <dsp:nvSpPr>
        <dsp:cNvPr id="0" name=""/>
        <dsp:cNvSpPr/>
      </dsp:nvSpPr>
      <dsp:spPr>
        <a:xfrm>
          <a:off x="0" y="1737202"/>
          <a:ext cx="4362272" cy="4341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Strength: Checksums, access audit logs</a:t>
          </a:r>
        </a:p>
      </dsp:txBody>
      <dsp:txXfrm>
        <a:off x="0" y="1737202"/>
        <a:ext cx="4362272" cy="434181"/>
      </dsp:txXfrm>
    </dsp:sp>
    <dsp:sp modelId="{B30BFF30-D952-41F1-A23C-8F6DB363448C}">
      <dsp:nvSpPr>
        <dsp:cNvPr id="0" name=""/>
        <dsp:cNvSpPr/>
      </dsp:nvSpPr>
      <dsp:spPr>
        <a:xfrm>
          <a:off x="0" y="2171384"/>
          <a:ext cx="436227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5BDD2B-3768-4DE1-8488-C4BE5CB8160C}">
      <dsp:nvSpPr>
        <dsp:cNvPr id="0" name=""/>
        <dsp:cNvSpPr/>
      </dsp:nvSpPr>
      <dsp:spPr>
        <a:xfrm>
          <a:off x="0" y="2171384"/>
          <a:ext cx="4362272" cy="4341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Weakness: Incomplete signature validation</a:t>
          </a:r>
        </a:p>
      </dsp:txBody>
      <dsp:txXfrm>
        <a:off x="0" y="2171384"/>
        <a:ext cx="4362272" cy="434181"/>
      </dsp:txXfrm>
    </dsp:sp>
    <dsp:sp modelId="{0A756746-1345-4E97-A7A7-5BB9A281DF36}">
      <dsp:nvSpPr>
        <dsp:cNvPr id="0" name=""/>
        <dsp:cNvSpPr/>
      </dsp:nvSpPr>
      <dsp:spPr>
        <a:xfrm>
          <a:off x="0" y="2605565"/>
          <a:ext cx="436227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29A2F4-4D2A-407E-9752-B83F71D0DE78}">
      <dsp:nvSpPr>
        <dsp:cNvPr id="0" name=""/>
        <dsp:cNvSpPr/>
      </dsp:nvSpPr>
      <dsp:spPr>
        <a:xfrm>
          <a:off x="0" y="2605565"/>
          <a:ext cx="4362272" cy="4341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Availability</a:t>
          </a:r>
          <a:endParaRPr lang="en-US" sz="1600" kern="1200" dirty="0"/>
        </a:p>
      </dsp:txBody>
      <dsp:txXfrm>
        <a:off x="0" y="2605565"/>
        <a:ext cx="4362272" cy="434181"/>
      </dsp:txXfrm>
    </dsp:sp>
    <dsp:sp modelId="{C145112B-3C06-444E-9F72-2FF33927492C}">
      <dsp:nvSpPr>
        <dsp:cNvPr id="0" name=""/>
        <dsp:cNvSpPr/>
      </dsp:nvSpPr>
      <dsp:spPr>
        <a:xfrm>
          <a:off x="0" y="3039747"/>
          <a:ext cx="436227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85DDA5-FFE0-47C2-A108-9B41B53324CD}">
      <dsp:nvSpPr>
        <dsp:cNvPr id="0" name=""/>
        <dsp:cNvSpPr/>
      </dsp:nvSpPr>
      <dsp:spPr>
        <a:xfrm>
          <a:off x="0" y="3039747"/>
          <a:ext cx="4362272" cy="4341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Strength: Redundant DCs, regular backups</a:t>
          </a:r>
        </a:p>
      </dsp:txBody>
      <dsp:txXfrm>
        <a:off x="0" y="3039747"/>
        <a:ext cx="4362272" cy="434181"/>
      </dsp:txXfrm>
    </dsp:sp>
    <dsp:sp modelId="{87F8E092-6CBC-4708-938B-C7AC0EEF8E66}">
      <dsp:nvSpPr>
        <dsp:cNvPr id="0" name=""/>
        <dsp:cNvSpPr/>
      </dsp:nvSpPr>
      <dsp:spPr>
        <a:xfrm>
          <a:off x="0" y="3473928"/>
          <a:ext cx="436227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825DA2-DAED-4127-9C89-1249CBA2B8C6}">
      <dsp:nvSpPr>
        <dsp:cNvPr id="0" name=""/>
        <dsp:cNvSpPr/>
      </dsp:nvSpPr>
      <dsp:spPr>
        <a:xfrm>
          <a:off x="0" y="3473928"/>
          <a:ext cx="4362272" cy="4341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Weakness: Weak DDoS defense, limited DR drills</a:t>
          </a:r>
        </a:p>
      </dsp:txBody>
      <dsp:txXfrm>
        <a:off x="0" y="3473928"/>
        <a:ext cx="4362272" cy="43418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2B1A4D-B32C-42F0-8999-604203C27117}">
      <dsp:nvSpPr>
        <dsp:cNvPr id="0" name=""/>
        <dsp:cNvSpPr/>
      </dsp:nvSpPr>
      <dsp:spPr>
        <a:xfrm>
          <a:off x="0" y="477"/>
          <a:ext cx="436227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16F4D0-EE89-4D6C-81BC-0A6AEB30DD91}">
      <dsp:nvSpPr>
        <dsp:cNvPr id="0" name=""/>
        <dsp:cNvSpPr/>
      </dsp:nvSpPr>
      <dsp:spPr>
        <a:xfrm>
          <a:off x="0" y="477"/>
          <a:ext cx="4362272" cy="4341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Confidentiality</a:t>
          </a:r>
          <a:endParaRPr lang="en-US" sz="1400" kern="1200" dirty="0"/>
        </a:p>
      </dsp:txBody>
      <dsp:txXfrm>
        <a:off x="0" y="477"/>
        <a:ext cx="4362272" cy="434181"/>
      </dsp:txXfrm>
    </dsp:sp>
    <dsp:sp modelId="{816DFDD4-2073-4EC8-8C6D-88E1119B58C5}">
      <dsp:nvSpPr>
        <dsp:cNvPr id="0" name=""/>
        <dsp:cNvSpPr/>
      </dsp:nvSpPr>
      <dsp:spPr>
        <a:xfrm>
          <a:off x="0" y="434658"/>
          <a:ext cx="436227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0D5178-C73F-4FFD-ABF8-ED6010CF10FA}">
      <dsp:nvSpPr>
        <dsp:cNvPr id="0" name=""/>
        <dsp:cNvSpPr/>
      </dsp:nvSpPr>
      <dsp:spPr>
        <a:xfrm>
          <a:off x="0" y="434658"/>
          <a:ext cx="4362272" cy="4341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Strength: TLS, network segmentation</a:t>
          </a:r>
        </a:p>
      </dsp:txBody>
      <dsp:txXfrm>
        <a:off x="0" y="434658"/>
        <a:ext cx="4362272" cy="434181"/>
      </dsp:txXfrm>
    </dsp:sp>
    <dsp:sp modelId="{86FB7371-73C3-475B-A025-061DCD3E77CA}">
      <dsp:nvSpPr>
        <dsp:cNvPr id="0" name=""/>
        <dsp:cNvSpPr/>
      </dsp:nvSpPr>
      <dsp:spPr>
        <a:xfrm>
          <a:off x="0" y="868839"/>
          <a:ext cx="436227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029000-ADD1-46E2-AA49-D3C793A5F02F}">
      <dsp:nvSpPr>
        <dsp:cNvPr id="0" name=""/>
        <dsp:cNvSpPr/>
      </dsp:nvSpPr>
      <dsp:spPr>
        <a:xfrm>
          <a:off x="0" y="868839"/>
          <a:ext cx="4362272" cy="4341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Weakness: Incomplete MFA, over-permissioned users</a:t>
          </a:r>
        </a:p>
      </dsp:txBody>
      <dsp:txXfrm>
        <a:off x="0" y="868839"/>
        <a:ext cx="4362272" cy="434181"/>
      </dsp:txXfrm>
    </dsp:sp>
    <dsp:sp modelId="{EC13599C-BC74-45A4-9A3C-CD074AA9F229}">
      <dsp:nvSpPr>
        <dsp:cNvPr id="0" name=""/>
        <dsp:cNvSpPr/>
      </dsp:nvSpPr>
      <dsp:spPr>
        <a:xfrm>
          <a:off x="0" y="1303021"/>
          <a:ext cx="436227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611058-7F28-4207-895C-926EB02B7D3A}">
      <dsp:nvSpPr>
        <dsp:cNvPr id="0" name=""/>
        <dsp:cNvSpPr/>
      </dsp:nvSpPr>
      <dsp:spPr>
        <a:xfrm>
          <a:off x="0" y="1303021"/>
          <a:ext cx="4362272" cy="4341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Integrity</a:t>
          </a:r>
          <a:endParaRPr lang="en-US" sz="1600" kern="1200" dirty="0"/>
        </a:p>
      </dsp:txBody>
      <dsp:txXfrm>
        <a:off x="0" y="1303021"/>
        <a:ext cx="4362272" cy="434181"/>
      </dsp:txXfrm>
    </dsp:sp>
    <dsp:sp modelId="{3211A833-5EEE-4131-9F46-1D4D4A9B0B40}">
      <dsp:nvSpPr>
        <dsp:cNvPr id="0" name=""/>
        <dsp:cNvSpPr/>
      </dsp:nvSpPr>
      <dsp:spPr>
        <a:xfrm>
          <a:off x="0" y="1737202"/>
          <a:ext cx="436227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ADD9C0-D700-4B1E-A18F-D81A386780F0}">
      <dsp:nvSpPr>
        <dsp:cNvPr id="0" name=""/>
        <dsp:cNvSpPr/>
      </dsp:nvSpPr>
      <dsp:spPr>
        <a:xfrm>
          <a:off x="0" y="1737202"/>
          <a:ext cx="4362272" cy="4341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Strength: Commit signing, version control</a:t>
          </a:r>
        </a:p>
      </dsp:txBody>
      <dsp:txXfrm>
        <a:off x="0" y="1737202"/>
        <a:ext cx="4362272" cy="434181"/>
      </dsp:txXfrm>
    </dsp:sp>
    <dsp:sp modelId="{B30BFF30-D952-41F1-A23C-8F6DB363448C}">
      <dsp:nvSpPr>
        <dsp:cNvPr id="0" name=""/>
        <dsp:cNvSpPr/>
      </dsp:nvSpPr>
      <dsp:spPr>
        <a:xfrm>
          <a:off x="0" y="2171384"/>
          <a:ext cx="436227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5BDD2B-3768-4DE1-8488-C4BE5CB8160C}">
      <dsp:nvSpPr>
        <dsp:cNvPr id="0" name=""/>
        <dsp:cNvSpPr/>
      </dsp:nvSpPr>
      <dsp:spPr>
        <a:xfrm>
          <a:off x="0" y="2171384"/>
          <a:ext cx="4362272" cy="4341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Weakness: No reproducible builds, 3rd-party risk</a:t>
          </a:r>
        </a:p>
      </dsp:txBody>
      <dsp:txXfrm>
        <a:off x="0" y="2171384"/>
        <a:ext cx="4362272" cy="434181"/>
      </dsp:txXfrm>
    </dsp:sp>
    <dsp:sp modelId="{0A756746-1345-4E97-A7A7-5BB9A281DF36}">
      <dsp:nvSpPr>
        <dsp:cNvPr id="0" name=""/>
        <dsp:cNvSpPr/>
      </dsp:nvSpPr>
      <dsp:spPr>
        <a:xfrm>
          <a:off x="0" y="2605565"/>
          <a:ext cx="436227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29A2F4-4D2A-407E-9752-B83F71D0DE78}">
      <dsp:nvSpPr>
        <dsp:cNvPr id="0" name=""/>
        <dsp:cNvSpPr/>
      </dsp:nvSpPr>
      <dsp:spPr>
        <a:xfrm>
          <a:off x="0" y="2605565"/>
          <a:ext cx="4362272" cy="4341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Availability</a:t>
          </a:r>
          <a:endParaRPr lang="en-US" sz="1600" kern="1200" dirty="0"/>
        </a:p>
      </dsp:txBody>
      <dsp:txXfrm>
        <a:off x="0" y="2605565"/>
        <a:ext cx="4362272" cy="434181"/>
      </dsp:txXfrm>
    </dsp:sp>
    <dsp:sp modelId="{C145112B-3C06-444E-9F72-2FF33927492C}">
      <dsp:nvSpPr>
        <dsp:cNvPr id="0" name=""/>
        <dsp:cNvSpPr/>
      </dsp:nvSpPr>
      <dsp:spPr>
        <a:xfrm>
          <a:off x="0" y="3039747"/>
          <a:ext cx="436227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85DDA5-FFE0-47C2-A108-9B41B53324CD}">
      <dsp:nvSpPr>
        <dsp:cNvPr id="0" name=""/>
        <dsp:cNvSpPr/>
      </dsp:nvSpPr>
      <dsp:spPr>
        <a:xfrm>
          <a:off x="0" y="3039747"/>
          <a:ext cx="4362272" cy="4341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Strength: Cloud-hosted infra, load balancing</a:t>
          </a:r>
        </a:p>
      </dsp:txBody>
      <dsp:txXfrm>
        <a:off x="0" y="3039747"/>
        <a:ext cx="4362272" cy="434181"/>
      </dsp:txXfrm>
    </dsp:sp>
    <dsp:sp modelId="{87F8E092-6CBC-4708-938B-C7AC0EEF8E66}">
      <dsp:nvSpPr>
        <dsp:cNvPr id="0" name=""/>
        <dsp:cNvSpPr/>
      </dsp:nvSpPr>
      <dsp:spPr>
        <a:xfrm>
          <a:off x="0" y="3473928"/>
          <a:ext cx="436227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825DA2-DAED-4127-9C89-1249CBA2B8C6}">
      <dsp:nvSpPr>
        <dsp:cNvPr id="0" name=""/>
        <dsp:cNvSpPr/>
      </dsp:nvSpPr>
      <dsp:spPr>
        <a:xfrm>
          <a:off x="0" y="3473928"/>
          <a:ext cx="4362272" cy="4341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Weakness: Weak DDoS handling, BCP inconsistencies</a:t>
          </a:r>
        </a:p>
      </dsp:txBody>
      <dsp:txXfrm>
        <a:off x="0" y="3473928"/>
        <a:ext cx="4362272" cy="434181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0B704C-F243-48FC-BDAC-48A58F12C0C2}">
      <dsp:nvSpPr>
        <dsp:cNvPr id="0" name=""/>
        <dsp:cNvSpPr/>
      </dsp:nvSpPr>
      <dsp:spPr>
        <a:xfrm>
          <a:off x="0" y="1197"/>
          <a:ext cx="561406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C5E27E-BE32-4378-B48B-1C1EB4139827}">
      <dsp:nvSpPr>
        <dsp:cNvPr id="0" name=""/>
        <dsp:cNvSpPr/>
      </dsp:nvSpPr>
      <dsp:spPr>
        <a:xfrm>
          <a:off x="0" y="1197"/>
          <a:ext cx="5614060" cy="4083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Integrity Issue</a:t>
          </a:r>
          <a:r>
            <a:rPr lang="en-US" sz="1800" kern="1200" dirty="0"/>
            <a:t>:</a:t>
          </a:r>
        </a:p>
      </dsp:txBody>
      <dsp:txXfrm>
        <a:off x="0" y="1197"/>
        <a:ext cx="5614060" cy="408381"/>
      </dsp:txXfrm>
    </dsp:sp>
    <dsp:sp modelId="{B1DF4AF8-FAAA-4D6E-A8CE-21EECA881BB8}">
      <dsp:nvSpPr>
        <dsp:cNvPr id="0" name=""/>
        <dsp:cNvSpPr/>
      </dsp:nvSpPr>
      <dsp:spPr>
        <a:xfrm>
          <a:off x="0" y="409579"/>
          <a:ext cx="5614060" cy="0"/>
        </a:xfrm>
        <a:prstGeom prst="line">
          <a:avLst/>
        </a:prstGeom>
        <a:solidFill>
          <a:schemeClr val="accent2">
            <a:hueOff val="936304"/>
            <a:satOff val="-1168"/>
            <a:lumOff val="275"/>
            <a:alphaOff val="0"/>
          </a:schemeClr>
        </a:solidFill>
        <a:ln w="25400" cap="flat" cmpd="sng" algn="ctr">
          <a:solidFill>
            <a:schemeClr val="accent2">
              <a:hueOff val="936304"/>
              <a:satOff val="-1168"/>
              <a:lumOff val="27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BEE925-E618-4BE9-BB99-2A1A2B75B184}">
      <dsp:nvSpPr>
        <dsp:cNvPr id="0" name=""/>
        <dsp:cNvSpPr/>
      </dsp:nvSpPr>
      <dsp:spPr>
        <a:xfrm>
          <a:off x="0" y="409579"/>
          <a:ext cx="5614060" cy="4083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Build pipeline lacked tamper-proofing</a:t>
          </a:r>
        </a:p>
      </dsp:txBody>
      <dsp:txXfrm>
        <a:off x="0" y="409579"/>
        <a:ext cx="5614060" cy="408381"/>
      </dsp:txXfrm>
    </dsp:sp>
    <dsp:sp modelId="{39BC454E-549D-4EAD-9747-79ECFD2D80FB}">
      <dsp:nvSpPr>
        <dsp:cNvPr id="0" name=""/>
        <dsp:cNvSpPr/>
      </dsp:nvSpPr>
      <dsp:spPr>
        <a:xfrm>
          <a:off x="0" y="817961"/>
          <a:ext cx="5614060" cy="0"/>
        </a:xfrm>
        <a:prstGeom prst="line">
          <a:avLst/>
        </a:prstGeom>
        <a:solidFill>
          <a:schemeClr val="accent2">
            <a:hueOff val="1872608"/>
            <a:satOff val="-2336"/>
            <a:lumOff val="549"/>
            <a:alphaOff val="0"/>
          </a:schemeClr>
        </a:solidFill>
        <a:ln w="25400" cap="flat" cmpd="sng" algn="ctr">
          <a:solidFill>
            <a:schemeClr val="accent2">
              <a:hueOff val="1872608"/>
              <a:satOff val="-2336"/>
              <a:lumOff val="54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CCD41D-5932-4DF1-A62C-3751F7A2D7E0}">
      <dsp:nvSpPr>
        <dsp:cNvPr id="0" name=""/>
        <dsp:cNvSpPr/>
      </dsp:nvSpPr>
      <dsp:spPr>
        <a:xfrm>
          <a:off x="0" y="817961"/>
          <a:ext cx="5614060" cy="4083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No reproducible builds</a:t>
          </a:r>
        </a:p>
      </dsp:txBody>
      <dsp:txXfrm>
        <a:off x="0" y="817961"/>
        <a:ext cx="5614060" cy="408381"/>
      </dsp:txXfrm>
    </dsp:sp>
    <dsp:sp modelId="{41F93FD2-CE5A-4FD2-B2F9-092AD5B832AC}">
      <dsp:nvSpPr>
        <dsp:cNvPr id="0" name=""/>
        <dsp:cNvSpPr/>
      </dsp:nvSpPr>
      <dsp:spPr>
        <a:xfrm>
          <a:off x="0" y="1226343"/>
          <a:ext cx="5614060" cy="0"/>
        </a:xfrm>
        <a:prstGeom prst="line">
          <a:avLst/>
        </a:prstGeom>
        <a:solidFill>
          <a:schemeClr val="accent2">
            <a:hueOff val="2808911"/>
            <a:satOff val="-3503"/>
            <a:lumOff val="824"/>
            <a:alphaOff val="0"/>
          </a:schemeClr>
        </a:solidFill>
        <a:ln w="25400" cap="flat" cmpd="sng" algn="ctr">
          <a:solidFill>
            <a:schemeClr val="accent2">
              <a:hueOff val="2808911"/>
              <a:satOff val="-3503"/>
              <a:lumOff val="82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E0E2DC-00C5-4933-A465-CBF451C9CC17}">
      <dsp:nvSpPr>
        <dsp:cNvPr id="0" name=""/>
        <dsp:cNvSpPr/>
      </dsp:nvSpPr>
      <dsp:spPr>
        <a:xfrm>
          <a:off x="0" y="1226343"/>
          <a:ext cx="5614060" cy="4083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Confidentiality Issue:</a:t>
          </a:r>
        </a:p>
      </dsp:txBody>
      <dsp:txXfrm>
        <a:off x="0" y="1226343"/>
        <a:ext cx="5614060" cy="408381"/>
      </dsp:txXfrm>
    </dsp:sp>
    <dsp:sp modelId="{656B50C7-CBCF-4252-9A72-905EC7BEE130}">
      <dsp:nvSpPr>
        <dsp:cNvPr id="0" name=""/>
        <dsp:cNvSpPr/>
      </dsp:nvSpPr>
      <dsp:spPr>
        <a:xfrm>
          <a:off x="0" y="1634725"/>
          <a:ext cx="5614060" cy="0"/>
        </a:xfrm>
        <a:prstGeom prst="line">
          <a:avLst/>
        </a:prstGeom>
        <a:solidFill>
          <a:schemeClr val="accent2">
            <a:hueOff val="3745215"/>
            <a:satOff val="-4671"/>
            <a:lumOff val="1098"/>
            <a:alphaOff val="0"/>
          </a:schemeClr>
        </a:solidFill>
        <a:ln w="25400" cap="flat" cmpd="sng" algn="ctr">
          <a:solidFill>
            <a:schemeClr val="accent2">
              <a:hueOff val="3745215"/>
              <a:satOff val="-4671"/>
              <a:lumOff val="109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EDE227-2147-41A6-8F82-4BB493E232D3}">
      <dsp:nvSpPr>
        <dsp:cNvPr id="0" name=""/>
        <dsp:cNvSpPr/>
      </dsp:nvSpPr>
      <dsp:spPr>
        <a:xfrm>
          <a:off x="0" y="1634725"/>
          <a:ext cx="5614060" cy="4083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MFA inconsistencies</a:t>
          </a:r>
        </a:p>
      </dsp:txBody>
      <dsp:txXfrm>
        <a:off x="0" y="1634725"/>
        <a:ext cx="5614060" cy="408381"/>
      </dsp:txXfrm>
    </dsp:sp>
    <dsp:sp modelId="{A8486567-CABE-4AA8-A628-AE6FD9B67136}">
      <dsp:nvSpPr>
        <dsp:cNvPr id="0" name=""/>
        <dsp:cNvSpPr/>
      </dsp:nvSpPr>
      <dsp:spPr>
        <a:xfrm>
          <a:off x="0" y="2043107"/>
          <a:ext cx="5614060" cy="0"/>
        </a:xfrm>
        <a:prstGeom prst="line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F2093A-3903-4D3F-BE7A-C5EF0DA314C6}">
      <dsp:nvSpPr>
        <dsp:cNvPr id="0" name=""/>
        <dsp:cNvSpPr/>
      </dsp:nvSpPr>
      <dsp:spPr>
        <a:xfrm>
          <a:off x="0" y="2043107"/>
          <a:ext cx="5614060" cy="4083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Weak environmental segmentation</a:t>
          </a:r>
        </a:p>
      </dsp:txBody>
      <dsp:txXfrm>
        <a:off x="0" y="2043107"/>
        <a:ext cx="5614060" cy="408381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D85EF9-8D5E-49F4-912F-3E320317DFFA}">
      <dsp:nvSpPr>
        <dsp:cNvPr id="0" name=""/>
        <dsp:cNvSpPr/>
      </dsp:nvSpPr>
      <dsp:spPr>
        <a:xfrm>
          <a:off x="2348108" y="488959"/>
          <a:ext cx="37908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9089" y="45720"/>
              </a:lnTo>
            </a:path>
          </a:pathLst>
        </a:custGeom>
        <a:noFill/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527410" y="532631"/>
        <a:ext cx="20484" cy="4096"/>
      </dsp:txXfrm>
    </dsp:sp>
    <dsp:sp modelId="{658057A6-1336-4FA4-B094-9CE824B9A6AB}">
      <dsp:nvSpPr>
        <dsp:cNvPr id="0" name=""/>
        <dsp:cNvSpPr/>
      </dsp:nvSpPr>
      <dsp:spPr>
        <a:xfrm>
          <a:off x="227790" y="302"/>
          <a:ext cx="2122117" cy="1068753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283" tIns="91619" rIns="87283" bIns="91619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Phase 1: Months 1–2</a:t>
          </a:r>
        </a:p>
      </dsp:txBody>
      <dsp:txXfrm>
        <a:off x="227790" y="302"/>
        <a:ext cx="2122117" cy="1068753"/>
      </dsp:txXfrm>
    </dsp:sp>
    <dsp:sp modelId="{073E4119-F364-4D1E-A5A9-A23D77E9C19D}">
      <dsp:nvSpPr>
        <dsp:cNvPr id="0" name=""/>
        <dsp:cNvSpPr/>
      </dsp:nvSpPr>
      <dsp:spPr>
        <a:xfrm>
          <a:off x="1252805" y="1067256"/>
          <a:ext cx="2397419" cy="379089"/>
        </a:xfrm>
        <a:custGeom>
          <a:avLst/>
          <a:gdLst/>
          <a:ahLst/>
          <a:cxnLst/>
          <a:rect l="0" t="0" r="0" b="0"/>
          <a:pathLst>
            <a:path>
              <a:moveTo>
                <a:pt x="2397419" y="0"/>
              </a:moveTo>
              <a:lnTo>
                <a:pt x="2397419" y="206644"/>
              </a:lnTo>
              <a:lnTo>
                <a:pt x="0" y="206644"/>
              </a:lnTo>
              <a:lnTo>
                <a:pt x="0" y="379089"/>
              </a:lnTo>
            </a:path>
          </a:pathLst>
        </a:custGeom>
        <a:noFill/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90711" y="1254752"/>
        <a:ext cx="121608" cy="4096"/>
      </dsp:txXfrm>
    </dsp:sp>
    <dsp:sp modelId="{8BAD0506-D4A1-41B4-B428-6957E857F9ED}">
      <dsp:nvSpPr>
        <dsp:cNvPr id="0" name=""/>
        <dsp:cNvSpPr/>
      </dsp:nvSpPr>
      <dsp:spPr>
        <a:xfrm>
          <a:off x="2759597" y="302"/>
          <a:ext cx="1781256" cy="1068753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283" tIns="91619" rIns="87283" bIns="91619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Review systems, finalize tools, assign responsibilities</a:t>
          </a:r>
        </a:p>
      </dsp:txBody>
      <dsp:txXfrm>
        <a:off x="2759597" y="302"/>
        <a:ext cx="1781256" cy="1068753"/>
      </dsp:txXfrm>
    </dsp:sp>
    <dsp:sp modelId="{5FD2134F-7AED-446D-BD23-6E9C71A81BFC}">
      <dsp:nvSpPr>
        <dsp:cNvPr id="0" name=""/>
        <dsp:cNvSpPr/>
      </dsp:nvSpPr>
      <dsp:spPr>
        <a:xfrm>
          <a:off x="2276021" y="1967402"/>
          <a:ext cx="37908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9089" y="45720"/>
              </a:lnTo>
            </a:path>
          </a:pathLst>
        </a:custGeom>
        <a:noFill/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455323" y="2011074"/>
        <a:ext cx="20484" cy="4096"/>
      </dsp:txXfrm>
    </dsp:sp>
    <dsp:sp modelId="{70826668-2F0F-49BE-85A7-BCFE226FCBEB}">
      <dsp:nvSpPr>
        <dsp:cNvPr id="0" name=""/>
        <dsp:cNvSpPr/>
      </dsp:nvSpPr>
      <dsp:spPr>
        <a:xfrm>
          <a:off x="227790" y="1478745"/>
          <a:ext cx="2050030" cy="1068753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283" tIns="91619" rIns="87283" bIns="91619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Phase 2: Months 3–6</a:t>
          </a:r>
        </a:p>
      </dsp:txBody>
      <dsp:txXfrm>
        <a:off x="227790" y="1478745"/>
        <a:ext cx="2050030" cy="1068753"/>
      </dsp:txXfrm>
    </dsp:sp>
    <dsp:sp modelId="{13D25EE7-55B7-4D1C-A092-EB6EA1E34F74}">
      <dsp:nvSpPr>
        <dsp:cNvPr id="0" name=""/>
        <dsp:cNvSpPr/>
      </dsp:nvSpPr>
      <dsp:spPr>
        <a:xfrm>
          <a:off x="1200365" y="2545699"/>
          <a:ext cx="2377772" cy="379089"/>
        </a:xfrm>
        <a:custGeom>
          <a:avLst/>
          <a:gdLst/>
          <a:ahLst/>
          <a:cxnLst/>
          <a:rect l="0" t="0" r="0" b="0"/>
          <a:pathLst>
            <a:path>
              <a:moveTo>
                <a:pt x="2377772" y="0"/>
              </a:moveTo>
              <a:lnTo>
                <a:pt x="2377772" y="206644"/>
              </a:lnTo>
              <a:lnTo>
                <a:pt x="0" y="206644"/>
              </a:lnTo>
              <a:lnTo>
                <a:pt x="0" y="379089"/>
              </a:lnTo>
            </a:path>
          </a:pathLst>
        </a:custGeom>
        <a:noFill/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28931" y="2733195"/>
        <a:ext cx="120640" cy="4096"/>
      </dsp:txXfrm>
    </dsp:sp>
    <dsp:sp modelId="{49E9214E-C06C-450A-A704-9011DB5747FB}">
      <dsp:nvSpPr>
        <dsp:cNvPr id="0" name=""/>
        <dsp:cNvSpPr/>
      </dsp:nvSpPr>
      <dsp:spPr>
        <a:xfrm>
          <a:off x="2687510" y="1478745"/>
          <a:ext cx="1781256" cy="1068753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283" tIns="91619" rIns="87283" bIns="91619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Pilot core system upgrades, train staff</a:t>
          </a:r>
        </a:p>
      </dsp:txBody>
      <dsp:txXfrm>
        <a:off x="2687510" y="1478745"/>
        <a:ext cx="1781256" cy="1068753"/>
      </dsp:txXfrm>
    </dsp:sp>
    <dsp:sp modelId="{AC853AEF-8301-494E-9814-07BB14FCC46F}">
      <dsp:nvSpPr>
        <dsp:cNvPr id="0" name=""/>
        <dsp:cNvSpPr/>
      </dsp:nvSpPr>
      <dsp:spPr>
        <a:xfrm>
          <a:off x="2171140" y="3445845"/>
          <a:ext cx="37908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9089" y="45720"/>
              </a:lnTo>
            </a:path>
          </a:pathLst>
        </a:custGeom>
        <a:noFill/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50443" y="3489517"/>
        <a:ext cx="20484" cy="4096"/>
      </dsp:txXfrm>
    </dsp:sp>
    <dsp:sp modelId="{8B099AFA-5D42-4000-BC57-05F0735062CC}">
      <dsp:nvSpPr>
        <dsp:cNvPr id="0" name=""/>
        <dsp:cNvSpPr/>
      </dsp:nvSpPr>
      <dsp:spPr>
        <a:xfrm>
          <a:off x="227790" y="2957188"/>
          <a:ext cx="1945149" cy="1068753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283" tIns="91619" rIns="87283" bIns="91619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Phase 3: Months 7–12</a:t>
          </a:r>
        </a:p>
      </dsp:txBody>
      <dsp:txXfrm>
        <a:off x="227790" y="2957188"/>
        <a:ext cx="1945149" cy="1068753"/>
      </dsp:txXfrm>
    </dsp:sp>
    <dsp:sp modelId="{7A78BFD6-FAF7-47AA-97DB-9A3031BB5015}">
      <dsp:nvSpPr>
        <dsp:cNvPr id="0" name=""/>
        <dsp:cNvSpPr/>
      </dsp:nvSpPr>
      <dsp:spPr>
        <a:xfrm>
          <a:off x="1223308" y="4024142"/>
          <a:ext cx="2262044" cy="379089"/>
        </a:xfrm>
        <a:custGeom>
          <a:avLst/>
          <a:gdLst/>
          <a:ahLst/>
          <a:cxnLst/>
          <a:rect l="0" t="0" r="0" b="0"/>
          <a:pathLst>
            <a:path>
              <a:moveTo>
                <a:pt x="2262044" y="0"/>
              </a:moveTo>
              <a:lnTo>
                <a:pt x="2262044" y="206644"/>
              </a:lnTo>
              <a:lnTo>
                <a:pt x="0" y="206644"/>
              </a:lnTo>
              <a:lnTo>
                <a:pt x="0" y="379089"/>
              </a:lnTo>
            </a:path>
          </a:pathLst>
        </a:custGeom>
        <a:noFill/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296859" y="4211638"/>
        <a:ext cx="114942" cy="4096"/>
      </dsp:txXfrm>
    </dsp:sp>
    <dsp:sp modelId="{7926BCF6-CA22-457A-B808-DB8C64B50939}">
      <dsp:nvSpPr>
        <dsp:cNvPr id="0" name=""/>
        <dsp:cNvSpPr/>
      </dsp:nvSpPr>
      <dsp:spPr>
        <a:xfrm>
          <a:off x="2582629" y="2957188"/>
          <a:ext cx="1805446" cy="1068753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283" tIns="91619" rIns="87283" bIns="91619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Complete roll-out, validate integrations</a:t>
          </a:r>
        </a:p>
      </dsp:txBody>
      <dsp:txXfrm>
        <a:off x="2582629" y="2957188"/>
        <a:ext cx="1805446" cy="1068753"/>
      </dsp:txXfrm>
    </dsp:sp>
    <dsp:sp modelId="{34A793D1-6E5A-4986-AF70-34B00B981747}">
      <dsp:nvSpPr>
        <dsp:cNvPr id="0" name=""/>
        <dsp:cNvSpPr/>
      </dsp:nvSpPr>
      <dsp:spPr>
        <a:xfrm>
          <a:off x="2217025" y="4924288"/>
          <a:ext cx="37908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9089" y="45720"/>
              </a:lnTo>
            </a:path>
          </a:pathLst>
        </a:custGeom>
        <a:noFill/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96328" y="4967959"/>
        <a:ext cx="20484" cy="4096"/>
      </dsp:txXfrm>
    </dsp:sp>
    <dsp:sp modelId="{7B39A406-22E2-46CE-8BC0-FEF062AA1C5B}">
      <dsp:nvSpPr>
        <dsp:cNvPr id="0" name=""/>
        <dsp:cNvSpPr/>
      </dsp:nvSpPr>
      <dsp:spPr>
        <a:xfrm>
          <a:off x="227790" y="4435631"/>
          <a:ext cx="1991035" cy="1068753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283" tIns="91619" rIns="87283" bIns="91619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Phase 4: Continuous</a:t>
          </a:r>
        </a:p>
      </dsp:txBody>
      <dsp:txXfrm>
        <a:off x="227790" y="4435631"/>
        <a:ext cx="1991035" cy="1068753"/>
      </dsp:txXfrm>
    </dsp:sp>
    <dsp:sp modelId="{C216CA87-B6FA-48DB-A3CA-E6684FD79F5C}">
      <dsp:nvSpPr>
        <dsp:cNvPr id="0" name=""/>
        <dsp:cNvSpPr/>
      </dsp:nvSpPr>
      <dsp:spPr>
        <a:xfrm>
          <a:off x="2628514" y="4435631"/>
          <a:ext cx="1781256" cy="1068753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283" tIns="91619" rIns="87283" bIns="91619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Security audits, ongoing refinement, patch cycles</a:t>
          </a:r>
        </a:p>
      </dsp:txBody>
      <dsp:txXfrm>
        <a:off x="2628514" y="4435631"/>
        <a:ext cx="1781256" cy="1068753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751256-CC17-4639-A663-E102128DF58B}">
      <dsp:nvSpPr>
        <dsp:cNvPr id="0" name=""/>
        <dsp:cNvSpPr/>
      </dsp:nvSpPr>
      <dsp:spPr>
        <a:xfrm>
          <a:off x="827085" y="211"/>
          <a:ext cx="965039" cy="96503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8B5619-E420-4CE6-AFD5-C9741CEA25B1}">
      <dsp:nvSpPr>
        <dsp:cNvPr id="0" name=""/>
        <dsp:cNvSpPr/>
      </dsp:nvSpPr>
      <dsp:spPr>
        <a:xfrm>
          <a:off x="1032749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642A04-944B-487E-B8A7-53629F3F61FB}">
      <dsp:nvSpPr>
        <dsp:cNvPr id="0" name=""/>
        <dsp:cNvSpPr/>
      </dsp:nvSpPr>
      <dsp:spPr>
        <a:xfrm>
          <a:off x="518589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INFO8965 Concepts Applied:</a:t>
          </a:r>
        </a:p>
      </dsp:txBody>
      <dsp:txXfrm>
        <a:off x="518589" y="1265836"/>
        <a:ext cx="1582031" cy="632812"/>
      </dsp:txXfrm>
    </dsp:sp>
    <dsp:sp modelId="{2DAC43A8-C413-4D25-9F6A-8E62B643D626}">
      <dsp:nvSpPr>
        <dsp:cNvPr id="0" name=""/>
        <dsp:cNvSpPr/>
      </dsp:nvSpPr>
      <dsp:spPr>
        <a:xfrm>
          <a:off x="2685972" y="211"/>
          <a:ext cx="965039" cy="965039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D764A5-AB06-43AF-82E2-AC3A60692D46}">
      <dsp:nvSpPr>
        <dsp:cNvPr id="0" name=""/>
        <dsp:cNvSpPr/>
      </dsp:nvSpPr>
      <dsp:spPr>
        <a:xfrm>
          <a:off x="2891636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0844CC-7BFF-4107-BBFC-B43CDC2309BC}">
      <dsp:nvSpPr>
        <dsp:cNvPr id="0" name=""/>
        <dsp:cNvSpPr/>
      </dsp:nvSpPr>
      <dsp:spPr>
        <a:xfrm>
          <a:off x="2377476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 dirty="0"/>
            <a:t>Endpoint detection (CrowdStrike)</a:t>
          </a:r>
        </a:p>
      </dsp:txBody>
      <dsp:txXfrm>
        <a:off x="2377476" y="1265836"/>
        <a:ext cx="1582031" cy="632812"/>
      </dsp:txXfrm>
    </dsp:sp>
    <dsp:sp modelId="{3560E8D7-E76A-4B6D-8343-67304C75456A}">
      <dsp:nvSpPr>
        <dsp:cNvPr id="0" name=""/>
        <dsp:cNvSpPr/>
      </dsp:nvSpPr>
      <dsp:spPr>
        <a:xfrm>
          <a:off x="4544859" y="211"/>
          <a:ext cx="965039" cy="96503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1A2DDEE-F98B-4735-8A63-C32D94F20AAF}">
      <dsp:nvSpPr>
        <dsp:cNvPr id="0" name=""/>
        <dsp:cNvSpPr/>
      </dsp:nvSpPr>
      <dsp:spPr>
        <a:xfrm>
          <a:off x="4750523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72966E-CE64-44C1-8D74-F8DA442929D4}">
      <dsp:nvSpPr>
        <dsp:cNvPr id="0" name=""/>
        <dsp:cNvSpPr/>
      </dsp:nvSpPr>
      <dsp:spPr>
        <a:xfrm>
          <a:off x="4236363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 dirty="0"/>
            <a:t>Secure SDLC (Bazel, SonarQube)</a:t>
          </a:r>
        </a:p>
      </dsp:txBody>
      <dsp:txXfrm>
        <a:off x="4236363" y="1265836"/>
        <a:ext cx="1582031" cy="632812"/>
      </dsp:txXfrm>
    </dsp:sp>
    <dsp:sp modelId="{8A86BABD-3305-4C0B-A6EF-B692E97DE5FD}">
      <dsp:nvSpPr>
        <dsp:cNvPr id="0" name=""/>
        <dsp:cNvSpPr/>
      </dsp:nvSpPr>
      <dsp:spPr>
        <a:xfrm>
          <a:off x="6403746" y="211"/>
          <a:ext cx="965039" cy="965039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1AB9AB-22E8-490D-A4BF-34E5AC679CE9}">
      <dsp:nvSpPr>
        <dsp:cNvPr id="0" name=""/>
        <dsp:cNvSpPr/>
      </dsp:nvSpPr>
      <dsp:spPr>
        <a:xfrm>
          <a:off x="6609410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BADD99-E0DB-4A73-9541-5F7AD02457CA}">
      <dsp:nvSpPr>
        <dsp:cNvPr id="0" name=""/>
        <dsp:cNvSpPr/>
      </dsp:nvSpPr>
      <dsp:spPr>
        <a:xfrm>
          <a:off x="6095249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 dirty="0"/>
            <a:t>Cryptography (</a:t>
          </a:r>
          <a:r>
            <a:rPr lang="en-US" sz="1400" kern="1200" dirty="0" err="1"/>
            <a:t>Sigstore</a:t>
          </a:r>
          <a:r>
            <a:rPr lang="en-US" sz="1400" kern="1200" dirty="0"/>
            <a:t>, TLS)</a:t>
          </a:r>
        </a:p>
      </dsp:txBody>
      <dsp:txXfrm>
        <a:off x="6095249" y="1265836"/>
        <a:ext cx="1582031" cy="632812"/>
      </dsp:txXfrm>
    </dsp:sp>
    <dsp:sp modelId="{6F5963C1-E60F-4CA8-B352-A1C079B7691E}">
      <dsp:nvSpPr>
        <dsp:cNvPr id="0" name=""/>
        <dsp:cNvSpPr/>
      </dsp:nvSpPr>
      <dsp:spPr>
        <a:xfrm>
          <a:off x="2685972" y="2294156"/>
          <a:ext cx="965039" cy="965039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76D63C-B4F2-43E2-B08C-91BBEF8A5B1C}">
      <dsp:nvSpPr>
        <dsp:cNvPr id="0" name=""/>
        <dsp:cNvSpPr/>
      </dsp:nvSpPr>
      <dsp:spPr>
        <a:xfrm>
          <a:off x="2891636" y="2499820"/>
          <a:ext cx="553710" cy="55371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F0CA37-2554-4EE3-BFEA-DF9CD344A7B8}">
      <dsp:nvSpPr>
        <dsp:cNvPr id="0" name=""/>
        <dsp:cNvSpPr/>
      </dsp:nvSpPr>
      <dsp:spPr>
        <a:xfrm>
          <a:off x="2377476" y="3559781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 dirty="0"/>
            <a:t>Access control (RBAC, MFA, PAM)</a:t>
          </a:r>
        </a:p>
      </dsp:txBody>
      <dsp:txXfrm>
        <a:off x="2377476" y="3559781"/>
        <a:ext cx="1582031" cy="632812"/>
      </dsp:txXfrm>
    </dsp:sp>
    <dsp:sp modelId="{08BBA122-CF7E-43F3-BCE6-A8C8D15B00A3}">
      <dsp:nvSpPr>
        <dsp:cNvPr id="0" name=""/>
        <dsp:cNvSpPr/>
      </dsp:nvSpPr>
      <dsp:spPr>
        <a:xfrm>
          <a:off x="4544859" y="2294156"/>
          <a:ext cx="965039" cy="96503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EDB0F7-330E-4C60-B9CA-B247E6139455}">
      <dsp:nvSpPr>
        <dsp:cNvPr id="0" name=""/>
        <dsp:cNvSpPr/>
      </dsp:nvSpPr>
      <dsp:spPr>
        <a:xfrm>
          <a:off x="4750523" y="2499820"/>
          <a:ext cx="553710" cy="553710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ECB202-10FA-4976-84F9-C8DA4E3F570B}">
      <dsp:nvSpPr>
        <dsp:cNvPr id="0" name=""/>
        <dsp:cNvSpPr/>
      </dsp:nvSpPr>
      <dsp:spPr>
        <a:xfrm>
          <a:off x="4236363" y="3559781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 dirty="0"/>
            <a:t>Disaster recovery (Air-gapped backup models)</a:t>
          </a:r>
        </a:p>
      </dsp:txBody>
      <dsp:txXfrm>
        <a:off x="4236363" y="3559781"/>
        <a:ext cx="1582031" cy="632812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47E968-2CC9-48FD-886A-F63BE1E5EB4B}">
      <dsp:nvSpPr>
        <dsp:cNvPr id="0" name=""/>
        <dsp:cNvSpPr/>
      </dsp:nvSpPr>
      <dsp:spPr>
        <a:xfrm>
          <a:off x="0" y="3400"/>
          <a:ext cx="7886700" cy="72429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2BCC7CEB-DD5D-4885-A3A9-55E027B4FC97}">
      <dsp:nvSpPr>
        <dsp:cNvPr id="0" name=""/>
        <dsp:cNvSpPr/>
      </dsp:nvSpPr>
      <dsp:spPr>
        <a:xfrm>
          <a:off x="219097" y="166365"/>
          <a:ext cx="398359" cy="39835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2CC3A342-AB61-492D-ABD4-E4AA3D55F39E}">
      <dsp:nvSpPr>
        <dsp:cNvPr id="0" name=""/>
        <dsp:cNvSpPr/>
      </dsp:nvSpPr>
      <dsp:spPr>
        <a:xfrm>
          <a:off x="836555" y="3400"/>
          <a:ext cx="7050144" cy="7242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54" tIns="76654" rIns="76654" bIns="76654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 Both breaches exposed CIA vulnerabilities</a:t>
          </a:r>
        </a:p>
      </dsp:txBody>
      <dsp:txXfrm>
        <a:off x="836555" y="3400"/>
        <a:ext cx="7050144" cy="724290"/>
      </dsp:txXfrm>
    </dsp:sp>
    <dsp:sp modelId="{7D035970-4EE3-477B-BD90-439A81AA598B}">
      <dsp:nvSpPr>
        <dsp:cNvPr id="0" name=""/>
        <dsp:cNvSpPr/>
      </dsp:nvSpPr>
      <dsp:spPr>
        <a:xfrm>
          <a:off x="0" y="908763"/>
          <a:ext cx="7886700" cy="72429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6D048FE0-6933-4BFA-B547-726CAFAA0D46}">
      <dsp:nvSpPr>
        <dsp:cNvPr id="0" name=""/>
        <dsp:cNvSpPr/>
      </dsp:nvSpPr>
      <dsp:spPr>
        <a:xfrm>
          <a:off x="219097" y="1071728"/>
          <a:ext cx="398359" cy="39835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D3836FEC-ACCC-49F6-9551-C30AA89E87EB}">
      <dsp:nvSpPr>
        <dsp:cNvPr id="0" name=""/>
        <dsp:cNvSpPr/>
      </dsp:nvSpPr>
      <dsp:spPr>
        <a:xfrm>
          <a:off x="836555" y="908763"/>
          <a:ext cx="7050144" cy="7242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54" tIns="76654" rIns="76654" bIns="76654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Layered defense is critical</a:t>
          </a:r>
        </a:p>
      </dsp:txBody>
      <dsp:txXfrm>
        <a:off x="836555" y="908763"/>
        <a:ext cx="7050144" cy="724290"/>
      </dsp:txXfrm>
    </dsp:sp>
    <dsp:sp modelId="{04B94052-AEC2-4DC4-A96C-E617AA880EFA}">
      <dsp:nvSpPr>
        <dsp:cNvPr id="0" name=""/>
        <dsp:cNvSpPr/>
      </dsp:nvSpPr>
      <dsp:spPr>
        <a:xfrm>
          <a:off x="0" y="1814126"/>
          <a:ext cx="7886700" cy="72429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CCD505F5-BB7A-40E7-93BF-7010F884E3D9}">
      <dsp:nvSpPr>
        <dsp:cNvPr id="0" name=""/>
        <dsp:cNvSpPr/>
      </dsp:nvSpPr>
      <dsp:spPr>
        <a:xfrm>
          <a:off x="219097" y="1977092"/>
          <a:ext cx="398359" cy="39835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E26513CB-6255-4A21-9F42-96C9D5D8AE7D}">
      <dsp:nvSpPr>
        <dsp:cNvPr id="0" name=""/>
        <dsp:cNvSpPr/>
      </dsp:nvSpPr>
      <dsp:spPr>
        <a:xfrm>
          <a:off x="836555" y="1814126"/>
          <a:ext cx="7050144" cy="7242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54" tIns="76654" rIns="76654" bIns="76654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Zero trust is now essential</a:t>
          </a:r>
        </a:p>
      </dsp:txBody>
      <dsp:txXfrm>
        <a:off x="836555" y="1814126"/>
        <a:ext cx="7050144" cy="724290"/>
      </dsp:txXfrm>
    </dsp:sp>
    <dsp:sp modelId="{0B1B5B8C-DA58-458F-99CD-8CAE2229D010}">
      <dsp:nvSpPr>
        <dsp:cNvPr id="0" name=""/>
        <dsp:cNvSpPr/>
      </dsp:nvSpPr>
      <dsp:spPr>
        <a:xfrm>
          <a:off x="0" y="2719489"/>
          <a:ext cx="7886700" cy="72429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E5140803-D2B3-48BD-8FA9-37CA2997F545}">
      <dsp:nvSpPr>
        <dsp:cNvPr id="0" name=""/>
        <dsp:cNvSpPr/>
      </dsp:nvSpPr>
      <dsp:spPr>
        <a:xfrm>
          <a:off x="219097" y="2882455"/>
          <a:ext cx="398359" cy="39835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A9D02F84-1716-47EC-8A6C-C09A89F7D361}">
      <dsp:nvSpPr>
        <dsp:cNvPr id="0" name=""/>
        <dsp:cNvSpPr/>
      </dsp:nvSpPr>
      <dsp:spPr>
        <a:xfrm>
          <a:off x="836555" y="2719489"/>
          <a:ext cx="7050144" cy="7242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54" tIns="76654" rIns="76654" bIns="76654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Continuous improvement prevents stagnation</a:t>
          </a:r>
        </a:p>
      </dsp:txBody>
      <dsp:txXfrm>
        <a:off x="836555" y="2719489"/>
        <a:ext cx="7050144" cy="724290"/>
      </dsp:txXfrm>
    </dsp:sp>
    <dsp:sp modelId="{3A6A7F45-7741-4B50-A1F4-A7B47ACFBDAE}">
      <dsp:nvSpPr>
        <dsp:cNvPr id="0" name=""/>
        <dsp:cNvSpPr/>
      </dsp:nvSpPr>
      <dsp:spPr>
        <a:xfrm>
          <a:off x="0" y="3624853"/>
          <a:ext cx="7886700" cy="72429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FF961E47-B840-4773-A005-CE64B10E3077}">
      <dsp:nvSpPr>
        <dsp:cNvPr id="0" name=""/>
        <dsp:cNvSpPr/>
      </dsp:nvSpPr>
      <dsp:spPr>
        <a:xfrm>
          <a:off x="219097" y="3787818"/>
          <a:ext cx="398359" cy="39835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0D5F9EEE-F583-4775-A6E1-8CCDB64E2565}">
      <dsp:nvSpPr>
        <dsp:cNvPr id="0" name=""/>
        <dsp:cNvSpPr/>
      </dsp:nvSpPr>
      <dsp:spPr>
        <a:xfrm>
          <a:off x="836555" y="3624853"/>
          <a:ext cx="7050144" cy="7242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54" tIns="76654" rIns="76654" bIns="76654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Implementation costs are small vs breach losses</a:t>
          </a:r>
        </a:p>
      </dsp:txBody>
      <dsp:txXfrm>
        <a:off x="836555" y="3624853"/>
        <a:ext cx="7050144" cy="7242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F9DC5-70CE-4ADC-81DA-83071DA3A599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899446-94C8-4974-B483-CA8C02BC5C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30706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99446-94C8-4974-B483-CA8C02BC5CD2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02812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jpeg"/><Relationship Id="rId7" Type="http://schemas.openxmlformats.org/officeDocument/2006/relationships/diagramColors" Target="../diagrams/colors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4.jpe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image" Target="../media/image15.svg"/><Relationship Id="rId7" Type="http://schemas.openxmlformats.org/officeDocument/2006/relationships/diagramColors" Target="../diagrams/colors5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6.xml"/><Relationship Id="rId3" Type="http://schemas.openxmlformats.org/officeDocument/2006/relationships/image" Target="../media/image17.svg"/><Relationship Id="rId7" Type="http://schemas.openxmlformats.org/officeDocument/2006/relationships/diagramColors" Target="../diagrams/colors6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Relationship Id="rId6" Type="http://schemas.openxmlformats.org/officeDocument/2006/relationships/diagramQuickStyle" Target="../diagrams/quickStyle6.xml"/><Relationship Id="rId5" Type="http://schemas.openxmlformats.org/officeDocument/2006/relationships/diagramLayout" Target="../diagrams/layout6.xml"/><Relationship Id="rId4" Type="http://schemas.openxmlformats.org/officeDocument/2006/relationships/diagramData" Target="../diagrams/data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6" name="Rectangle 1055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510647-0BC8-44B8-3C62-9612B0183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8154" y="491613"/>
            <a:ext cx="6933298" cy="1036083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defTabSz="914400">
              <a:lnSpc>
                <a:spcPct val="90000"/>
              </a:lnSpc>
              <a:spcAft>
                <a:spcPts val="400"/>
              </a:spcAft>
            </a:pPr>
            <a:r>
              <a:rPr lang="en-US" sz="2000" b="1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INFO8965 – NETWORK AND SECURITY Course Project Report:                                              </a:t>
            </a:r>
            <a:br>
              <a:rPr lang="en-US" sz="2000" b="1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</a:br>
            <a:r>
              <a:rPr lang="en-US" sz="20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1. </a:t>
            </a:r>
            <a:r>
              <a:rPr lang="en-US" sz="2000" b="1" i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ANTHEM INC                               </a:t>
            </a:r>
            <a:br>
              <a:rPr lang="en-US" sz="2000" b="1" i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2000" b="1" i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2. SOLARWINDS</a:t>
            </a:r>
            <a:br>
              <a:rPr lang="en-US" sz="1100" b="1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</a:br>
            <a:endParaRPr lang="en-US" sz="1100" b="1" kern="1200" dirty="0">
              <a:solidFill>
                <a:schemeClr val="tx1"/>
              </a:solidFill>
              <a:effectLst/>
              <a:latin typeface="+mj-lt"/>
              <a:ea typeface="+mj-ea"/>
              <a:cs typeface="+mj-cs"/>
            </a:endParaRPr>
          </a:p>
        </p:txBody>
      </p:sp>
      <p:pic>
        <p:nvPicPr>
          <p:cNvPr id="1026" name="Picture 2" descr="SOLARWINDS SUPPLY CHAIN ATTACK">
            <a:extLst>
              <a:ext uri="{FF2B5EF4-FFF2-40B4-BE49-F238E27FC236}">
                <a16:creationId xmlns:a16="http://schemas.microsoft.com/office/drawing/2014/main" id="{3377AAA7-752F-01E8-884C-5D48B53EA5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02" r="18922" b="-4"/>
          <a:stretch/>
        </p:blipFill>
        <p:spPr bwMode="auto">
          <a:xfrm>
            <a:off x="1189278" y="1729379"/>
            <a:ext cx="3252813" cy="2281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 descr="A blue and white logo&#10;&#10;AI-generated content may be incorrect.">
            <a:extLst>
              <a:ext uri="{FF2B5EF4-FFF2-40B4-BE49-F238E27FC236}">
                <a16:creationId xmlns:a16="http://schemas.microsoft.com/office/drawing/2014/main" id="{CF62DEE5-EF50-529D-7F05-20DA0CAE42C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076" r="-3" b="18340"/>
          <a:stretch/>
        </p:blipFill>
        <p:spPr>
          <a:xfrm>
            <a:off x="4700158" y="1729379"/>
            <a:ext cx="3278426" cy="2281213"/>
          </a:xfrm>
          <a:prstGeom prst="rect">
            <a:avLst/>
          </a:prstGeom>
        </p:spPr>
      </p:pic>
      <p:sp>
        <p:nvSpPr>
          <p:cNvPr id="1058" name="Rectangle 1057">
            <a:extLst>
              <a:ext uri="{FF2B5EF4-FFF2-40B4-BE49-F238E27FC236}">
                <a16:creationId xmlns:a16="http://schemas.microsoft.com/office/drawing/2014/main" id="{5A65989E-BBD5-44D7-AA86-7AFD5D46BB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9144000" cy="456773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0" name="Rectangle 1059">
            <a:extLst>
              <a:ext uri="{FF2B5EF4-FFF2-40B4-BE49-F238E27FC236}">
                <a16:creationId xmlns:a16="http://schemas.microsoft.com/office/drawing/2014/main" id="{231A2881-D8D7-4A7D-ACA3-E9F849F853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0800"/>
            <a:ext cx="3028949" cy="45677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7" name="TextBox 2">
            <a:extLst>
              <a:ext uri="{FF2B5EF4-FFF2-40B4-BE49-F238E27FC236}">
                <a16:creationId xmlns:a16="http://schemas.microsoft.com/office/drawing/2014/main" id="{244CCCE8-1C6A-543F-AC0E-BE0988A8787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35457928"/>
              </p:ext>
            </p:extLst>
          </p:nvPr>
        </p:nvGraphicFramePr>
        <p:xfrm>
          <a:off x="1108154" y="4257396"/>
          <a:ext cx="6870432" cy="18385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765943239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" name="Rectangle 103">
            <a:extLst>
              <a:ext uri="{FF2B5EF4-FFF2-40B4-BE49-F238E27FC236}">
                <a16:creationId xmlns:a16="http://schemas.microsoft.com/office/drawing/2014/main" id="{3C54F4CE-85F0-46ED-80DA-9518C9251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Freeform: Shape 104">
            <a:extLst>
              <a:ext uri="{FF2B5EF4-FFF2-40B4-BE49-F238E27FC236}">
                <a16:creationId xmlns:a16="http://schemas.microsoft.com/office/drawing/2014/main" id="{DADD1FCA-8ACB-4958-81DD-4CDD6D3E1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351564" cy="6858000"/>
          </a:xfrm>
          <a:custGeom>
            <a:avLst/>
            <a:gdLst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9647 w 5734864"/>
              <a:gd name="connsiteY33" fmla="*/ 1936120 h 6858000"/>
              <a:gd name="connsiteX34" fmla="*/ 714660 w 5734864"/>
              <a:gd name="connsiteY34" fmla="*/ 1982709 h 6858000"/>
              <a:gd name="connsiteX35" fmla="*/ 710759 w 5734864"/>
              <a:gd name="connsiteY35" fmla="*/ 2013010 h 6858000"/>
              <a:gd name="connsiteX36" fmla="*/ 697927 w 5734864"/>
              <a:gd name="connsiteY36" fmla="*/ 2069833 h 6858000"/>
              <a:gd name="connsiteX37" fmla="*/ 693594 w 5734864"/>
              <a:gd name="connsiteY37" fmla="*/ 2103731 h 6858000"/>
              <a:gd name="connsiteX38" fmla="*/ 691109 w 5734864"/>
              <a:gd name="connsiteY38" fmla="*/ 2124027 h 6858000"/>
              <a:gd name="connsiteX39" fmla="*/ 676593 w 5734864"/>
              <a:gd name="connsiteY39" fmla="*/ 2176182 h 6858000"/>
              <a:gd name="connsiteX40" fmla="*/ 633227 w 5734864"/>
              <a:gd name="connsiteY40" fmla="*/ 2258036 h 6858000"/>
              <a:gd name="connsiteX41" fmla="*/ 625564 w 5734864"/>
              <a:gd name="connsiteY41" fmla="*/ 2284567 h 6858000"/>
              <a:gd name="connsiteX42" fmla="*/ 627074 w 5734864"/>
              <a:gd name="connsiteY42" fmla="*/ 2289605 h 6858000"/>
              <a:gd name="connsiteX43" fmla="*/ 614574 w 5734864"/>
              <a:gd name="connsiteY43" fmla="*/ 2308717 h 6858000"/>
              <a:gd name="connsiteX44" fmla="*/ 606890 w 5734864"/>
              <a:gd name="connsiteY44" fmla="*/ 2320662 h 6858000"/>
              <a:gd name="connsiteX45" fmla="*/ 605558 w 5734864"/>
              <a:gd name="connsiteY45" fmla="*/ 2327897 h 6858000"/>
              <a:gd name="connsiteX46" fmla="*/ 602202 w 5734864"/>
              <a:gd name="connsiteY46" fmla="*/ 2357749 h 6858000"/>
              <a:gd name="connsiteX47" fmla="*/ 600213 w 5734864"/>
              <a:gd name="connsiteY47" fmla="*/ 2364905 h 6858000"/>
              <a:gd name="connsiteX48" fmla="*/ 597160 w 5734864"/>
              <a:gd name="connsiteY48" fmla="*/ 2388351 h 6858000"/>
              <a:gd name="connsiteX49" fmla="*/ 597982 w 5734864"/>
              <a:gd name="connsiteY49" fmla="*/ 2402296 h 6858000"/>
              <a:gd name="connsiteX50" fmla="*/ 593150 w 5734864"/>
              <a:gd name="connsiteY50" fmla="*/ 2420015 h 6858000"/>
              <a:gd name="connsiteX51" fmla="*/ 592833 w 5734864"/>
              <a:gd name="connsiteY51" fmla="*/ 2422749 h 6858000"/>
              <a:gd name="connsiteX52" fmla="*/ 594479 w 5734864"/>
              <a:gd name="connsiteY52" fmla="*/ 2426002 h 6858000"/>
              <a:gd name="connsiteX53" fmla="*/ 591963 w 5734864"/>
              <a:gd name="connsiteY53" fmla="*/ 2431950 h 6858000"/>
              <a:gd name="connsiteX54" fmla="*/ 591544 w 5734864"/>
              <a:gd name="connsiteY54" fmla="*/ 2433897 h 6858000"/>
              <a:gd name="connsiteX55" fmla="*/ 589519 w 5734864"/>
              <a:gd name="connsiteY55" fmla="*/ 2451398 h 6858000"/>
              <a:gd name="connsiteX56" fmla="*/ 590037 w 5734864"/>
              <a:gd name="connsiteY56" fmla="*/ 2455536 h 6858000"/>
              <a:gd name="connsiteX57" fmla="*/ 588179 w 5734864"/>
              <a:gd name="connsiteY57" fmla="*/ 2462981 h 6858000"/>
              <a:gd name="connsiteX58" fmla="*/ 583434 w 5734864"/>
              <a:gd name="connsiteY58" fmla="*/ 2503991 h 6858000"/>
              <a:gd name="connsiteX59" fmla="*/ 567942 w 5734864"/>
              <a:gd name="connsiteY59" fmla="*/ 2652936 h 6858000"/>
              <a:gd name="connsiteX60" fmla="*/ 573869 w 5734864"/>
              <a:gd name="connsiteY60" fmla="*/ 2670188 h 6858000"/>
              <a:gd name="connsiteX61" fmla="*/ 575243 w 5734864"/>
              <a:gd name="connsiteY61" fmla="*/ 2688114 h 6858000"/>
              <a:gd name="connsiteX62" fmla="*/ 573824 w 5734864"/>
              <a:gd name="connsiteY62" fmla="*/ 2689856 h 6858000"/>
              <a:gd name="connsiteX63" fmla="*/ 570699 w 5734864"/>
              <a:gd name="connsiteY63" fmla="*/ 2709353 h 6858000"/>
              <a:gd name="connsiteX64" fmla="*/ 573192 w 5734864"/>
              <a:gd name="connsiteY64" fmla="*/ 2714527 h 6858000"/>
              <a:gd name="connsiteX65" fmla="*/ 572044 w 5734864"/>
              <a:gd name="connsiteY65" fmla="*/ 2728187 h 6858000"/>
              <a:gd name="connsiteX66" fmla="*/ 572465 w 5734864"/>
              <a:gd name="connsiteY66" fmla="*/ 2755863 h 6858000"/>
              <a:gd name="connsiteX67" fmla="*/ 570028 w 5734864"/>
              <a:gd name="connsiteY67" fmla="*/ 2760324 h 6858000"/>
              <a:gd name="connsiteX68" fmla="*/ 566748 w 5734864"/>
              <a:gd name="connsiteY68" fmla="*/ 2800948 h 6858000"/>
              <a:gd name="connsiteX69" fmla="*/ 565509 w 5734864"/>
              <a:gd name="connsiteY69" fmla="*/ 2801167 h 6858000"/>
              <a:gd name="connsiteX70" fmla="*/ 559367 w 5734864"/>
              <a:gd name="connsiteY70" fmla="*/ 2811129 h 6858000"/>
              <a:gd name="connsiteX71" fmla="*/ 550354 w 5734864"/>
              <a:gd name="connsiteY71" fmla="*/ 2830949 h 6858000"/>
              <a:gd name="connsiteX72" fmla="*/ 514795 w 5734864"/>
              <a:gd name="connsiteY72" fmla="*/ 2872433 h 6858000"/>
              <a:gd name="connsiteX73" fmla="*/ 509875 w 5734864"/>
              <a:gd name="connsiteY73" fmla="*/ 2923099 h 6858000"/>
              <a:gd name="connsiteX74" fmla="*/ 509577 w 5734864"/>
              <a:gd name="connsiteY74" fmla="*/ 2923197 h 6858000"/>
              <a:gd name="connsiteX75" fmla="*/ 507597 w 5734864"/>
              <a:gd name="connsiteY75" fmla="*/ 2931868 h 6858000"/>
              <a:gd name="connsiteX76" fmla="*/ 507379 w 5734864"/>
              <a:gd name="connsiteY76" fmla="*/ 2938322 h 6858000"/>
              <a:gd name="connsiteX77" fmla="*/ 504725 w 5734864"/>
              <a:gd name="connsiteY77" fmla="*/ 2954519 h 6858000"/>
              <a:gd name="connsiteX78" fmla="*/ 502018 w 5734864"/>
              <a:gd name="connsiteY78" fmla="*/ 2959643 h 6858000"/>
              <a:gd name="connsiteX79" fmla="*/ 498360 w 5734864"/>
              <a:gd name="connsiteY79" fmla="*/ 2961019 h 6858000"/>
              <a:gd name="connsiteX80" fmla="*/ 498483 w 5734864"/>
              <a:gd name="connsiteY80" fmla="*/ 2962590 h 6858000"/>
              <a:gd name="connsiteX81" fmla="*/ 484403 w 5734864"/>
              <a:gd name="connsiteY81" fmla="*/ 2990538 h 6858000"/>
              <a:gd name="connsiteX82" fmla="*/ 463075 w 5734864"/>
              <a:gd name="connsiteY82" fmla="*/ 3055956 h 6858000"/>
              <a:gd name="connsiteX83" fmla="*/ 455013 w 5734864"/>
              <a:gd name="connsiteY83" fmla="*/ 3094482 h 6858000"/>
              <a:gd name="connsiteX84" fmla="*/ 428391 w 5734864"/>
              <a:gd name="connsiteY84" fmla="*/ 3198850 h 6858000"/>
              <a:gd name="connsiteX85" fmla="*/ 401440 w 5734864"/>
              <a:gd name="connsiteY85" fmla="*/ 3307560 h 6858000"/>
              <a:gd name="connsiteX86" fmla="*/ 386076 w 5734864"/>
              <a:gd name="connsiteY86" fmla="*/ 3373943 h 6858000"/>
              <a:gd name="connsiteX87" fmla="*/ 374726 w 5734864"/>
              <a:gd name="connsiteY87" fmla="*/ 3381364 h 6858000"/>
              <a:gd name="connsiteX88" fmla="*/ 369145 w 5734864"/>
              <a:gd name="connsiteY88" fmla="*/ 3383729 h 6858000"/>
              <a:gd name="connsiteX89" fmla="*/ 364294 w 5734864"/>
              <a:gd name="connsiteY89" fmla="*/ 3414159 h 6858000"/>
              <a:gd name="connsiteX90" fmla="*/ 366450 w 5734864"/>
              <a:gd name="connsiteY90" fmla="*/ 3436925 h 6858000"/>
              <a:gd name="connsiteX91" fmla="*/ 351743 w 5734864"/>
              <a:gd name="connsiteY91" fmla="*/ 3521619 h 6858000"/>
              <a:gd name="connsiteX92" fmla="*/ 345784 w 5734864"/>
              <a:gd name="connsiteY92" fmla="*/ 3603757 h 6858000"/>
              <a:gd name="connsiteX93" fmla="*/ 344198 w 5734864"/>
              <a:gd name="connsiteY93" fmla="*/ 3652424 h 6858000"/>
              <a:gd name="connsiteX94" fmla="*/ 352450 w 5734864"/>
              <a:gd name="connsiteY94" fmla="*/ 3665222 h 6858000"/>
              <a:gd name="connsiteX95" fmla="*/ 342621 w 5734864"/>
              <a:gd name="connsiteY95" fmla="*/ 3700804 h 6858000"/>
              <a:gd name="connsiteX96" fmla="*/ 341514 w 5734864"/>
              <a:gd name="connsiteY96" fmla="*/ 3734774 h 6858000"/>
              <a:gd name="connsiteX97" fmla="*/ 340607 w 5734864"/>
              <a:gd name="connsiteY97" fmla="*/ 3785153 h 6858000"/>
              <a:gd name="connsiteX98" fmla="*/ 340707 w 5734864"/>
              <a:gd name="connsiteY98" fmla="*/ 3788177 h 6858000"/>
              <a:gd name="connsiteX99" fmla="*/ 340361 w 5734864"/>
              <a:gd name="connsiteY99" fmla="*/ 3798803 h 6858000"/>
              <a:gd name="connsiteX100" fmla="*/ 339642 w 5734864"/>
              <a:gd name="connsiteY100" fmla="*/ 3838750 h 6858000"/>
              <a:gd name="connsiteX101" fmla="*/ 360295 w 5734864"/>
              <a:gd name="connsiteY101" fmla="*/ 4015196 h 6858000"/>
              <a:gd name="connsiteX102" fmla="*/ 339043 w 5734864"/>
              <a:gd name="connsiteY102" fmla="*/ 4052778 h 6858000"/>
              <a:gd name="connsiteX103" fmla="*/ 339343 w 5734864"/>
              <a:gd name="connsiteY103" fmla="*/ 4096257 h 6858000"/>
              <a:gd name="connsiteX104" fmla="*/ 340786 w 5734864"/>
              <a:gd name="connsiteY104" fmla="*/ 4321136 h 6858000"/>
              <a:gd name="connsiteX105" fmla="*/ 343158 w 5734864"/>
              <a:gd name="connsiteY105" fmla="*/ 4429174 h 6858000"/>
              <a:gd name="connsiteX106" fmla="*/ 334599 w 5734864"/>
              <a:gd name="connsiteY106" fmla="*/ 4449938 h 6858000"/>
              <a:gd name="connsiteX107" fmla="*/ 332890 w 5734864"/>
              <a:gd name="connsiteY107" fmla="*/ 4453515 h 6858000"/>
              <a:gd name="connsiteX108" fmla="*/ 331105 w 5734864"/>
              <a:gd name="connsiteY108" fmla="*/ 4467941 h 6858000"/>
              <a:gd name="connsiteX109" fmla="*/ 324289 w 5734864"/>
              <a:gd name="connsiteY109" fmla="*/ 4471861 h 6858000"/>
              <a:gd name="connsiteX110" fmla="*/ 317079 w 5734864"/>
              <a:gd name="connsiteY110" fmla="*/ 4493468 h 6858000"/>
              <a:gd name="connsiteX111" fmla="*/ 315557 w 5734864"/>
              <a:gd name="connsiteY111" fmla="*/ 4520067 h 6858000"/>
              <a:gd name="connsiteX112" fmla="*/ 315240 w 5734864"/>
              <a:gd name="connsiteY112" fmla="*/ 4536872 h 6858000"/>
              <a:gd name="connsiteX113" fmla="*/ 316200 w 5734864"/>
              <a:gd name="connsiteY113" fmla="*/ 4538297 h 6858000"/>
              <a:gd name="connsiteX114" fmla="*/ 317507 w 5734864"/>
              <a:gd name="connsiteY114" fmla="*/ 4547582 h 6858000"/>
              <a:gd name="connsiteX115" fmla="*/ 323078 w 5734864"/>
              <a:gd name="connsiteY115" fmla="*/ 4592102 h 6858000"/>
              <a:gd name="connsiteX116" fmla="*/ 328722 w 5734864"/>
              <a:gd name="connsiteY116" fmla="*/ 4667914 h 6858000"/>
              <a:gd name="connsiteX117" fmla="*/ 335597 w 5734864"/>
              <a:gd name="connsiteY117" fmla="*/ 4695035 h 6858000"/>
              <a:gd name="connsiteX118" fmla="*/ 339485 w 5734864"/>
              <a:gd name="connsiteY118" fmla="*/ 4695979 h 6858000"/>
              <a:gd name="connsiteX119" fmla="*/ 341089 w 5734864"/>
              <a:gd name="connsiteY119" fmla="*/ 4704268 h 6858000"/>
              <a:gd name="connsiteX120" fmla="*/ 342177 w 5734864"/>
              <a:gd name="connsiteY120" fmla="*/ 4706060 h 6858000"/>
              <a:gd name="connsiteX121" fmla="*/ 347751 w 5734864"/>
              <a:gd name="connsiteY121" fmla="*/ 4716754 h 6858000"/>
              <a:gd name="connsiteX122" fmla="*/ 344125 w 5734864"/>
              <a:gd name="connsiteY122" fmla="*/ 4764669 h 6858000"/>
              <a:gd name="connsiteX123" fmla="*/ 340188 w 5734864"/>
              <a:gd name="connsiteY123" fmla="*/ 4779386 h 6858000"/>
              <a:gd name="connsiteX124" fmla="*/ 335146 w 5734864"/>
              <a:gd name="connsiteY124" fmla="*/ 4787491 h 6858000"/>
              <a:gd name="connsiteX125" fmla="*/ 319124 w 5734864"/>
              <a:gd name="connsiteY125" fmla="*/ 4843514 h 6858000"/>
              <a:gd name="connsiteX126" fmla="*/ 305956 w 5734864"/>
              <a:gd name="connsiteY126" fmla="*/ 4881505 h 6858000"/>
              <a:gd name="connsiteX127" fmla="*/ 301062 w 5734864"/>
              <a:gd name="connsiteY127" fmla="*/ 4889332 h 6858000"/>
              <a:gd name="connsiteX128" fmla="*/ 302141 w 5734864"/>
              <a:gd name="connsiteY128" fmla="*/ 4899400 h 6858000"/>
              <a:gd name="connsiteX129" fmla="*/ 304424 w 5734864"/>
              <a:gd name="connsiteY129" fmla="*/ 4902664 h 6858000"/>
              <a:gd name="connsiteX130" fmla="*/ 293123 w 5734864"/>
              <a:gd name="connsiteY130" fmla="*/ 4932769 h 6858000"/>
              <a:gd name="connsiteX131" fmla="*/ 292275 w 5734864"/>
              <a:gd name="connsiteY131" fmla="*/ 4936482 h 6858000"/>
              <a:gd name="connsiteX132" fmla="*/ 288304 w 5734864"/>
              <a:gd name="connsiteY132" fmla="*/ 4962325 h 6858000"/>
              <a:gd name="connsiteX133" fmla="*/ 287420 w 5734864"/>
              <a:gd name="connsiteY133" fmla="*/ 5042193 h 6858000"/>
              <a:gd name="connsiteX134" fmla="*/ 287020 w 5734864"/>
              <a:gd name="connsiteY134" fmla="*/ 5065655 h 6858000"/>
              <a:gd name="connsiteX135" fmla="*/ 288488 w 5734864"/>
              <a:gd name="connsiteY135" fmla="*/ 5082216 h 6858000"/>
              <a:gd name="connsiteX136" fmla="*/ 282763 w 5734864"/>
              <a:gd name="connsiteY136" fmla="*/ 5127114 h 6858000"/>
              <a:gd name="connsiteX137" fmla="*/ 269316 w 5734864"/>
              <a:gd name="connsiteY137" fmla="*/ 5202682 h 6858000"/>
              <a:gd name="connsiteX138" fmla="*/ 269174 w 5734864"/>
              <a:gd name="connsiteY138" fmla="*/ 5230835 h 6858000"/>
              <a:gd name="connsiteX139" fmla="*/ 272679 w 5734864"/>
              <a:gd name="connsiteY139" fmla="*/ 5232660 h 6858000"/>
              <a:gd name="connsiteX140" fmla="*/ 272160 w 5734864"/>
              <a:gd name="connsiteY140" fmla="*/ 5241150 h 6858000"/>
              <a:gd name="connsiteX141" fmla="*/ 272760 w 5734864"/>
              <a:gd name="connsiteY141" fmla="*/ 5243156 h 6858000"/>
              <a:gd name="connsiteX142" fmla="*/ 275462 w 5734864"/>
              <a:gd name="connsiteY142" fmla="*/ 5254919 h 6858000"/>
              <a:gd name="connsiteX143" fmla="*/ 262897 w 5734864"/>
              <a:gd name="connsiteY143" fmla="*/ 5286259 h 6858000"/>
              <a:gd name="connsiteX144" fmla="*/ 252761 w 5734864"/>
              <a:gd name="connsiteY144" fmla="*/ 5357801 h 6858000"/>
              <a:gd name="connsiteX145" fmla="*/ 242360 w 5734864"/>
              <a:gd name="connsiteY145" fmla="*/ 5460080 h 6858000"/>
              <a:gd name="connsiteX146" fmla="*/ 229880 w 5734864"/>
              <a:gd name="connsiteY146" fmla="*/ 5539714 h 6858000"/>
              <a:gd name="connsiteX147" fmla="*/ 204283 w 5734864"/>
              <a:gd name="connsiteY147" fmla="*/ 5639080 h 6858000"/>
              <a:gd name="connsiteX148" fmla="*/ 198948 w 5734864"/>
              <a:gd name="connsiteY148" fmla="*/ 5710958 h 6858000"/>
              <a:gd name="connsiteX149" fmla="*/ 192367 w 5734864"/>
              <a:gd name="connsiteY149" fmla="*/ 5719859 h 6858000"/>
              <a:gd name="connsiteX150" fmla="*/ 188035 w 5734864"/>
              <a:gd name="connsiteY150" fmla="*/ 5729935 h 6858000"/>
              <a:gd name="connsiteX151" fmla="*/ 188428 w 5734864"/>
              <a:gd name="connsiteY151" fmla="*/ 5731182 h 6858000"/>
              <a:gd name="connsiteX152" fmla="*/ 181635 w 5734864"/>
              <a:gd name="connsiteY152" fmla="*/ 5753538 h 6858000"/>
              <a:gd name="connsiteX153" fmla="*/ 169744 w 5734864"/>
              <a:gd name="connsiteY153" fmla="*/ 5796307 h 6858000"/>
              <a:gd name="connsiteX154" fmla="*/ 170351 w 5734864"/>
              <a:gd name="connsiteY154" fmla="*/ 5796644 h 6858000"/>
              <a:gd name="connsiteX155" fmla="*/ 171559 w 5734864"/>
              <a:gd name="connsiteY155" fmla="*/ 5803435 h 6858000"/>
              <a:gd name="connsiteX156" fmla="*/ 172284 w 5734864"/>
              <a:gd name="connsiteY156" fmla="*/ 5816391 h 6858000"/>
              <a:gd name="connsiteX157" fmla="*/ 182542 w 5734864"/>
              <a:gd name="connsiteY157" fmla="*/ 5846382 h 6858000"/>
              <a:gd name="connsiteX158" fmla="*/ 175877 w 5734864"/>
              <a:gd name="connsiteY158" fmla="*/ 5871336 h 6858000"/>
              <a:gd name="connsiteX159" fmla="*/ 174910 w 5734864"/>
              <a:gd name="connsiteY159" fmla="*/ 5876376 h 6858000"/>
              <a:gd name="connsiteX160" fmla="*/ 175047 w 5734864"/>
              <a:gd name="connsiteY160" fmla="*/ 5876483 h 6858000"/>
              <a:gd name="connsiteX161" fmla="*/ 174335 w 5734864"/>
              <a:gd name="connsiteY161" fmla="*/ 5881814 h 6858000"/>
              <a:gd name="connsiteX162" fmla="*/ 171273 w 5734864"/>
              <a:gd name="connsiteY162" fmla="*/ 5895339 h 6858000"/>
              <a:gd name="connsiteX163" fmla="*/ 171658 w 5734864"/>
              <a:gd name="connsiteY163" fmla="*/ 5898749 h 6858000"/>
              <a:gd name="connsiteX164" fmla="*/ 174658 w 5734864"/>
              <a:gd name="connsiteY164" fmla="*/ 5919558 h 6858000"/>
              <a:gd name="connsiteX165" fmla="*/ 169099 w 5734864"/>
              <a:gd name="connsiteY165" fmla="*/ 5984417 h 6858000"/>
              <a:gd name="connsiteX166" fmla="*/ 162007 w 5734864"/>
              <a:gd name="connsiteY166" fmla="*/ 6049043 h 6858000"/>
              <a:gd name="connsiteX167" fmla="*/ 156875 w 5734864"/>
              <a:gd name="connsiteY167" fmla="*/ 6114000 h 6858000"/>
              <a:gd name="connsiteX168" fmla="*/ 165441 w 5734864"/>
              <a:gd name="connsiteY168" fmla="*/ 6146938 h 6858000"/>
              <a:gd name="connsiteX169" fmla="*/ 165177 w 5734864"/>
              <a:gd name="connsiteY169" fmla="*/ 6150658 h 6858000"/>
              <a:gd name="connsiteX170" fmla="*/ 161772 w 5734864"/>
              <a:gd name="connsiteY170" fmla="*/ 6160011 h 6858000"/>
              <a:gd name="connsiteX171" fmla="*/ 160051 w 5734864"/>
              <a:gd name="connsiteY171" fmla="*/ 6163393 h 6858000"/>
              <a:gd name="connsiteX172" fmla="*/ 158473 w 5734864"/>
              <a:gd name="connsiteY172" fmla="*/ 6168628 h 6858000"/>
              <a:gd name="connsiteX173" fmla="*/ 158573 w 5734864"/>
              <a:gd name="connsiteY173" fmla="*/ 6168799 h 6858000"/>
              <a:gd name="connsiteX174" fmla="*/ 146463 w 5734864"/>
              <a:gd name="connsiteY174" fmla="*/ 6196671 h 6858000"/>
              <a:gd name="connsiteX175" fmla="*/ 150209 w 5734864"/>
              <a:gd name="connsiteY175" fmla="*/ 6232365 h 6858000"/>
              <a:gd name="connsiteX176" fmla="*/ 148544 w 5734864"/>
              <a:gd name="connsiteY176" fmla="*/ 6246162 h 6858000"/>
              <a:gd name="connsiteX177" fmla="*/ 148403 w 5734864"/>
              <a:gd name="connsiteY177" fmla="*/ 6253754 h 6858000"/>
              <a:gd name="connsiteX178" fmla="*/ 138880 w 5734864"/>
              <a:gd name="connsiteY178" fmla="*/ 6276449 h 6858000"/>
              <a:gd name="connsiteX179" fmla="*/ 138683 w 5734864"/>
              <a:gd name="connsiteY179" fmla="*/ 6279721 h 6858000"/>
              <a:gd name="connsiteX180" fmla="*/ 130721 w 5734864"/>
              <a:gd name="connsiteY180" fmla="*/ 6293675 h 6858000"/>
              <a:gd name="connsiteX181" fmla="*/ 120717 w 5734864"/>
              <a:gd name="connsiteY181" fmla="*/ 6313967 h 6858000"/>
              <a:gd name="connsiteX182" fmla="*/ 120841 w 5734864"/>
              <a:gd name="connsiteY182" fmla="*/ 6315437 h 6858000"/>
              <a:gd name="connsiteX183" fmla="*/ 115208 w 5734864"/>
              <a:gd name="connsiteY183" fmla="*/ 6324024 h 6858000"/>
              <a:gd name="connsiteX184" fmla="*/ 101217 w 5734864"/>
              <a:gd name="connsiteY184" fmla="*/ 6365923 h 6858000"/>
              <a:gd name="connsiteX185" fmla="*/ 74946 w 5734864"/>
              <a:gd name="connsiteY185" fmla="*/ 6556817 h 6858000"/>
              <a:gd name="connsiteX186" fmla="*/ 16001 w 5734864"/>
              <a:gd name="connsiteY186" fmla="*/ 6808678 h 6858000"/>
              <a:gd name="connsiteX187" fmla="*/ 0 w 5734864"/>
              <a:gd name="connsiteY187" fmla="*/ 6858000 h 6858000"/>
              <a:gd name="connsiteX188" fmla="*/ 5734864 w 5734864"/>
              <a:gd name="connsiteY188" fmla="*/ 685800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4660 w 5734864"/>
              <a:gd name="connsiteY33" fmla="*/ 1982709 h 6858000"/>
              <a:gd name="connsiteX34" fmla="*/ 710759 w 5734864"/>
              <a:gd name="connsiteY34" fmla="*/ 2013010 h 6858000"/>
              <a:gd name="connsiteX35" fmla="*/ 697927 w 5734864"/>
              <a:gd name="connsiteY35" fmla="*/ 2069833 h 6858000"/>
              <a:gd name="connsiteX36" fmla="*/ 693594 w 5734864"/>
              <a:gd name="connsiteY36" fmla="*/ 2103731 h 6858000"/>
              <a:gd name="connsiteX37" fmla="*/ 691109 w 5734864"/>
              <a:gd name="connsiteY37" fmla="*/ 2124027 h 6858000"/>
              <a:gd name="connsiteX38" fmla="*/ 676593 w 5734864"/>
              <a:gd name="connsiteY38" fmla="*/ 2176182 h 6858000"/>
              <a:gd name="connsiteX39" fmla="*/ 633227 w 5734864"/>
              <a:gd name="connsiteY39" fmla="*/ 2258036 h 6858000"/>
              <a:gd name="connsiteX40" fmla="*/ 625564 w 5734864"/>
              <a:gd name="connsiteY40" fmla="*/ 2284567 h 6858000"/>
              <a:gd name="connsiteX41" fmla="*/ 627074 w 5734864"/>
              <a:gd name="connsiteY41" fmla="*/ 2289605 h 6858000"/>
              <a:gd name="connsiteX42" fmla="*/ 614574 w 5734864"/>
              <a:gd name="connsiteY42" fmla="*/ 2308717 h 6858000"/>
              <a:gd name="connsiteX43" fmla="*/ 606890 w 5734864"/>
              <a:gd name="connsiteY43" fmla="*/ 2320662 h 6858000"/>
              <a:gd name="connsiteX44" fmla="*/ 605558 w 5734864"/>
              <a:gd name="connsiteY44" fmla="*/ 2327897 h 6858000"/>
              <a:gd name="connsiteX45" fmla="*/ 602202 w 5734864"/>
              <a:gd name="connsiteY45" fmla="*/ 2357749 h 6858000"/>
              <a:gd name="connsiteX46" fmla="*/ 600213 w 5734864"/>
              <a:gd name="connsiteY46" fmla="*/ 2364905 h 6858000"/>
              <a:gd name="connsiteX47" fmla="*/ 597160 w 5734864"/>
              <a:gd name="connsiteY47" fmla="*/ 2388351 h 6858000"/>
              <a:gd name="connsiteX48" fmla="*/ 597982 w 5734864"/>
              <a:gd name="connsiteY48" fmla="*/ 2402296 h 6858000"/>
              <a:gd name="connsiteX49" fmla="*/ 593150 w 5734864"/>
              <a:gd name="connsiteY49" fmla="*/ 2420015 h 6858000"/>
              <a:gd name="connsiteX50" fmla="*/ 592833 w 5734864"/>
              <a:gd name="connsiteY50" fmla="*/ 2422749 h 6858000"/>
              <a:gd name="connsiteX51" fmla="*/ 594479 w 5734864"/>
              <a:gd name="connsiteY51" fmla="*/ 2426002 h 6858000"/>
              <a:gd name="connsiteX52" fmla="*/ 591963 w 5734864"/>
              <a:gd name="connsiteY52" fmla="*/ 2431950 h 6858000"/>
              <a:gd name="connsiteX53" fmla="*/ 591544 w 5734864"/>
              <a:gd name="connsiteY53" fmla="*/ 2433897 h 6858000"/>
              <a:gd name="connsiteX54" fmla="*/ 589519 w 5734864"/>
              <a:gd name="connsiteY54" fmla="*/ 2451398 h 6858000"/>
              <a:gd name="connsiteX55" fmla="*/ 590037 w 5734864"/>
              <a:gd name="connsiteY55" fmla="*/ 2455536 h 6858000"/>
              <a:gd name="connsiteX56" fmla="*/ 588179 w 5734864"/>
              <a:gd name="connsiteY56" fmla="*/ 2462981 h 6858000"/>
              <a:gd name="connsiteX57" fmla="*/ 583434 w 5734864"/>
              <a:gd name="connsiteY57" fmla="*/ 2503991 h 6858000"/>
              <a:gd name="connsiteX58" fmla="*/ 567942 w 5734864"/>
              <a:gd name="connsiteY58" fmla="*/ 2652936 h 6858000"/>
              <a:gd name="connsiteX59" fmla="*/ 573869 w 5734864"/>
              <a:gd name="connsiteY59" fmla="*/ 2670188 h 6858000"/>
              <a:gd name="connsiteX60" fmla="*/ 575243 w 5734864"/>
              <a:gd name="connsiteY60" fmla="*/ 2688114 h 6858000"/>
              <a:gd name="connsiteX61" fmla="*/ 573824 w 5734864"/>
              <a:gd name="connsiteY61" fmla="*/ 2689856 h 6858000"/>
              <a:gd name="connsiteX62" fmla="*/ 570699 w 5734864"/>
              <a:gd name="connsiteY62" fmla="*/ 2709353 h 6858000"/>
              <a:gd name="connsiteX63" fmla="*/ 573192 w 5734864"/>
              <a:gd name="connsiteY63" fmla="*/ 2714527 h 6858000"/>
              <a:gd name="connsiteX64" fmla="*/ 572044 w 5734864"/>
              <a:gd name="connsiteY64" fmla="*/ 2728187 h 6858000"/>
              <a:gd name="connsiteX65" fmla="*/ 572465 w 5734864"/>
              <a:gd name="connsiteY65" fmla="*/ 2755863 h 6858000"/>
              <a:gd name="connsiteX66" fmla="*/ 570028 w 5734864"/>
              <a:gd name="connsiteY66" fmla="*/ 2760324 h 6858000"/>
              <a:gd name="connsiteX67" fmla="*/ 566748 w 5734864"/>
              <a:gd name="connsiteY67" fmla="*/ 2800948 h 6858000"/>
              <a:gd name="connsiteX68" fmla="*/ 565509 w 5734864"/>
              <a:gd name="connsiteY68" fmla="*/ 2801167 h 6858000"/>
              <a:gd name="connsiteX69" fmla="*/ 559367 w 5734864"/>
              <a:gd name="connsiteY69" fmla="*/ 2811129 h 6858000"/>
              <a:gd name="connsiteX70" fmla="*/ 550354 w 5734864"/>
              <a:gd name="connsiteY70" fmla="*/ 2830949 h 6858000"/>
              <a:gd name="connsiteX71" fmla="*/ 514795 w 5734864"/>
              <a:gd name="connsiteY71" fmla="*/ 2872433 h 6858000"/>
              <a:gd name="connsiteX72" fmla="*/ 509875 w 5734864"/>
              <a:gd name="connsiteY72" fmla="*/ 2923099 h 6858000"/>
              <a:gd name="connsiteX73" fmla="*/ 509577 w 5734864"/>
              <a:gd name="connsiteY73" fmla="*/ 2923197 h 6858000"/>
              <a:gd name="connsiteX74" fmla="*/ 507597 w 5734864"/>
              <a:gd name="connsiteY74" fmla="*/ 2931868 h 6858000"/>
              <a:gd name="connsiteX75" fmla="*/ 507379 w 5734864"/>
              <a:gd name="connsiteY75" fmla="*/ 2938322 h 6858000"/>
              <a:gd name="connsiteX76" fmla="*/ 504725 w 5734864"/>
              <a:gd name="connsiteY76" fmla="*/ 2954519 h 6858000"/>
              <a:gd name="connsiteX77" fmla="*/ 502018 w 5734864"/>
              <a:gd name="connsiteY77" fmla="*/ 2959643 h 6858000"/>
              <a:gd name="connsiteX78" fmla="*/ 498360 w 5734864"/>
              <a:gd name="connsiteY78" fmla="*/ 2961019 h 6858000"/>
              <a:gd name="connsiteX79" fmla="*/ 498483 w 5734864"/>
              <a:gd name="connsiteY79" fmla="*/ 2962590 h 6858000"/>
              <a:gd name="connsiteX80" fmla="*/ 484403 w 5734864"/>
              <a:gd name="connsiteY80" fmla="*/ 2990538 h 6858000"/>
              <a:gd name="connsiteX81" fmla="*/ 463075 w 5734864"/>
              <a:gd name="connsiteY81" fmla="*/ 3055956 h 6858000"/>
              <a:gd name="connsiteX82" fmla="*/ 455013 w 5734864"/>
              <a:gd name="connsiteY82" fmla="*/ 3094482 h 6858000"/>
              <a:gd name="connsiteX83" fmla="*/ 428391 w 5734864"/>
              <a:gd name="connsiteY83" fmla="*/ 3198850 h 6858000"/>
              <a:gd name="connsiteX84" fmla="*/ 401440 w 5734864"/>
              <a:gd name="connsiteY84" fmla="*/ 3307560 h 6858000"/>
              <a:gd name="connsiteX85" fmla="*/ 386076 w 5734864"/>
              <a:gd name="connsiteY85" fmla="*/ 3373943 h 6858000"/>
              <a:gd name="connsiteX86" fmla="*/ 374726 w 5734864"/>
              <a:gd name="connsiteY86" fmla="*/ 3381364 h 6858000"/>
              <a:gd name="connsiteX87" fmla="*/ 369145 w 5734864"/>
              <a:gd name="connsiteY87" fmla="*/ 3383729 h 6858000"/>
              <a:gd name="connsiteX88" fmla="*/ 364294 w 5734864"/>
              <a:gd name="connsiteY88" fmla="*/ 3414159 h 6858000"/>
              <a:gd name="connsiteX89" fmla="*/ 366450 w 5734864"/>
              <a:gd name="connsiteY89" fmla="*/ 3436925 h 6858000"/>
              <a:gd name="connsiteX90" fmla="*/ 351743 w 5734864"/>
              <a:gd name="connsiteY90" fmla="*/ 3521619 h 6858000"/>
              <a:gd name="connsiteX91" fmla="*/ 345784 w 5734864"/>
              <a:gd name="connsiteY91" fmla="*/ 3603757 h 6858000"/>
              <a:gd name="connsiteX92" fmla="*/ 344198 w 5734864"/>
              <a:gd name="connsiteY92" fmla="*/ 3652424 h 6858000"/>
              <a:gd name="connsiteX93" fmla="*/ 352450 w 5734864"/>
              <a:gd name="connsiteY93" fmla="*/ 3665222 h 6858000"/>
              <a:gd name="connsiteX94" fmla="*/ 342621 w 5734864"/>
              <a:gd name="connsiteY94" fmla="*/ 3700804 h 6858000"/>
              <a:gd name="connsiteX95" fmla="*/ 341514 w 5734864"/>
              <a:gd name="connsiteY95" fmla="*/ 3734774 h 6858000"/>
              <a:gd name="connsiteX96" fmla="*/ 340607 w 5734864"/>
              <a:gd name="connsiteY96" fmla="*/ 3785153 h 6858000"/>
              <a:gd name="connsiteX97" fmla="*/ 340707 w 5734864"/>
              <a:gd name="connsiteY97" fmla="*/ 3788177 h 6858000"/>
              <a:gd name="connsiteX98" fmla="*/ 340361 w 5734864"/>
              <a:gd name="connsiteY98" fmla="*/ 3798803 h 6858000"/>
              <a:gd name="connsiteX99" fmla="*/ 339642 w 5734864"/>
              <a:gd name="connsiteY99" fmla="*/ 3838750 h 6858000"/>
              <a:gd name="connsiteX100" fmla="*/ 360295 w 5734864"/>
              <a:gd name="connsiteY100" fmla="*/ 4015196 h 6858000"/>
              <a:gd name="connsiteX101" fmla="*/ 339043 w 5734864"/>
              <a:gd name="connsiteY101" fmla="*/ 4052778 h 6858000"/>
              <a:gd name="connsiteX102" fmla="*/ 339343 w 5734864"/>
              <a:gd name="connsiteY102" fmla="*/ 4096257 h 6858000"/>
              <a:gd name="connsiteX103" fmla="*/ 340786 w 5734864"/>
              <a:gd name="connsiteY103" fmla="*/ 4321136 h 6858000"/>
              <a:gd name="connsiteX104" fmla="*/ 343158 w 5734864"/>
              <a:gd name="connsiteY104" fmla="*/ 4429174 h 6858000"/>
              <a:gd name="connsiteX105" fmla="*/ 334599 w 5734864"/>
              <a:gd name="connsiteY105" fmla="*/ 4449938 h 6858000"/>
              <a:gd name="connsiteX106" fmla="*/ 332890 w 5734864"/>
              <a:gd name="connsiteY106" fmla="*/ 4453515 h 6858000"/>
              <a:gd name="connsiteX107" fmla="*/ 331105 w 5734864"/>
              <a:gd name="connsiteY107" fmla="*/ 4467941 h 6858000"/>
              <a:gd name="connsiteX108" fmla="*/ 324289 w 5734864"/>
              <a:gd name="connsiteY108" fmla="*/ 4471861 h 6858000"/>
              <a:gd name="connsiteX109" fmla="*/ 317079 w 5734864"/>
              <a:gd name="connsiteY109" fmla="*/ 4493468 h 6858000"/>
              <a:gd name="connsiteX110" fmla="*/ 315557 w 5734864"/>
              <a:gd name="connsiteY110" fmla="*/ 4520067 h 6858000"/>
              <a:gd name="connsiteX111" fmla="*/ 315240 w 5734864"/>
              <a:gd name="connsiteY111" fmla="*/ 4536872 h 6858000"/>
              <a:gd name="connsiteX112" fmla="*/ 316200 w 5734864"/>
              <a:gd name="connsiteY112" fmla="*/ 4538297 h 6858000"/>
              <a:gd name="connsiteX113" fmla="*/ 317507 w 5734864"/>
              <a:gd name="connsiteY113" fmla="*/ 4547582 h 6858000"/>
              <a:gd name="connsiteX114" fmla="*/ 323078 w 5734864"/>
              <a:gd name="connsiteY114" fmla="*/ 4592102 h 6858000"/>
              <a:gd name="connsiteX115" fmla="*/ 328722 w 5734864"/>
              <a:gd name="connsiteY115" fmla="*/ 4667914 h 6858000"/>
              <a:gd name="connsiteX116" fmla="*/ 335597 w 5734864"/>
              <a:gd name="connsiteY116" fmla="*/ 4695035 h 6858000"/>
              <a:gd name="connsiteX117" fmla="*/ 339485 w 5734864"/>
              <a:gd name="connsiteY117" fmla="*/ 4695979 h 6858000"/>
              <a:gd name="connsiteX118" fmla="*/ 341089 w 5734864"/>
              <a:gd name="connsiteY118" fmla="*/ 4704268 h 6858000"/>
              <a:gd name="connsiteX119" fmla="*/ 342177 w 5734864"/>
              <a:gd name="connsiteY119" fmla="*/ 4706060 h 6858000"/>
              <a:gd name="connsiteX120" fmla="*/ 347751 w 5734864"/>
              <a:gd name="connsiteY120" fmla="*/ 4716754 h 6858000"/>
              <a:gd name="connsiteX121" fmla="*/ 344125 w 5734864"/>
              <a:gd name="connsiteY121" fmla="*/ 4764669 h 6858000"/>
              <a:gd name="connsiteX122" fmla="*/ 340188 w 5734864"/>
              <a:gd name="connsiteY122" fmla="*/ 4779386 h 6858000"/>
              <a:gd name="connsiteX123" fmla="*/ 335146 w 5734864"/>
              <a:gd name="connsiteY123" fmla="*/ 4787491 h 6858000"/>
              <a:gd name="connsiteX124" fmla="*/ 319124 w 5734864"/>
              <a:gd name="connsiteY124" fmla="*/ 4843514 h 6858000"/>
              <a:gd name="connsiteX125" fmla="*/ 305956 w 5734864"/>
              <a:gd name="connsiteY125" fmla="*/ 4881505 h 6858000"/>
              <a:gd name="connsiteX126" fmla="*/ 301062 w 5734864"/>
              <a:gd name="connsiteY126" fmla="*/ 4889332 h 6858000"/>
              <a:gd name="connsiteX127" fmla="*/ 302141 w 5734864"/>
              <a:gd name="connsiteY127" fmla="*/ 4899400 h 6858000"/>
              <a:gd name="connsiteX128" fmla="*/ 304424 w 5734864"/>
              <a:gd name="connsiteY128" fmla="*/ 4902664 h 6858000"/>
              <a:gd name="connsiteX129" fmla="*/ 293123 w 5734864"/>
              <a:gd name="connsiteY129" fmla="*/ 4932769 h 6858000"/>
              <a:gd name="connsiteX130" fmla="*/ 292275 w 5734864"/>
              <a:gd name="connsiteY130" fmla="*/ 4936482 h 6858000"/>
              <a:gd name="connsiteX131" fmla="*/ 288304 w 5734864"/>
              <a:gd name="connsiteY131" fmla="*/ 4962325 h 6858000"/>
              <a:gd name="connsiteX132" fmla="*/ 287420 w 5734864"/>
              <a:gd name="connsiteY132" fmla="*/ 5042193 h 6858000"/>
              <a:gd name="connsiteX133" fmla="*/ 287020 w 5734864"/>
              <a:gd name="connsiteY133" fmla="*/ 5065655 h 6858000"/>
              <a:gd name="connsiteX134" fmla="*/ 288488 w 5734864"/>
              <a:gd name="connsiteY134" fmla="*/ 5082216 h 6858000"/>
              <a:gd name="connsiteX135" fmla="*/ 282763 w 5734864"/>
              <a:gd name="connsiteY135" fmla="*/ 5127114 h 6858000"/>
              <a:gd name="connsiteX136" fmla="*/ 269316 w 5734864"/>
              <a:gd name="connsiteY136" fmla="*/ 5202682 h 6858000"/>
              <a:gd name="connsiteX137" fmla="*/ 269174 w 5734864"/>
              <a:gd name="connsiteY137" fmla="*/ 5230835 h 6858000"/>
              <a:gd name="connsiteX138" fmla="*/ 272679 w 5734864"/>
              <a:gd name="connsiteY138" fmla="*/ 5232660 h 6858000"/>
              <a:gd name="connsiteX139" fmla="*/ 272160 w 5734864"/>
              <a:gd name="connsiteY139" fmla="*/ 5241150 h 6858000"/>
              <a:gd name="connsiteX140" fmla="*/ 272760 w 5734864"/>
              <a:gd name="connsiteY140" fmla="*/ 5243156 h 6858000"/>
              <a:gd name="connsiteX141" fmla="*/ 275462 w 5734864"/>
              <a:gd name="connsiteY141" fmla="*/ 5254919 h 6858000"/>
              <a:gd name="connsiteX142" fmla="*/ 262897 w 5734864"/>
              <a:gd name="connsiteY142" fmla="*/ 5286259 h 6858000"/>
              <a:gd name="connsiteX143" fmla="*/ 252761 w 5734864"/>
              <a:gd name="connsiteY143" fmla="*/ 5357801 h 6858000"/>
              <a:gd name="connsiteX144" fmla="*/ 242360 w 5734864"/>
              <a:gd name="connsiteY144" fmla="*/ 5460080 h 6858000"/>
              <a:gd name="connsiteX145" fmla="*/ 229880 w 5734864"/>
              <a:gd name="connsiteY145" fmla="*/ 5539714 h 6858000"/>
              <a:gd name="connsiteX146" fmla="*/ 204283 w 5734864"/>
              <a:gd name="connsiteY146" fmla="*/ 5639080 h 6858000"/>
              <a:gd name="connsiteX147" fmla="*/ 198948 w 5734864"/>
              <a:gd name="connsiteY147" fmla="*/ 5710958 h 6858000"/>
              <a:gd name="connsiteX148" fmla="*/ 192367 w 5734864"/>
              <a:gd name="connsiteY148" fmla="*/ 5719859 h 6858000"/>
              <a:gd name="connsiteX149" fmla="*/ 188035 w 5734864"/>
              <a:gd name="connsiteY149" fmla="*/ 5729935 h 6858000"/>
              <a:gd name="connsiteX150" fmla="*/ 188428 w 5734864"/>
              <a:gd name="connsiteY150" fmla="*/ 5731182 h 6858000"/>
              <a:gd name="connsiteX151" fmla="*/ 181635 w 5734864"/>
              <a:gd name="connsiteY151" fmla="*/ 5753538 h 6858000"/>
              <a:gd name="connsiteX152" fmla="*/ 169744 w 5734864"/>
              <a:gd name="connsiteY152" fmla="*/ 5796307 h 6858000"/>
              <a:gd name="connsiteX153" fmla="*/ 170351 w 5734864"/>
              <a:gd name="connsiteY153" fmla="*/ 5796644 h 6858000"/>
              <a:gd name="connsiteX154" fmla="*/ 171559 w 5734864"/>
              <a:gd name="connsiteY154" fmla="*/ 5803435 h 6858000"/>
              <a:gd name="connsiteX155" fmla="*/ 172284 w 5734864"/>
              <a:gd name="connsiteY155" fmla="*/ 5816391 h 6858000"/>
              <a:gd name="connsiteX156" fmla="*/ 182542 w 5734864"/>
              <a:gd name="connsiteY156" fmla="*/ 5846382 h 6858000"/>
              <a:gd name="connsiteX157" fmla="*/ 175877 w 5734864"/>
              <a:gd name="connsiteY157" fmla="*/ 5871336 h 6858000"/>
              <a:gd name="connsiteX158" fmla="*/ 174910 w 5734864"/>
              <a:gd name="connsiteY158" fmla="*/ 5876376 h 6858000"/>
              <a:gd name="connsiteX159" fmla="*/ 175047 w 5734864"/>
              <a:gd name="connsiteY159" fmla="*/ 5876483 h 6858000"/>
              <a:gd name="connsiteX160" fmla="*/ 174335 w 5734864"/>
              <a:gd name="connsiteY160" fmla="*/ 5881814 h 6858000"/>
              <a:gd name="connsiteX161" fmla="*/ 171273 w 5734864"/>
              <a:gd name="connsiteY161" fmla="*/ 5895339 h 6858000"/>
              <a:gd name="connsiteX162" fmla="*/ 171658 w 5734864"/>
              <a:gd name="connsiteY162" fmla="*/ 5898749 h 6858000"/>
              <a:gd name="connsiteX163" fmla="*/ 174658 w 5734864"/>
              <a:gd name="connsiteY163" fmla="*/ 5919558 h 6858000"/>
              <a:gd name="connsiteX164" fmla="*/ 169099 w 5734864"/>
              <a:gd name="connsiteY164" fmla="*/ 5984417 h 6858000"/>
              <a:gd name="connsiteX165" fmla="*/ 162007 w 5734864"/>
              <a:gd name="connsiteY165" fmla="*/ 6049043 h 6858000"/>
              <a:gd name="connsiteX166" fmla="*/ 156875 w 5734864"/>
              <a:gd name="connsiteY166" fmla="*/ 6114000 h 6858000"/>
              <a:gd name="connsiteX167" fmla="*/ 165441 w 5734864"/>
              <a:gd name="connsiteY167" fmla="*/ 6146938 h 6858000"/>
              <a:gd name="connsiteX168" fmla="*/ 165177 w 5734864"/>
              <a:gd name="connsiteY168" fmla="*/ 6150658 h 6858000"/>
              <a:gd name="connsiteX169" fmla="*/ 161772 w 5734864"/>
              <a:gd name="connsiteY169" fmla="*/ 6160011 h 6858000"/>
              <a:gd name="connsiteX170" fmla="*/ 160051 w 5734864"/>
              <a:gd name="connsiteY170" fmla="*/ 6163393 h 6858000"/>
              <a:gd name="connsiteX171" fmla="*/ 158473 w 5734864"/>
              <a:gd name="connsiteY171" fmla="*/ 6168628 h 6858000"/>
              <a:gd name="connsiteX172" fmla="*/ 158573 w 5734864"/>
              <a:gd name="connsiteY172" fmla="*/ 6168799 h 6858000"/>
              <a:gd name="connsiteX173" fmla="*/ 146463 w 5734864"/>
              <a:gd name="connsiteY173" fmla="*/ 6196671 h 6858000"/>
              <a:gd name="connsiteX174" fmla="*/ 150209 w 5734864"/>
              <a:gd name="connsiteY174" fmla="*/ 6232365 h 6858000"/>
              <a:gd name="connsiteX175" fmla="*/ 148544 w 5734864"/>
              <a:gd name="connsiteY175" fmla="*/ 6246162 h 6858000"/>
              <a:gd name="connsiteX176" fmla="*/ 148403 w 5734864"/>
              <a:gd name="connsiteY176" fmla="*/ 6253754 h 6858000"/>
              <a:gd name="connsiteX177" fmla="*/ 138880 w 5734864"/>
              <a:gd name="connsiteY177" fmla="*/ 6276449 h 6858000"/>
              <a:gd name="connsiteX178" fmla="*/ 138683 w 5734864"/>
              <a:gd name="connsiteY178" fmla="*/ 6279721 h 6858000"/>
              <a:gd name="connsiteX179" fmla="*/ 130721 w 5734864"/>
              <a:gd name="connsiteY179" fmla="*/ 6293675 h 6858000"/>
              <a:gd name="connsiteX180" fmla="*/ 120717 w 5734864"/>
              <a:gd name="connsiteY180" fmla="*/ 6313967 h 6858000"/>
              <a:gd name="connsiteX181" fmla="*/ 120841 w 5734864"/>
              <a:gd name="connsiteY181" fmla="*/ 6315437 h 6858000"/>
              <a:gd name="connsiteX182" fmla="*/ 115208 w 5734864"/>
              <a:gd name="connsiteY182" fmla="*/ 6324024 h 6858000"/>
              <a:gd name="connsiteX183" fmla="*/ 101217 w 5734864"/>
              <a:gd name="connsiteY183" fmla="*/ 6365923 h 6858000"/>
              <a:gd name="connsiteX184" fmla="*/ 74946 w 5734864"/>
              <a:gd name="connsiteY184" fmla="*/ 6556817 h 6858000"/>
              <a:gd name="connsiteX185" fmla="*/ 16001 w 5734864"/>
              <a:gd name="connsiteY185" fmla="*/ 6808678 h 6858000"/>
              <a:gd name="connsiteX186" fmla="*/ 0 w 5734864"/>
              <a:gd name="connsiteY186" fmla="*/ 6858000 h 6858000"/>
              <a:gd name="connsiteX187" fmla="*/ 5734864 w 5734864"/>
              <a:gd name="connsiteY187" fmla="*/ 6858000 h 6858000"/>
              <a:gd name="connsiteX188" fmla="*/ 5734864 w 5734864"/>
              <a:gd name="connsiteY188" fmla="*/ 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7865 w 5734864"/>
              <a:gd name="connsiteY13" fmla="*/ 1070795 h 6858000"/>
              <a:gd name="connsiteX14" fmla="*/ 862786 w 5734864"/>
              <a:gd name="connsiteY14" fmla="*/ 1238994 h 6858000"/>
              <a:gd name="connsiteX15" fmla="*/ 859345 w 5734864"/>
              <a:gd name="connsiteY15" fmla="*/ 1380427 h 6858000"/>
              <a:gd name="connsiteX16" fmla="*/ 855172 w 5734864"/>
              <a:gd name="connsiteY16" fmla="*/ 1435262 h 6858000"/>
              <a:gd name="connsiteX17" fmla="*/ 860494 w 5734864"/>
              <a:gd name="connsiteY17" fmla="*/ 1453861 h 6858000"/>
              <a:gd name="connsiteX18" fmla="*/ 853731 w 5734864"/>
              <a:gd name="connsiteY18" fmla="*/ 1467047 h 6858000"/>
              <a:gd name="connsiteX19" fmla="*/ 845847 w 5734864"/>
              <a:gd name="connsiteY19" fmla="*/ 1502307 h 6858000"/>
              <a:gd name="connsiteX20" fmla="*/ 817613 w 5734864"/>
              <a:gd name="connsiteY20" fmla="*/ 1565166 h 6858000"/>
              <a:gd name="connsiteX21" fmla="*/ 804223 w 5734864"/>
              <a:gd name="connsiteY21" fmla="*/ 1601941 h 6858000"/>
              <a:gd name="connsiteX22" fmla="*/ 791773 w 5734864"/>
              <a:gd name="connsiteY22" fmla="*/ 1627005 h 6858000"/>
              <a:gd name="connsiteX23" fmla="*/ 774645 w 5734864"/>
              <a:gd name="connsiteY23" fmla="*/ 1699922 h 6858000"/>
              <a:gd name="connsiteX24" fmla="*/ 752343 w 5734864"/>
              <a:gd name="connsiteY24" fmla="*/ 1824604 h 6858000"/>
              <a:gd name="connsiteX25" fmla="*/ 746254 w 5734864"/>
              <a:gd name="connsiteY25" fmla="*/ 1850222 h 6858000"/>
              <a:gd name="connsiteX26" fmla="*/ 728600 w 5734864"/>
              <a:gd name="connsiteY26" fmla="*/ 1869603 h 6858000"/>
              <a:gd name="connsiteX27" fmla="*/ 724396 w 5734864"/>
              <a:gd name="connsiteY27" fmla="*/ 1883104 h 6858000"/>
              <a:gd name="connsiteX28" fmla="*/ 722165 w 5734864"/>
              <a:gd name="connsiteY28" fmla="*/ 1885924 h 6858000"/>
              <a:gd name="connsiteX29" fmla="*/ 721338 w 5734864"/>
              <a:gd name="connsiteY29" fmla="*/ 1887123 h 6858000"/>
              <a:gd name="connsiteX30" fmla="*/ 714840 w 5734864"/>
              <a:gd name="connsiteY30" fmla="*/ 1902274 h 6858000"/>
              <a:gd name="connsiteX31" fmla="*/ 722847 w 5734864"/>
              <a:gd name="connsiteY31" fmla="*/ 1929891 h 6858000"/>
              <a:gd name="connsiteX32" fmla="*/ 714660 w 5734864"/>
              <a:gd name="connsiteY32" fmla="*/ 1982709 h 6858000"/>
              <a:gd name="connsiteX33" fmla="*/ 710759 w 5734864"/>
              <a:gd name="connsiteY33" fmla="*/ 2013010 h 6858000"/>
              <a:gd name="connsiteX34" fmla="*/ 697927 w 5734864"/>
              <a:gd name="connsiteY34" fmla="*/ 2069833 h 6858000"/>
              <a:gd name="connsiteX35" fmla="*/ 693594 w 5734864"/>
              <a:gd name="connsiteY35" fmla="*/ 2103731 h 6858000"/>
              <a:gd name="connsiteX36" fmla="*/ 691109 w 5734864"/>
              <a:gd name="connsiteY36" fmla="*/ 2124027 h 6858000"/>
              <a:gd name="connsiteX37" fmla="*/ 676593 w 5734864"/>
              <a:gd name="connsiteY37" fmla="*/ 2176182 h 6858000"/>
              <a:gd name="connsiteX38" fmla="*/ 633227 w 5734864"/>
              <a:gd name="connsiteY38" fmla="*/ 2258036 h 6858000"/>
              <a:gd name="connsiteX39" fmla="*/ 625564 w 5734864"/>
              <a:gd name="connsiteY39" fmla="*/ 2284567 h 6858000"/>
              <a:gd name="connsiteX40" fmla="*/ 627074 w 5734864"/>
              <a:gd name="connsiteY40" fmla="*/ 2289605 h 6858000"/>
              <a:gd name="connsiteX41" fmla="*/ 614574 w 5734864"/>
              <a:gd name="connsiteY41" fmla="*/ 2308717 h 6858000"/>
              <a:gd name="connsiteX42" fmla="*/ 606890 w 5734864"/>
              <a:gd name="connsiteY42" fmla="*/ 2320662 h 6858000"/>
              <a:gd name="connsiteX43" fmla="*/ 605558 w 5734864"/>
              <a:gd name="connsiteY43" fmla="*/ 2327897 h 6858000"/>
              <a:gd name="connsiteX44" fmla="*/ 602202 w 5734864"/>
              <a:gd name="connsiteY44" fmla="*/ 2357749 h 6858000"/>
              <a:gd name="connsiteX45" fmla="*/ 600213 w 5734864"/>
              <a:gd name="connsiteY45" fmla="*/ 2364905 h 6858000"/>
              <a:gd name="connsiteX46" fmla="*/ 597160 w 5734864"/>
              <a:gd name="connsiteY46" fmla="*/ 2388351 h 6858000"/>
              <a:gd name="connsiteX47" fmla="*/ 597982 w 5734864"/>
              <a:gd name="connsiteY47" fmla="*/ 2402296 h 6858000"/>
              <a:gd name="connsiteX48" fmla="*/ 593150 w 5734864"/>
              <a:gd name="connsiteY48" fmla="*/ 2420015 h 6858000"/>
              <a:gd name="connsiteX49" fmla="*/ 592833 w 5734864"/>
              <a:gd name="connsiteY49" fmla="*/ 2422749 h 6858000"/>
              <a:gd name="connsiteX50" fmla="*/ 594479 w 5734864"/>
              <a:gd name="connsiteY50" fmla="*/ 2426002 h 6858000"/>
              <a:gd name="connsiteX51" fmla="*/ 591963 w 5734864"/>
              <a:gd name="connsiteY51" fmla="*/ 2431950 h 6858000"/>
              <a:gd name="connsiteX52" fmla="*/ 591544 w 5734864"/>
              <a:gd name="connsiteY52" fmla="*/ 2433897 h 6858000"/>
              <a:gd name="connsiteX53" fmla="*/ 589519 w 5734864"/>
              <a:gd name="connsiteY53" fmla="*/ 2451398 h 6858000"/>
              <a:gd name="connsiteX54" fmla="*/ 590037 w 5734864"/>
              <a:gd name="connsiteY54" fmla="*/ 2455536 h 6858000"/>
              <a:gd name="connsiteX55" fmla="*/ 588179 w 5734864"/>
              <a:gd name="connsiteY55" fmla="*/ 2462981 h 6858000"/>
              <a:gd name="connsiteX56" fmla="*/ 583434 w 5734864"/>
              <a:gd name="connsiteY56" fmla="*/ 2503991 h 6858000"/>
              <a:gd name="connsiteX57" fmla="*/ 567942 w 5734864"/>
              <a:gd name="connsiteY57" fmla="*/ 2652936 h 6858000"/>
              <a:gd name="connsiteX58" fmla="*/ 573869 w 5734864"/>
              <a:gd name="connsiteY58" fmla="*/ 2670188 h 6858000"/>
              <a:gd name="connsiteX59" fmla="*/ 575243 w 5734864"/>
              <a:gd name="connsiteY59" fmla="*/ 2688114 h 6858000"/>
              <a:gd name="connsiteX60" fmla="*/ 573824 w 5734864"/>
              <a:gd name="connsiteY60" fmla="*/ 2689856 h 6858000"/>
              <a:gd name="connsiteX61" fmla="*/ 570699 w 5734864"/>
              <a:gd name="connsiteY61" fmla="*/ 2709353 h 6858000"/>
              <a:gd name="connsiteX62" fmla="*/ 573192 w 5734864"/>
              <a:gd name="connsiteY62" fmla="*/ 2714527 h 6858000"/>
              <a:gd name="connsiteX63" fmla="*/ 572044 w 5734864"/>
              <a:gd name="connsiteY63" fmla="*/ 2728187 h 6858000"/>
              <a:gd name="connsiteX64" fmla="*/ 572465 w 5734864"/>
              <a:gd name="connsiteY64" fmla="*/ 2755863 h 6858000"/>
              <a:gd name="connsiteX65" fmla="*/ 570028 w 5734864"/>
              <a:gd name="connsiteY65" fmla="*/ 2760324 h 6858000"/>
              <a:gd name="connsiteX66" fmla="*/ 566748 w 5734864"/>
              <a:gd name="connsiteY66" fmla="*/ 2800948 h 6858000"/>
              <a:gd name="connsiteX67" fmla="*/ 565509 w 5734864"/>
              <a:gd name="connsiteY67" fmla="*/ 2801167 h 6858000"/>
              <a:gd name="connsiteX68" fmla="*/ 559367 w 5734864"/>
              <a:gd name="connsiteY68" fmla="*/ 2811129 h 6858000"/>
              <a:gd name="connsiteX69" fmla="*/ 550354 w 5734864"/>
              <a:gd name="connsiteY69" fmla="*/ 2830949 h 6858000"/>
              <a:gd name="connsiteX70" fmla="*/ 514795 w 5734864"/>
              <a:gd name="connsiteY70" fmla="*/ 2872433 h 6858000"/>
              <a:gd name="connsiteX71" fmla="*/ 509875 w 5734864"/>
              <a:gd name="connsiteY71" fmla="*/ 2923099 h 6858000"/>
              <a:gd name="connsiteX72" fmla="*/ 509577 w 5734864"/>
              <a:gd name="connsiteY72" fmla="*/ 2923197 h 6858000"/>
              <a:gd name="connsiteX73" fmla="*/ 507597 w 5734864"/>
              <a:gd name="connsiteY73" fmla="*/ 2931868 h 6858000"/>
              <a:gd name="connsiteX74" fmla="*/ 507379 w 5734864"/>
              <a:gd name="connsiteY74" fmla="*/ 2938322 h 6858000"/>
              <a:gd name="connsiteX75" fmla="*/ 504725 w 5734864"/>
              <a:gd name="connsiteY75" fmla="*/ 2954519 h 6858000"/>
              <a:gd name="connsiteX76" fmla="*/ 502018 w 5734864"/>
              <a:gd name="connsiteY76" fmla="*/ 2959643 h 6858000"/>
              <a:gd name="connsiteX77" fmla="*/ 498360 w 5734864"/>
              <a:gd name="connsiteY77" fmla="*/ 2961019 h 6858000"/>
              <a:gd name="connsiteX78" fmla="*/ 498483 w 5734864"/>
              <a:gd name="connsiteY78" fmla="*/ 2962590 h 6858000"/>
              <a:gd name="connsiteX79" fmla="*/ 484403 w 5734864"/>
              <a:gd name="connsiteY79" fmla="*/ 2990538 h 6858000"/>
              <a:gd name="connsiteX80" fmla="*/ 463075 w 5734864"/>
              <a:gd name="connsiteY80" fmla="*/ 3055956 h 6858000"/>
              <a:gd name="connsiteX81" fmla="*/ 455013 w 5734864"/>
              <a:gd name="connsiteY81" fmla="*/ 3094482 h 6858000"/>
              <a:gd name="connsiteX82" fmla="*/ 428391 w 5734864"/>
              <a:gd name="connsiteY82" fmla="*/ 3198850 h 6858000"/>
              <a:gd name="connsiteX83" fmla="*/ 401440 w 5734864"/>
              <a:gd name="connsiteY83" fmla="*/ 3307560 h 6858000"/>
              <a:gd name="connsiteX84" fmla="*/ 386076 w 5734864"/>
              <a:gd name="connsiteY84" fmla="*/ 3373943 h 6858000"/>
              <a:gd name="connsiteX85" fmla="*/ 374726 w 5734864"/>
              <a:gd name="connsiteY85" fmla="*/ 3381364 h 6858000"/>
              <a:gd name="connsiteX86" fmla="*/ 369145 w 5734864"/>
              <a:gd name="connsiteY86" fmla="*/ 3383729 h 6858000"/>
              <a:gd name="connsiteX87" fmla="*/ 364294 w 5734864"/>
              <a:gd name="connsiteY87" fmla="*/ 3414159 h 6858000"/>
              <a:gd name="connsiteX88" fmla="*/ 366450 w 5734864"/>
              <a:gd name="connsiteY88" fmla="*/ 3436925 h 6858000"/>
              <a:gd name="connsiteX89" fmla="*/ 351743 w 5734864"/>
              <a:gd name="connsiteY89" fmla="*/ 3521619 h 6858000"/>
              <a:gd name="connsiteX90" fmla="*/ 345784 w 5734864"/>
              <a:gd name="connsiteY90" fmla="*/ 3603757 h 6858000"/>
              <a:gd name="connsiteX91" fmla="*/ 344198 w 5734864"/>
              <a:gd name="connsiteY91" fmla="*/ 3652424 h 6858000"/>
              <a:gd name="connsiteX92" fmla="*/ 352450 w 5734864"/>
              <a:gd name="connsiteY92" fmla="*/ 3665222 h 6858000"/>
              <a:gd name="connsiteX93" fmla="*/ 342621 w 5734864"/>
              <a:gd name="connsiteY93" fmla="*/ 3700804 h 6858000"/>
              <a:gd name="connsiteX94" fmla="*/ 341514 w 5734864"/>
              <a:gd name="connsiteY94" fmla="*/ 3734774 h 6858000"/>
              <a:gd name="connsiteX95" fmla="*/ 340607 w 5734864"/>
              <a:gd name="connsiteY95" fmla="*/ 3785153 h 6858000"/>
              <a:gd name="connsiteX96" fmla="*/ 340707 w 5734864"/>
              <a:gd name="connsiteY96" fmla="*/ 3788177 h 6858000"/>
              <a:gd name="connsiteX97" fmla="*/ 340361 w 5734864"/>
              <a:gd name="connsiteY97" fmla="*/ 3798803 h 6858000"/>
              <a:gd name="connsiteX98" fmla="*/ 339642 w 5734864"/>
              <a:gd name="connsiteY98" fmla="*/ 3838750 h 6858000"/>
              <a:gd name="connsiteX99" fmla="*/ 360295 w 5734864"/>
              <a:gd name="connsiteY99" fmla="*/ 4015196 h 6858000"/>
              <a:gd name="connsiteX100" fmla="*/ 339043 w 5734864"/>
              <a:gd name="connsiteY100" fmla="*/ 4052778 h 6858000"/>
              <a:gd name="connsiteX101" fmla="*/ 339343 w 5734864"/>
              <a:gd name="connsiteY101" fmla="*/ 4096257 h 6858000"/>
              <a:gd name="connsiteX102" fmla="*/ 340786 w 5734864"/>
              <a:gd name="connsiteY102" fmla="*/ 4321136 h 6858000"/>
              <a:gd name="connsiteX103" fmla="*/ 343158 w 5734864"/>
              <a:gd name="connsiteY103" fmla="*/ 4429174 h 6858000"/>
              <a:gd name="connsiteX104" fmla="*/ 334599 w 5734864"/>
              <a:gd name="connsiteY104" fmla="*/ 4449938 h 6858000"/>
              <a:gd name="connsiteX105" fmla="*/ 332890 w 5734864"/>
              <a:gd name="connsiteY105" fmla="*/ 4453515 h 6858000"/>
              <a:gd name="connsiteX106" fmla="*/ 331105 w 5734864"/>
              <a:gd name="connsiteY106" fmla="*/ 4467941 h 6858000"/>
              <a:gd name="connsiteX107" fmla="*/ 324289 w 5734864"/>
              <a:gd name="connsiteY107" fmla="*/ 4471861 h 6858000"/>
              <a:gd name="connsiteX108" fmla="*/ 317079 w 5734864"/>
              <a:gd name="connsiteY108" fmla="*/ 4493468 h 6858000"/>
              <a:gd name="connsiteX109" fmla="*/ 315557 w 5734864"/>
              <a:gd name="connsiteY109" fmla="*/ 4520067 h 6858000"/>
              <a:gd name="connsiteX110" fmla="*/ 315240 w 5734864"/>
              <a:gd name="connsiteY110" fmla="*/ 4536872 h 6858000"/>
              <a:gd name="connsiteX111" fmla="*/ 316200 w 5734864"/>
              <a:gd name="connsiteY111" fmla="*/ 4538297 h 6858000"/>
              <a:gd name="connsiteX112" fmla="*/ 317507 w 5734864"/>
              <a:gd name="connsiteY112" fmla="*/ 4547582 h 6858000"/>
              <a:gd name="connsiteX113" fmla="*/ 323078 w 5734864"/>
              <a:gd name="connsiteY113" fmla="*/ 4592102 h 6858000"/>
              <a:gd name="connsiteX114" fmla="*/ 328722 w 5734864"/>
              <a:gd name="connsiteY114" fmla="*/ 4667914 h 6858000"/>
              <a:gd name="connsiteX115" fmla="*/ 335597 w 5734864"/>
              <a:gd name="connsiteY115" fmla="*/ 4695035 h 6858000"/>
              <a:gd name="connsiteX116" fmla="*/ 339485 w 5734864"/>
              <a:gd name="connsiteY116" fmla="*/ 4695979 h 6858000"/>
              <a:gd name="connsiteX117" fmla="*/ 341089 w 5734864"/>
              <a:gd name="connsiteY117" fmla="*/ 4704268 h 6858000"/>
              <a:gd name="connsiteX118" fmla="*/ 342177 w 5734864"/>
              <a:gd name="connsiteY118" fmla="*/ 4706060 h 6858000"/>
              <a:gd name="connsiteX119" fmla="*/ 347751 w 5734864"/>
              <a:gd name="connsiteY119" fmla="*/ 4716754 h 6858000"/>
              <a:gd name="connsiteX120" fmla="*/ 344125 w 5734864"/>
              <a:gd name="connsiteY120" fmla="*/ 4764669 h 6858000"/>
              <a:gd name="connsiteX121" fmla="*/ 340188 w 5734864"/>
              <a:gd name="connsiteY121" fmla="*/ 4779386 h 6858000"/>
              <a:gd name="connsiteX122" fmla="*/ 335146 w 5734864"/>
              <a:gd name="connsiteY122" fmla="*/ 4787491 h 6858000"/>
              <a:gd name="connsiteX123" fmla="*/ 319124 w 5734864"/>
              <a:gd name="connsiteY123" fmla="*/ 4843514 h 6858000"/>
              <a:gd name="connsiteX124" fmla="*/ 305956 w 5734864"/>
              <a:gd name="connsiteY124" fmla="*/ 4881505 h 6858000"/>
              <a:gd name="connsiteX125" fmla="*/ 301062 w 5734864"/>
              <a:gd name="connsiteY125" fmla="*/ 4889332 h 6858000"/>
              <a:gd name="connsiteX126" fmla="*/ 302141 w 5734864"/>
              <a:gd name="connsiteY126" fmla="*/ 4899400 h 6858000"/>
              <a:gd name="connsiteX127" fmla="*/ 304424 w 5734864"/>
              <a:gd name="connsiteY127" fmla="*/ 4902664 h 6858000"/>
              <a:gd name="connsiteX128" fmla="*/ 293123 w 5734864"/>
              <a:gd name="connsiteY128" fmla="*/ 4932769 h 6858000"/>
              <a:gd name="connsiteX129" fmla="*/ 292275 w 5734864"/>
              <a:gd name="connsiteY129" fmla="*/ 4936482 h 6858000"/>
              <a:gd name="connsiteX130" fmla="*/ 288304 w 5734864"/>
              <a:gd name="connsiteY130" fmla="*/ 4962325 h 6858000"/>
              <a:gd name="connsiteX131" fmla="*/ 287420 w 5734864"/>
              <a:gd name="connsiteY131" fmla="*/ 5042193 h 6858000"/>
              <a:gd name="connsiteX132" fmla="*/ 287020 w 5734864"/>
              <a:gd name="connsiteY132" fmla="*/ 5065655 h 6858000"/>
              <a:gd name="connsiteX133" fmla="*/ 288488 w 5734864"/>
              <a:gd name="connsiteY133" fmla="*/ 5082216 h 6858000"/>
              <a:gd name="connsiteX134" fmla="*/ 282763 w 5734864"/>
              <a:gd name="connsiteY134" fmla="*/ 5127114 h 6858000"/>
              <a:gd name="connsiteX135" fmla="*/ 269316 w 5734864"/>
              <a:gd name="connsiteY135" fmla="*/ 5202682 h 6858000"/>
              <a:gd name="connsiteX136" fmla="*/ 269174 w 5734864"/>
              <a:gd name="connsiteY136" fmla="*/ 5230835 h 6858000"/>
              <a:gd name="connsiteX137" fmla="*/ 272679 w 5734864"/>
              <a:gd name="connsiteY137" fmla="*/ 5232660 h 6858000"/>
              <a:gd name="connsiteX138" fmla="*/ 272160 w 5734864"/>
              <a:gd name="connsiteY138" fmla="*/ 5241150 h 6858000"/>
              <a:gd name="connsiteX139" fmla="*/ 272760 w 5734864"/>
              <a:gd name="connsiteY139" fmla="*/ 5243156 h 6858000"/>
              <a:gd name="connsiteX140" fmla="*/ 275462 w 5734864"/>
              <a:gd name="connsiteY140" fmla="*/ 5254919 h 6858000"/>
              <a:gd name="connsiteX141" fmla="*/ 262897 w 5734864"/>
              <a:gd name="connsiteY141" fmla="*/ 5286259 h 6858000"/>
              <a:gd name="connsiteX142" fmla="*/ 252761 w 5734864"/>
              <a:gd name="connsiteY142" fmla="*/ 5357801 h 6858000"/>
              <a:gd name="connsiteX143" fmla="*/ 242360 w 5734864"/>
              <a:gd name="connsiteY143" fmla="*/ 5460080 h 6858000"/>
              <a:gd name="connsiteX144" fmla="*/ 229880 w 5734864"/>
              <a:gd name="connsiteY144" fmla="*/ 5539714 h 6858000"/>
              <a:gd name="connsiteX145" fmla="*/ 204283 w 5734864"/>
              <a:gd name="connsiteY145" fmla="*/ 5639080 h 6858000"/>
              <a:gd name="connsiteX146" fmla="*/ 198948 w 5734864"/>
              <a:gd name="connsiteY146" fmla="*/ 5710958 h 6858000"/>
              <a:gd name="connsiteX147" fmla="*/ 192367 w 5734864"/>
              <a:gd name="connsiteY147" fmla="*/ 5719859 h 6858000"/>
              <a:gd name="connsiteX148" fmla="*/ 188035 w 5734864"/>
              <a:gd name="connsiteY148" fmla="*/ 5729935 h 6858000"/>
              <a:gd name="connsiteX149" fmla="*/ 188428 w 5734864"/>
              <a:gd name="connsiteY149" fmla="*/ 5731182 h 6858000"/>
              <a:gd name="connsiteX150" fmla="*/ 181635 w 5734864"/>
              <a:gd name="connsiteY150" fmla="*/ 5753538 h 6858000"/>
              <a:gd name="connsiteX151" fmla="*/ 169744 w 5734864"/>
              <a:gd name="connsiteY151" fmla="*/ 5796307 h 6858000"/>
              <a:gd name="connsiteX152" fmla="*/ 170351 w 5734864"/>
              <a:gd name="connsiteY152" fmla="*/ 5796644 h 6858000"/>
              <a:gd name="connsiteX153" fmla="*/ 171559 w 5734864"/>
              <a:gd name="connsiteY153" fmla="*/ 5803435 h 6858000"/>
              <a:gd name="connsiteX154" fmla="*/ 172284 w 5734864"/>
              <a:gd name="connsiteY154" fmla="*/ 5816391 h 6858000"/>
              <a:gd name="connsiteX155" fmla="*/ 182542 w 5734864"/>
              <a:gd name="connsiteY155" fmla="*/ 5846382 h 6858000"/>
              <a:gd name="connsiteX156" fmla="*/ 175877 w 5734864"/>
              <a:gd name="connsiteY156" fmla="*/ 5871336 h 6858000"/>
              <a:gd name="connsiteX157" fmla="*/ 174910 w 5734864"/>
              <a:gd name="connsiteY157" fmla="*/ 5876376 h 6858000"/>
              <a:gd name="connsiteX158" fmla="*/ 175047 w 5734864"/>
              <a:gd name="connsiteY158" fmla="*/ 5876483 h 6858000"/>
              <a:gd name="connsiteX159" fmla="*/ 174335 w 5734864"/>
              <a:gd name="connsiteY159" fmla="*/ 5881814 h 6858000"/>
              <a:gd name="connsiteX160" fmla="*/ 171273 w 5734864"/>
              <a:gd name="connsiteY160" fmla="*/ 5895339 h 6858000"/>
              <a:gd name="connsiteX161" fmla="*/ 171658 w 5734864"/>
              <a:gd name="connsiteY161" fmla="*/ 5898749 h 6858000"/>
              <a:gd name="connsiteX162" fmla="*/ 174658 w 5734864"/>
              <a:gd name="connsiteY162" fmla="*/ 5919558 h 6858000"/>
              <a:gd name="connsiteX163" fmla="*/ 169099 w 5734864"/>
              <a:gd name="connsiteY163" fmla="*/ 5984417 h 6858000"/>
              <a:gd name="connsiteX164" fmla="*/ 162007 w 5734864"/>
              <a:gd name="connsiteY164" fmla="*/ 6049043 h 6858000"/>
              <a:gd name="connsiteX165" fmla="*/ 156875 w 5734864"/>
              <a:gd name="connsiteY165" fmla="*/ 6114000 h 6858000"/>
              <a:gd name="connsiteX166" fmla="*/ 165441 w 5734864"/>
              <a:gd name="connsiteY166" fmla="*/ 6146938 h 6858000"/>
              <a:gd name="connsiteX167" fmla="*/ 165177 w 5734864"/>
              <a:gd name="connsiteY167" fmla="*/ 6150658 h 6858000"/>
              <a:gd name="connsiteX168" fmla="*/ 161772 w 5734864"/>
              <a:gd name="connsiteY168" fmla="*/ 6160011 h 6858000"/>
              <a:gd name="connsiteX169" fmla="*/ 160051 w 5734864"/>
              <a:gd name="connsiteY169" fmla="*/ 6163393 h 6858000"/>
              <a:gd name="connsiteX170" fmla="*/ 158473 w 5734864"/>
              <a:gd name="connsiteY170" fmla="*/ 6168628 h 6858000"/>
              <a:gd name="connsiteX171" fmla="*/ 158573 w 5734864"/>
              <a:gd name="connsiteY171" fmla="*/ 6168799 h 6858000"/>
              <a:gd name="connsiteX172" fmla="*/ 146463 w 5734864"/>
              <a:gd name="connsiteY172" fmla="*/ 6196671 h 6858000"/>
              <a:gd name="connsiteX173" fmla="*/ 150209 w 5734864"/>
              <a:gd name="connsiteY173" fmla="*/ 6232365 h 6858000"/>
              <a:gd name="connsiteX174" fmla="*/ 148544 w 5734864"/>
              <a:gd name="connsiteY174" fmla="*/ 6246162 h 6858000"/>
              <a:gd name="connsiteX175" fmla="*/ 148403 w 5734864"/>
              <a:gd name="connsiteY175" fmla="*/ 6253754 h 6858000"/>
              <a:gd name="connsiteX176" fmla="*/ 138880 w 5734864"/>
              <a:gd name="connsiteY176" fmla="*/ 6276449 h 6858000"/>
              <a:gd name="connsiteX177" fmla="*/ 138683 w 5734864"/>
              <a:gd name="connsiteY177" fmla="*/ 6279721 h 6858000"/>
              <a:gd name="connsiteX178" fmla="*/ 130721 w 5734864"/>
              <a:gd name="connsiteY178" fmla="*/ 6293675 h 6858000"/>
              <a:gd name="connsiteX179" fmla="*/ 120717 w 5734864"/>
              <a:gd name="connsiteY179" fmla="*/ 6313967 h 6858000"/>
              <a:gd name="connsiteX180" fmla="*/ 120841 w 5734864"/>
              <a:gd name="connsiteY180" fmla="*/ 6315437 h 6858000"/>
              <a:gd name="connsiteX181" fmla="*/ 115208 w 5734864"/>
              <a:gd name="connsiteY181" fmla="*/ 6324024 h 6858000"/>
              <a:gd name="connsiteX182" fmla="*/ 101217 w 5734864"/>
              <a:gd name="connsiteY182" fmla="*/ 6365923 h 6858000"/>
              <a:gd name="connsiteX183" fmla="*/ 74946 w 5734864"/>
              <a:gd name="connsiteY183" fmla="*/ 6556817 h 6858000"/>
              <a:gd name="connsiteX184" fmla="*/ 16001 w 5734864"/>
              <a:gd name="connsiteY184" fmla="*/ 6808678 h 6858000"/>
              <a:gd name="connsiteX185" fmla="*/ 0 w 5734864"/>
              <a:gd name="connsiteY185" fmla="*/ 6858000 h 6858000"/>
              <a:gd name="connsiteX186" fmla="*/ 5734864 w 5734864"/>
              <a:gd name="connsiteY186" fmla="*/ 6858000 h 6858000"/>
              <a:gd name="connsiteX187" fmla="*/ 5734864 w 5734864"/>
              <a:gd name="connsiteY18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734864" h="6858000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0056" y="992094"/>
            <a:ext cx="2712684" cy="2795160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Security Analysis and Recommendations for Anthem Inc. and SolarWinds</a:t>
            </a:r>
          </a:p>
        </p:txBody>
      </p:sp>
      <p:pic>
        <p:nvPicPr>
          <p:cNvPr id="7" name="Picture 6" descr="A diagram of a triangle with different colored triangles">
            <a:extLst>
              <a:ext uri="{FF2B5EF4-FFF2-40B4-BE49-F238E27FC236}">
                <a16:creationId xmlns:a16="http://schemas.microsoft.com/office/drawing/2014/main" id="{58C751F2-AA7E-E9AA-D30F-1A71ACF00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1813" y="1936899"/>
            <a:ext cx="4281487" cy="29542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Picture 103" descr="Close up of a blue leaf&#10;&#10;AI-generated content may be incorrect.">
            <a:extLst>
              <a:ext uri="{FF2B5EF4-FFF2-40B4-BE49-F238E27FC236}">
                <a16:creationId xmlns:a16="http://schemas.microsoft.com/office/drawing/2014/main" id="{32A72F61-9EAF-F972-CFE7-1802377C84DF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l="4347" r="6652" b="-1"/>
          <a:stretch/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20" name="Rectangle 119">
            <a:extLst>
              <a:ext uri="{FF2B5EF4-FFF2-40B4-BE49-F238E27FC236}">
                <a16:creationId xmlns:a16="http://schemas.microsoft.com/office/drawing/2014/main" id="{2DD220D4-9A16-46CF-A315-653F079F6F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5084" y="643467"/>
            <a:ext cx="5195908" cy="5399193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pPr defTabSz="914400"/>
            <a:r>
              <a:rPr lang="en-US" dirty="0"/>
              <a:t>Executive Summary</a:t>
            </a:r>
          </a:p>
        </p:txBody>
      </p:sp>
      <p:graphicFrame>
        <p:nvGraphicFramePr>
          <p:cNvPr id="31" name="TextBox 28">
            <a:extLst>
              <a:ext uri="{FF2B5EF4-FFF2-40B4-BE49-F238E27FC236}">
                <a16:creationId xmlns:a16="http://schemas.microsoft.com/office/drawing/2014/main" id="{5900461F-B53C-DB9D-6C87-4F9E451E90C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62424199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9" name="Rectangle 98">
            <a:extLst>
              <a:ext uri="{FF2B5EF4-FFF2-40B4-BE49-F238E27FC236}">
                <a16:creationId xmlns:a16="http://schemas.microsoft.com/office/drawing/2014/main" id="{2596F992-698C-48C0-9D89-70DA4CE92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8760" y="489508"/>
            <a:ext cx="7721679" cy="118498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 dirty="0">
                <a:solidFill>
                  <a:schemeClr val="tx1"/>
                </a:solidFill>
                <a:latin typeface="Abadi" panose="020B0604020104020204" pitchFamily="34" charset="0"/>
              </a:rPr>
              <a:t>Organization Overview – Anthem Inc.</a:t>
            </a:r>
          </a:p>
        </p:txBody>
      </p:sp>
      <p:pic>
        <p:nvPicPr>
          <p:cNvPr id="5" name="Picture 4" descr="A close up of a logo">
            <a:extLst>
              <a:ext uri="{FF2B5EF4-FFF2-40B4-BE49-F238E27FC236}">
                <a16:creationId xmlns:a16="http://schemas.microsoft.com/office/drawing/2014/main" id="{FD1D1E8B-0513-75C9-19A7-3CF8CF3E34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34" b="-1"/>
          <a:stretch/>
        </p:blipFill>
        <p:spPr>
          <a:xfrm>
            <a:off x="5211096" y="2434718"/>
            <a:ext cx="3647769" cy="1891476"/>
          </a:xfrm>
          <a:prstGeom prst="rect">
            <a:avLst/>
          </a:prstGeom>
        </p:spPr>
      </p:pic>
      <p:sp>
        <p:nvSpPr>
          <p:cNvPr id="83" name="Rectangle 82">
            <a:extLst>
              <a:ext uri="{FF2B5EF4-FFF2-40B4-BE49-F238E27FC236}">
                <a16:creationId xmlns:a16="http://schemas.microsoft.com/office/drawing/2014/main" id="{A344AAA5-41F4-4862-97EF-688D31DC75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9144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85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69E1A62C-2AAF-4B3E-8CDB-65E2370809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28950" y="6400799"/>
            <a:ext cx="6115048" cy="456772"/>
          </a:xfrm>
          <a:prstGeom prst="rect">
            <a:avLst/>
          </a:prstGeom>
          <a:gradFill>
            <a:gsLst>
              <a:gs pos="0">
                <a:srgbClr val="000000">
                  <a:alpha val="2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1" name="TextBox 2">
            <a:extLst>
              <a:ext uri="{FF2B5EF4-FFF2-40B4-BE49-F238E27FC236}">
                <a16:creationId xmlns:a16="http://schemas.microsoft.com/office/drawing/2014/main" id="{B72B808C-C23C-A42B-DF02-4ECBC080762C}"/>
              </a:ext>
            </a:extLst>
          </p:cNvPr>
          <p:cNvGraphicFramePr/>
          <p:nvPr/>
        </p:nvGraphicFramePr>
        <p:xfrm>
          <a:off x="458760" y="2332695"/>
          <a:ext cx="5243950" cy="34098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4" name="Rectangle 73">
            <a:extLst>
              <a:ext uri="{FF2B5EF4-FFF2-40B4-BE49-F238E27FC236}">
                <a16:creationId xmlns:a16="http://schemas.microsoft.com/office/drawing/2014/main" id="{B1595A09-E336-4D1B-9B3A-06A2287A54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" y="4777739"/>
            <a:ext cx="2564242" cy="14121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2900"/>
              <a:t>Organization Overview – SolarWinds</a:t>
            </a:r>
          </a:p>
        </p:txBody>
      </p:sp>
      <p:pic>
        <p:nvPicPr>
          <p:cNvPr id="5" name="Picture 4" descr="A diagram of a software supply chain">
            <a:extLst>
              <a:ext uri="{FF2B5EF4-FFF2-40B4-BE49-F238E27FC236}">
                <a16:creationId xmlns:a16="http://schemas.microsoft.com/office/drawing/2014/main" id="{73D7B1FA-C039-E521-18F8-4BE2A41EAF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0178"/>
          <a:stretch/>
        </p:blipFill>
        <p:spPr>
          <a:xfrm>
            <a:off x="20" y="10"/>
            <a:ext cx="9143980" cy="4558420"/>
          </a:xfrm>
          <a:custGeom>
            <a:avLst/>
            <a:gdLst/>
            <a:ahLst/>
            <a:cxnLst/>
            <a:rect l="l" t="t" r="r" b="b"/>
            <a:pathLst>
              <a:path w="12188952" h="4558430">
                <a:moveTo>
                  <a:pt x="6789701" y="4490221"/>
                </a:moveTo>
                <a:lnTo>
                  <a:pt x="6788702" y="4490299"/>
                </a:lnTo>
                <a:lnTo>
                  <a:pt x="6788476" y="4490833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3596895"/>
                </a:lnTo>
                <a:lnTo>
                  <a:pt x="12061096" y="3635026"/>
                </a:lnTo>
                <a:cubicBezTo>
                  <a:pt x="11933500" y="3671240"/>
                  <a:pt x="11805390" y="3705769"/>
                  <a:pt x="11676800" y="3738601"/>
                </a:cubicBezTo>
                <a:cubicBezTo>
                  <a:pt x="11262789" y="3846108"/>
                  <a:pt x="10845343" y="3939710"/>
                  <a:pt x="10425355" y="4022140"/>
                </a:cubicBezTo>
                <a:cubicBezTo>
                  <a:pt x="10092810" y="4087351"/>
                  <a:pt x="9759033" y="4145748"/>
                  <a:pt x="9424022" y="4197302"/>
                </a:cubicBezTo>
                <a:cubicBezTo>
                  <a:pt x="9102997" y="4246959"/>
                  <a:pt x="8781133" y="4291526"/>
                  <a:pt x="8458419" y="4331003"/>
                </a:cubicBezTo>
                <a:cubicBezTo>
                  <a:pt x="8211360" y="4361169"/>
                  <a:pt x="7963792" y="4386742"/>
                  <a:pt x="7715970" y="4410950"/>
                </a:cubicBezTo>
                <a:lnTo>
                  <a:pt x="6951716" y="4476730"/>
                </a:lnTo>
                <a:lnTo>
                  <a:pt x="6936303" y="4478801"/>
                </a:lnTo>
                <a:lnTo>
                  <a:pt x="6790448" y="4490162"/>
                </a:lnTo>
                <a:lnTo>
                  <a:pt x="6799941" y="4491982"/>
                </a:lnTo>
                <a:cubicBezTo>
                  <a:pt x="6811623" y="4492448"/>
                  <a:pt x="6823734" y="4490275"/>
                  <a:pt x="6835432" y="4490275"/>
                </a:cubicBezTo>
                <a:cubicBezTo>
                  <a:pt x="6851580" y="4490275"/>
                  <a:pt x="6867729" y="4487668"/>
                  <a:pt x="6884003" y="4487297"/>
                </a:cubicBezTo>
                <a:cubicBezTo>
                  <a:pt x="7115805" y="4481835"/>
                  <a:pt x="7347351" y="4469668"/>
                  <a:pt x="7578771" y="4454770"/>
                </a:cubicBezTo>
                <a:cubicBezTo>
                  <a:pt x="7927552" y="4432302"/>
                  <a:pt x="8276080" y="4404123"/>
                  <a:pt x="8623845" y="4367873"/>
                </a:cubicBezTo>
                <a:cubicBezTo>
                  <a:pt x="8909939" y="4338575"/>
                  <a:pt x="9195310" y="4303940"/>
                  <a:pt x="9479970" y="4263967"/>
                </a:cubicBezTo>
                <a:cubicBezTo>
                  <a:pt x="9864901" y="4209593"/>
                  <a:pt x="10248014" y="4144879"/>
                  <a:pt x="10629308" y="4069810"/>
                </a:cubicBezTo>
                <a:cubicBezTo>
                  <a:pt x="11090114" y="3978690"/>
                  <a:pt x="11546975" y="3871184"/>
                  <a:pt x="11998498" y="3743816"/>
                </a:cubicBezTo>
                <a:lnTo>
                  <a:pt x="12188952" y="3687715"/>
                </a:lnTo>
                <a:lnTo>
                  <a:pt x="12188952" y="3742439"/>
                </a:lnTo>
                <a:lnTo>
                  <a:pt x="11829257" y="3846853"/>
                </a:lnTo>
                <a:cubicBezTo>
                  <a:pt x="11534769" y="3926550"/>
                  <a:pt x="11238120" y="3997436"/>
                  <a:pt x="10939183" y="4061368"/>
                </a:cubicBezTo>
                <a:cubicBezTo>
                  <a:pt x="10622824" y="4129150"/>
                  <a:pt x="10304941" y="4189147"/>
                  <a:pt x="9985530" y="4241373"/>
                </a:cubicBezTo>
                <a:cubicBezTo>
                  <a:pt x="9720036" y="4284822"/>
                  <a:pt x="9453814" y="4323467"/>
                  <a:pt x="9186882" y="4357320"/>
                </a:cubicBezTo>
                <a:cubicBezTo>
                  <a:pt x="8984197" y="4382894"/>
                  <a:pt x="8781514" y="4406977"/>
                  <a:pt x="8578198" y="4426839"/>
                </a:cubicBezTo>
                <a:cubicBezTo>
                  <a:pt x="8340547" y="4449559"/>
                  <a:pt x="8102644" y="4471034"/>
                  <a:pt x="7864358" y="4488290"/>
                </a:cubicBezTo>
                <a:cubicBezTo>
                  <a:pt x="7554994" y="4510634"/>
                  <a:pt x="7245502" y="4528512"/>
                  <a:pt x="6935502" y="4539684"/>
                </a:cubicBezTo>
                <a:cubicBezTo>
                  <a:pt x="6782917" y="4545147"/>
                  <a:pt x="6630334" y="4548995"/>
                  <a:pt x="6477750" y="4553587"/>
                </a:cubicBezTo>
                <a:cubicBezTo>
                  <a:pt x="6439195" y="4551503"/>
                  <a:pt x="6400529" y="4553128"/>
                  <a:pt x="6362294" y="4558430"/>
                </a:cubicBezTo>
                <a:lnTo>
                  <a:pt x="6057129" y="4558430"/>
                </a:lnTo>
                <a:lnTo>
                  <a:pt x="5977784" y="4553836"/>
                </a:lnTo>
                <a:cubicBezTo>
                  <a:pt x="5740261" y="4541423"/>
                  <a:pt x="5502739" y="4527644"/>
                  <a:pt x="5265087" y="4517587"/>
                </a:cubicBezTo>
                <a:cubicBezTo>
                  <a:pt x="4958267" y="4505171"/>
                  <a:pt x="4651826" y="4484691"/>
                  <a:pt x="4346277" y="4455517"/>
                </a:cubicBezTo>
                <a:cubicBezTo>
                  <a:pt x="4021654" y="4424605"/>
                  <a:pt x="3697795" y="4389970"/>
                  <a:pt x="3373045" y="4356948"/>
                </a:cubicBezTo>
                <a:cubicBezTo>
                  <a:pt x="3035412" y="4322686"/>
                  <a:pt x="2698456" y="4283047"/>
                  <a:pt x="2362173" y="4238021"/>
                </a:cubicBezTo>
                <a:cubicBezTo>
                  <a:pt x="1984692" y="4187868"/>
                  <a:pt x="1608364" y="4130142"/>
                  <a:pt x="1233177" y="4064845"/>
                </a:cubicBezTo>
                <a:cubicBezTo>
                  <a:pt x="842181" y="3996132"/>
                  <a:pt x="453758" y="3917644"/>
                  <a:pt x="68500" y="3825138"/>
                </a:cubicBezTo>
                <a:lnTo>
                  <a:pt x="0" y="3807783"/>
                </a:lnTo>
                <a:lnTo>
                  <a:pt x="0" y="3751294"/>
                </a:lnTo>
                <a:lnTo>
                  <a:pt x="72441" y="3770071"/>
                </a:lnTo>
                <a:cubicBezTo>
                  <a:pt x="247961" y="3812249"/>
                  <a:pt x="424164" y="3851509"/>
                  <a:pt x="600716" y="3888441"/>
                </a:cubicBezTo>
                <a:cubicBezTo>
                  <a:pt x="988279" y="3969255"/>
                  <a:pt x="1378133" y="4038153"/>
                  <a:pt x="1769512" y="4098609"/>
                </a:cubicBezTo>
                <a:cubicBezTo>
                  <a:pt x="2052426" y="4142185"/>
                  <a:pt x="2335725" y="4182282"/>
                  <a:pt x="2613554" y="4215551"/>
                </a:cubicBezTo>
                <a:cubicBezTo>
                  <a:pt x="2605544" y="4218158"/>
                  <a:pt x="2594611" y="4208102"/>
                  <a:pt x="2581134" y="4205620"/>
                </a:cubicBezTo>
                <a:cubicBezTo>
                  <a:pt x="2087178" y="4113668"/>
                  <a:pt x="1597684" y="4002775"/>
                  <a:pt x="1112635" y="3872923"/>
                </a:cubicBezTo>
                <a:cubicBezTo>
                  <a:pt x="880453" y="3810852"/>
                  <a:pt x="649713" y="3744374"/>
                  <a:pt x="420412" y="3673490"/>
                </a:cubicBezTo>
                <a:lnTo>
                  <a:pt x="0" y="3534573"/>
                </a:lnTo>
                <a:close/>
              </a:path>
            </a:pathLst>
          </a:custGeom>
        </p:spPr>
      </p:pic>
      <p:sp>
        <p:nvSpPr>
          <p:cNvPr id="76" name="sketch line">
            <a:extLst>
              <a:ext uri="{FF2B5EF4-FFF2-40B4-BE49-F238E27FC236}">
                <a16:creationId xmlns:a16="http://schemas.microsoft.com/office/drawing/2014/main" id="{3540989C-C7B8-473B-BF87-6F2DA6A900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74529" y="5470492"/>
            <a:ext cx="1371600" cy="13716"/>
          </a:xfrm>
          <a:custGeom>
            <a:avLst/>
            <a:gdLst>
              <a:gd name="connsiteX0" fmla="*/ 0 w 1371600"/>
              <a:gd name="connsiteY0" fmla="*/ 0 h 13716"/>
              <a:gd name="connsiteX1" fmla="*/ 685800 w 1371600"/>
              <a:gd name="connsiteY1" fmla="*/ 0 h 13716"/>
              <a:gd name="connsiteX2" fmla="*/ 1371600 w 1371600"/>
              <a:gd name="connsiteY2" fmla="*/ 0 h 13716"/>
              <a:gd name="connsiteX3" fmla="*/ 1371600 w 1371600"/>
              <a:gd name="connsiteY3" fmla="*/ 13716 h 13716"/>
              <a:gd name="connsiteX4" fmla="*/ 713232 w 1371600"/>
              <a:gd name="connsiteY4" fmla="*/ 13716 h 13716"/>
              <a:gd name="connsiteX5" fmla="*/ 0 w 1371600"/>
              <a:gd name="connsiteY5" fmla="*/ 13716 h 13716"/>
              <a:gd name="connsiteX6" fmla="*/ 0 w 1371600"/>
              <a:gd name="connsiteY6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71600" h="13716" fill="none" extrusionOk="0">
                <a:moveTo>
                  <a:pt x="0" y="0"/>
                </a:moveTo>
                <a:cubicBezTo>
                  <a:pt x="247303" y="31625"/>
                  <a:pt x="422310" y="-25629"/>
                  <a:pt x="685800" y="0"/>
                </a:cubicBezTo>
                <a:cubicBezTo>
                  <a:pt x="949290" y="25629"/>
                  <a:pt x="1192357" y="6696"/>
                  <a:pt x="1371600" y="0"/>
                </a:cubicBezTo>
                <a:cubicBezTo>
                  <a:pt x="1371127" y="2892"/>
                  <a:pt x="1371229" y="8681"/>
                  <a:pt x="1371600" y="13716"/>
                </a:cubicBezTo>
                <a:cubicBezTo>
                  <a:pt x="1107995" y="21892"/>
                  <a:pt x="1033361" y="28370"/>
                  <a:pt x="713232" y="13716"/>
                </a:cubicBezTo>
                <a:cubicBezTo>
                  <a:pt x="393103" y="-938"/>
                  <a:pt x="289343" y="38649"/>
                  <a:pt x="0" y="13716"/>
                </a:cubicBezTo>
                <a:cubicBezTo>
                  <a:pt x="227" y="7219"/>
                  <a:pt x="197" y="5990"/>
                  <a:pt x="0" y="0"/>
                </a:cubicBezTo>
                <a:close/>
              </a:path>
              <a:path w="1371600" h="13716" stroke="0" extrusionOk="0">
                <a:moveTo>
                  <a:pt x="0" y="0"/>
                </a:moveTo>
                <a:cubicBezTo>
                  <a:pt x="170249" y="-24099"/>
                  <a:pt x="504634" y="14338"/>
                  <a:pt x="644652" y="0"/>
                </a:cubicBezTo>
                <a:cubicBezTo>
                  <a:pt x="784670" y="-14338"/>
                  <a:pt x="1087773" y="8679"/>
                  <a:pt x="1371600" y="0"/>
                </a:cubicBezTo>
                <a:cubicBezTo>
                  <a:pt x="1372228" y="6235"/>
                  <a:pt x="1371259" y="10206"/>
                  <a:pt x="1371600" y="13716"/>
                </a:cubicBezTo>
                <a:cubicBezTo>
                  <a:pt x="1176823" y="-5981"/>
                  <a:pt x="900830" y="5417"/>
                  <a:pt x="713232" y="13716"/>
                </a:cubicBezTo>
                <a:cubicBezTo>
                  <a:pt x="525634" y="22015"/>
                  <a:pt x="282837" y="1152"/>
                  <a:pt x="0" y="13716"/>
                </a:cubicBezTo>
                <a:cubicBezTo>
                  <a:pt x="596" y="8712"/>
                  <a:pt x="320" y="3422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61569767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490720" y="4680155"/>
            <a:ext cx="5173220" cy="2084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b="1" dirty="0"/>
              <a:t>IT management software company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b="1" dirty="0"/>
              <a:t>300K+ customers globally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b="1" dirty="0"/>
              <a:t>Orion software exploited via SUNBURST backdoor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b="1" dirty="0"/>
              <a:t>December 2020 supply chain attack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b="1" dirty="0"/>
              <a:t>Affected 18K+ customers (ex. Pentagon, NSA)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300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2297" y="108155"/>
            <a:ext cx="3719703" cy="185043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CIA Triad Analysis</a:t>
            </a:r>
          </a:p>
        </p:txBody>
      </p:sp>
      <p:pic>
        <p:nvPicPr>
          <p:cNvPr id="7" name="Picture 6" descr="A diagram of a company">
            <a:extLst>
              <a:ext uri="{FF2B5EF4-FFF2-40B4-BE49-F238E27FC236}">
                <a16:creationId xmlns:a16="http://schemas.microsoft.com/office/drawing/2014/main" id="{2A90A1CE-7EDA-37E9-9B34-DD320F90E6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4331" y="1309326"/>
            <a:ext cx="3900767" cy="3825591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9144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28950" y="6400799"/>
            <a:ext cx="611504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2" name="TextBox 2">
            <a:extLst>
              <a:ext uri="{FF2B5EF4-FFF2-40B4-BE49-F238E27FC236}">
                <a16:creationId xmlns:a16="http://schemas.microsoft.com/office/drawing/2014/main" id="{419D3AF5-A484-E80C-0C45-A0D7B29AC28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57719191"/>
              </p:ext>
            </p:extLst>
          </p:nvPr>
        </p:nvGraphicFramePr>
        <p:xfrm>
          <a:off x="852297" y="2418408"/>
          <a:ext cx="3719703" cy="35225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9" name="Rectangle 218">
            <a:extLst>
              <a:ext uri="{FF2B5EF4-FFF2-40B4-BE49-F238E27FC236}">
                <a16:creationId xmlns:a16="http://schemas.microsoft.com/office/drawing/2014/main" id="{13EFA6C3-82DC-4131-9929-2523E6FD0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36218" y="609600"/>
            <a:ext cx="4362271" cy="133083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CIA Triad – SolarWinds</a:t>
            </a:r>
          </a:p>
        </p:txBody>
      </p:sp>
      <p:sp>
        <p:nvSpPr>
          <p:cNvPr id="220" name="Freeform: Shape 219">
            <a:extLst>
              <a:ext uri="{FF2B5EF4-FFF2-40B4-BE49-F238E27FC236}">
                <a16:creationId xmlns:a16="http://schemas.microsoft.com/office/drawing/2014/main" id="{AEC9469E-14CA-4358-BABC-CBF836A614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652260" cy="767978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21" name="Freeform: Shape 220">
            <a:extLst>
              <a:ext uri="{FF2B5EF4-FFF2-40B4-BE49-F238E27FC236}">
                <a16:creationId xmlns:a16="http://schemas.microsoft.com/office/drawing/2014/main" id="{048EB4C9-ACAF-4CCA-BA6E-9314431923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4314" y="6027658"/>
            <a:ext cx="5929686" cy="830343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287859 w 6884912"/>
              <a:gd name="connsiteY60" fmla="*/ 287558 h 1161397"/>
              <a:gd name="connsiteX61" fmla="*/ 3510042 w 6884912"/>
              <a:gd name="connsiteY61" fmla="*/ 311820 h 1161397"/>
              <a:gd name="connsiteX62" fmla="*/ 3626773 w 6884912"/>
              <a:gd name="connsiteY62" fmla="*/ 290452 h 1161397"/>
              <a:gd name="connsiteX63" fmla="*/ 3666217 w 6884912"/>
              <a:gd name="connsiteY63" fmla="*/ 273255 h 1161397"/>
              <a:gd name="connsiteX64" fmla="*/ 3732427 w 6884912"/>
              <a:gd name="connsiteY64" fmla="*/ 245039 h 1161397"/>
              <a:gd name="connsiteX65" fmla="*/ 3777022 w 6884912"/>
              <a:gd name="connsiteY65" fmla="*/ 200276 h 1161397"/>
              <a:gd name="connsiteX66" fmla="*/ 3791246 w 6884912"/>
              <a:gd name="connsiteY66" fmla="*/ 189996 h 1161397"/>
              <a:gd name="connsiteX67" fmla="*/ 3819864 w 6884912"/>
              <a:gd name="connsiteY67" fmla="*/ 194605 h 1161397"/>
              <a:gd name="connsiteX68" fmla="*/ 3830398 w 6884912"/>
              <a:gd name="connsiteY68" fmla="*/ 188383 h 1161397"/>
              <a:gd name="connsiteX69" fmla="*/ 3834360 w 6884912"/>
              <a:gd name="connsiteY69" fmla="*/ 188992 h 1161397"/>
              <a:gd name="connsiteX70" fmla="*/ 3843715 w 6884912"/>
              <a:gd name="connsiteY70" fmla="*/ 188752 h 1161397"/>
              <a:gd name="connsiteX71" fmla="*/ 3842609 w 6884912"/>
              <a:gd name="connsiteY71" fmla="*/ 197386 h 1161397"/>
              <a:gd name="connsiteX72" fmla="*/ 3853961 w 6884912"/>
              <a:gd name="connsiteY72" fmla="*/ 213380 h 1161397"/>
              <a:gd name="connsiteX73" fmla="*/ 3907640 w 6884912"/>
              <a:gd name="connsiteY73" fmla="*/ 207568 h 1161397"/>
              <a:gd name="connsiteX74" fmla="*/ 3910449 w 6884912"/>
              <a:gd name="connsiteY74" fmla="*/ 197808 h 1161397"/>
              <a:gd name="connsiteX75" fmla="*/ 3917197 w 6884912"/>
              <a:gd name="connsiteY75" fmla="*/ 196121 h 1161397"/>
              <a:gd name="connsiteX76" fmla="*/ 3922400 w 6884912"/>
              <a:gd name="connsiteY76" fmla="*/ 205056 h 1161397"/>
              <a:gd name="connsiteX77" fmla="*/ 4013061 w 6884912"/>
              <a:gd name="connsiteY77" fmla="*/ 224874 h 1161397"/>
              <a:gd name="connsiteX78" fmla="*/ 4134285 w 6884912"/>
              <a:gd name="connsiteY78" fmla="*/ 235592 h 1161397"/>
              <a:gd name="connsiteX79" fmla="*/ 4220717 w 6884912"/>
              <a:gd name="connsiteY79" fmla="*/ 192946 h 1161397"/>
              <a:gd name="connsiteX80" fmla="*/ 4228802 w 6884912"/>
              <a:gd name="connsiteY80" fmla="*/ 201468 h 1161397"/>
              <a:gd name="connsiteX81" fmla="*/ 4289361 w 6884912"/>
              <a:gd name="connsiteY81" fmla="*/ 196642 h 1161397"/>
              <a:gd name="connsiteX82" fmla="*/ 4498913 w 6884912"/>
              <a:gd name="connsiteY82" fmla="*/ 118915 h 1161397"/>
              <a:gd name="connsiteX83" fmla="*/ 4617330 w 6884912"/>
              <a:gd name="connsiteY83" fmla="*/ 111163 h 1161397"/>
              <a:gd name="connsiteX84" fmla="*/ 4659778 w 6884912"/>
              <a:gd name="connsiteY84" fmla="*/ 118219 h 1161397"/>
              <a:gd name="connsiteX85" fmla="*/ 4730870 w 6884912"/>
              <a:gd name="connsiteY85" fmla="*/ 129432 h 1161397"/>
              <a:gd name="connsiteX86" fmla="*/ 4785037 w 6884912"/>
              <a:gd name="connsiteY86" fmla="*/ 161964 h 1161397"/>
              <a:gd name="connsiteX87" fmla="*/ 4844073 w 6884912"/>
              <a:gd name="connsiteY87" fmla="*/ 161768 h 1161397"/>
              <a:gd name="connsiteX88" fmla="*/ 4856454 w 6884912"/>
              <a:gd name="connsiteY88" fmla="*/ 130488 h 1161397"/>
              <a:gd name="connsiteX89" fmla="*/ 4920038 w 6884912"/>
              <a:gd name="connsiteY89" fmla="*/ 140418 h 1161397"/>
              <a:gd name="connsiteX90" fmla="*/ 5016639 w 6884912"/>
              <a:gd name="connsiteY90" fmla="*/ 158905 h 1161397"/>
              <a:gd name="connsiteX91" fmla="*/ 5072009 w 6884912"/>
              <a:gd name="connsiteY91" fmla="*/ 161502 h 1161397"/>
              <a:gd name="connsiteX92" fmla="*/ 5223626 w 6884912"/>
              <a:gd name="connsiteY92" fmla="*/ 177356 h 1161397"/>
              <a:gd name="connsiteX93" fmla="*/ 5375773 w 6884912"/>
              <a:gd name="connsiteY93" fmla="*/ 199913 h 1161397"/>
              <a:gd name="connsiteX94" fmla="*/ 5467502 w 6884912"/>
              <a:gd name="connsiteY94" fmla="*/ 250963 h 1161397"/>
              <a:gd name="connsiteX95" fmla="*/ 5592395 w 6884912"/>
              <a:gd name="connsiteY95" fmla="*/ 265434 h 1161397"/>
              <a:gd name="connsiteX96" fmla="*/ 5613532 w 6884912"/>
              <a:gd name="connsiteY96" fmla="*/ 273379 h 1161397"/>
              <a:gd name="connsiteX97" fmla="*/ 5642173 w 6884912"/>
              <a:gd name="connsiteY97" fmla="*/ 266904 h 1161397"/>
              <a:gd name="connsiteX98" fmla="*/ 5756910 w 6884912"/>
              <a:gd name="connsiteY98" fmla="*/ 239211 h 1161397"/>
              <a:gd name="connsiteX99" fmla="*/ 5846667 w 6884912"/>
              <a:gd name="connsiteY99" fmla="*/ 201786 h 1161397"/>
              <a:gd name="connsiteX100" fmla="*/ 5960732 w 6884912"/>
              <a:gd name="connsiteY100" fmla="*/ 220708 h 1161397"/>
              <a:gd name="connsiteX101" fmla="*/ 6029542 w 6884912"/>
              <a:gd name="connsiteY101" fmla="*/ 210339 h 1161397"/>
              <a:gd name="connsiteX102" fmla="*/ 6141123 w 6884912"/>
              <a:gd name="connsiteY102" fmla="*/ 159923 h 1161397"/>
              <a:gd name="connsiteX103" fmla="*/ 6290640 w 6884912"/>
              <a:gd name="connsiteY103" fmla="*/ 167441 h 1161397"/>
              <a:gd name="connsiteX104" fmla="*/ 6322806 w 6884912"/>
              <a:gd name="connsiteY104" fmla="*/ 213293 h 1161397"/>
              <a:gd name="connsiteX105" fmla="*/ 6364914 w 6884912"/>
              <a:gd name="connsiteY105" fmla="*/ 240140 h 1161397"/>
              <a:gd name="connsiteX106" fmla="*/ 6380420 w 6884912"/>
              <a:gd name="connsiteY106" fmla="*/ 173195 h 1161397"/>
              <a:gd name="connsiteX107" fmla="*/ 6507891 w 6884912"/>
              <a:gd name="connsiteY107" fmla="*/ 118474 h 1161397"/>
              <a:gd name="connsiteX108" fmla="*/ 6571807 w 6884912"/>
              <a:gd name="connsiteY108" fmla="*/ 98636 h 1161397"/>
              <a:gd name="connsiteX109" fmla="*/ 6671880 w 6884912"/>
              <a:gd name="connsiteY109" fmla="*/ 82931 h 1161397"/>
              <a:gd name="connsiteX110" fmla="*/ 6702266 w 6884912"/>
              <a:gd name="connsiteY110" fmla="*/ 75470 h 1161397"/>
              <a:gd name="connsiteX111" fmla="*/ 6845802 w 6884912"/>
              <a:gd name="connsiteY111" fmla="*/ 24496 h 1161397"/>
              <a:gd name="connsiteX112" fmla="*/ 6884912 w 6884912"/>
              <a:gd name="connsiteY112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287859 w 6884912"/>
              <a:gd name="connsiteY60" fmla="*/ 287558 h 1161397"/>
              <a:gd name="connsiteX61" fmla="*/ 3510042 w 6884912"/>
              <a:gd name="connsiteY61" fmla="*/ 311820 h 1161397"/>
              <a:gd name="connsiteX62" fmla="*/ 3626773 w 6884912"/>
              <a:gd name="connsiteY62" fmla="*/ 290452 h 1161397"/>
              <a:gd name="connsiteX63" fmla="*/ 3666217 w 6884912"/>
              <a:gd name="connsiteY63" fmla="*/ 273255 h 1161397"/>
              <a:gd name="connsiteX64" fmla="*/ 3732427 w 6884912"/>
              <a:gd name="connsiteY64" fmla="*/ 245039 h 1161397"/>
              <a:gd name="connsiteX65" fmla="*/ 3777022 w 6884912"/>
              <a:gd name="connsiteY65" fmla="*/ 200276 h 1161397"/>
              <a:gd name="connsiteX66" fmla="*/ 3791246 w 6884912"/>
              <a:gd name="connsiteY66" fmla="*/ 189996 h 1161397"/>
              <a:gd name="connsiteX67" fmla="*/ 3819864 w 6884912"/>
              <a:gd name="connsiteY67" fmla="*/ 194605 h 1161397"/>
              <a:gd name="connsiteX68" fmla="*/ 3830398 w 6884912"/>
              <a:gd name="connsiteY68" fmla="*/ 188383 h 1161397"/>
              <a:gd name="connsiteX69" fmla="*/ 3834360 w 6884912"/>
              <a:gd name="connsiteY69" fmla="*/ 188992 h 1161397"/>
              <a:gd name="connsiteX70" fmla="*/ 3843715 w 6884912"/>
              <a:gd name="connsiteY70" fmla="*/ 188752 h 1161397"/>
              <a:gd name="connsiteX71" fmla="*/ 3842609 w 6884912"/>
              <a:gd name="connsiteY71" fmla="*/ 197386 h 1161397"/>
              <a:gd name="connsiteX72" fmla="*/ 3853961 w 6884912"/>
              <a:gd name="connsiteY72" fmla="*/ 213380 h 1161397"/>
              <a:gd name="connsiteX73" fmla="*/ 3907640 w 6884912"/>
              <a:gd name="connsiteY73" fmla="*/ 207568 h 1161397"/>
              <a:gd name="connsiteX74" fmla="*/ 3910449 w 6884912"/>
              <a:gd name="connsiteY74" fmla="*/ 197808 h 1161397"/>
              <a:gd name="connsiteX75" fmla="*/ 3917197 w 6884912"/>
              <a:gd name="connsiteY75" fmla="*/ 196121 h 1161397"/>
              <a:gd name="connsiteX76" fmla="*/ 3922400 w 6884912"/>
              <a:gd name="connsiteY76" fmla="*/ 205056 h 1161397"/>
              <a:gd name="connsiteX77" fmla="*/ 4013061 w 6884912"/>
              <a:gd name="connsiteY77" fmla="*/ 224874 h 1161397"/>
              <a:gd name="connsiteX78" fmla="*/ 4220717 w 6884912"/>
              <a:gd name="connsiteY78" fmla="*/ 192946 h 1161397"/>
              <a:gd name="connsiteX79" fmla="*/ 4228802 w 6884912"/>
              <a:gd name="connsiteY79" fmla="*/ 201468 h 1161397"/>
              <a:gd name="connsiteX80" fmla="*/ 4289361 w 6884912"/>
              <a:gd name="connsiteY80" fmla="*/ 196642 h 1161397"/>
              <a:gd name="connsiteX81" fmla="*/ 4498913 w 6884912"/>
              <a:gd name="connsiteY81" fmla="*/ 118915 h 1161397"/>
              <a:gd name="connsiteX82" fmla="*/ 4617330 w 6884912"/>
              <a:gd name="connsiteY82" fmla="*/ 111163 h 1161397"/>
              <a:gd name="connsiteX83" fmla="*/ 4659778 w 6884912"/>
              <a:gd name="connsiteY83" fmla="*/ 118219 h 1161397"/>
              <a:gd name="connsiteX84" fmla="*/ 4730870 w 6884912"/>
              <a:gd name="connsiteY84" fmla="*/ 129432 h 1161397"/>
              <a:gd name="connsiteX85" fmla="*/ 4785037 w 6884912"/>
              <a:gd name="connsiteY85" fmla="*/ 161964 h 1161397"/>
              <a:gd name="connsiteX86" fmla="*/ 4844073 w 6884912"/>
              <a:gd name="connsiteY86" fmla="*/ 161768 h 1161397"/>
              <a:gd name="connsiteX87" fmla="*/ 4856454 w 6884912"/>
              <a:gd name="connsiteY87" fmla="*/ 130488 h 1161397"/>
              <a:gd name="connsiteX88" fmla="*/ 4920038 w 6884912"/>
              <a:gd name="connsiteY88" fmla="*/ 140418 h 1161397"/>
              <a:gd name="connsiteX89" fmla="*/ 5016639 w 6884912"/>
              <a:gd name="connsiteY89" fmla="*/ 158905 h 1161397"/>
              <a:gd name="connsiteX90" fmla="*/ 5072009 w 6884912"/>
              <a:gd name="connsiteY90" fmla="*/ 161502 h 1161397"/>
              <a:gd name="connsiteX91" fmla="*/ 5223626 w 6884912"/>
              <a:gd name="connsiteY91" fmla="*/ 177356 h 1161397"/>
              <a:gd name="connsiteX92" fmla="*/ 5375773 w 6884912"/>
              <a:gd name="connsiteY92" fmla="*/ 199913 h 1161397"/>
              <a:gd name="connsiteX93" fmla="*/ 5467502 w 6884912"/>
              <a:gd name="connsiteY93" fmla="*/ 250963 h 1161397"/>
              <a:gd name="connsiteX94" fmla="*/ 5592395 w 6884912"/>
              <a:gd name="connsiteY94" fmla="*/ 265434 h 1161397"/>
              <a:gd name="connsiteX95" fmla="*/ 5613532 w 6884912"/>
              <a:gd name="connsiteY95" fmla="*/ 273379 h 1161397"/>
              <a:gd name="connsiteX96" fmla="*/ 5642173 w 6884912"/>
              <a:gd name="connsiteY96" fmla="*/ 266904 h 1161397"/>
              <a:gd name="connsiteX97" fmla="*/ 5756910 w 6884912"/>
              <a:gd name="connsiteY97" fmla="*/ 239211 h 1161397"/>
              <a:gd name="connsiteX98" fmla="*/ 5846667 w 6884912"/>
              <a:gd name="connsiteY98" fmla="*/ 201786 h 1161397"/>
              <a:gd name="connsiteX99" fmla="*/ 5960732 w 6884912"/>
              <a:gd name="connsiteY99" fmla="*/ 220708 h 1161397"/>
              <a:gd name="connsiteX100" fmla="*/ 6029542 w 6884912"/>
              <a:gd name="connsiteY100" fmla="*/ 210339 h 1161397"/>
              <a:gd name="connsiteX101" fmla="*/ 6141123 w 6884912"/>
              <a:gd name="connsiteY101" fmla="*/ 159923 h 1161397"/>
              <a:gd name="connsiteX102" fmla="*/ 6290640 w 6884912"/>
              <a:gd name="connsiteY102" fmla="*/ 167441 h 1161397"/>
              <a:gd name="connsiteX103" fmla="*/ 6322806 w 6884912"/>
              <a:gd name="connsiteY103" fmla="*/ 213293 h 1161397"/>
              <a:gd name="connsiteX104" fmla="*/ 6364914 w 6884912"/>
              <a:gd name="connsiteY104" fmla="*/ 240140 h 1161397"/>
              <a:gd name="connsiteX105" fmla="*/ 6380420 w 6884912"/>
              <a:gd name="connsiteY105" fmla="*/ 173195 h 1161397"/>
              <a:gd name="connsiteX106" fmla="*/ 6507891 w 6884912"/>
              <a:gd name="connsiteY106" fmla="*/ 118474 h 1161397"/>
              <a:gd name="connsiteX107" fmla="*/ 6571807 w 6884912"/>
              <a:gd name="connsiteY107" fmla="*/ 98636 h 1161397"/>
              <a:gd name="connsiteX108" fmla="*/ 6671880 w 6884912"/>
              <a:gd name="connsiteY108" fmla="*/ 82931 h 1161397"/>
              <a:gd name="connsiteX109" fmla="*/ 6702266 w 6884912"/>
              <a:gd name="connsiteY109" fmla="*/ 75470 h 1161397"/>
              <a:gd name="connsiteX110" fmla="*/ 6845802 w 6884912"/>
              <a:gd name="connsiteY110" fmla="*/ 24496 h 1161397"/>
              <a:gd name="connsiteX111" fmla="*/ 6884912 w 6884912"/>
              <a:gd name="connsiteY111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287859 w 6884912"/>
              <a:gd name="connsiteY60" fmla="*/ 287558 h 1161397"/>
              <a:gd name="connsiteX61" fmla="*/ 3510042 w 6884912"/>
              <a:gd name="connsiteY61" fmla="*/ 311820 h 1161397"/>
              <a:gd name="connsiteX62" fmla="*/ 3626773 w 6884912"/>
              <a:gd name="connsiteY62" fmla="*/ 290452 h 1161397"/>
              <a:gd name="connsiteX63" fmla="*/ 3666217 w 6884912"/>
              <a:gd name="connsiteY63" fmla="*/ 273255 h 1161397"/>
              <a:gd name="connsiteX64" fmla="*/ 3732427 w 6884912"/>
              <a:gd name="connsiteY64" fmla="*/ 245039 h 1161397"/>
              <a:gd name="connsiteX65" fmla="*/ 3777022 w 6884912"/>
              <a:gd name="connsiteY65" fmla="*/ 200276 h 1161397"/>
              <a:gd name="connsiteX66" fmla="*/ 3791246 w 6884912"/>
              <a:gd name="connsiteY66" fmla="*/ 189996 h 1161397"/>
              <a:gd name="connsiteX67" fmla="*/ 3819864 w 6884912"/>
              <a:gd name="connsiteY67" fmla="*/ 194605 h 1161397"/>
              <a:gd name="connsiteX68" fmla="*/ 3830398 w 6884912"/>
              <a:gd name="connsiteY68" fmla="*/ 188383 h 1161397"/>
              <a:gd name="connsiteX69" fmla="*/ 3834360 w 6884912"/>
              <a:gd name="connsiteY69" fmla="*/ 188992 h 1161397"/>
              <a:gd name="connsiteX70" fmla="*/ 3843715 w 6884912"/>
              <a:gd name="connsiteY70" fmla="*/ 188752 h 1161397"/>
              <a:gd name="connsiteX71" fmla="*/ 3842609 w 6884912"/>
              <a:gd name="connsiteY71" fmla="*/ 197386 h 1161397"/>
              <a:gd name="connsiteX72" fmla="*/ 3853961 w 6884912"/>
              <a:gd name="connsiteY72" fmla="*/ 213380 h 1161397"/>
              <a:gd name="connsiteX73" fmla="*/ 3907640 w 6884912"/>
              <a:gd name="connsiteY73" fmla="*/ 207568 h 1161397"/>
              <a:gd name="connsiteX74" fmla="*/ 3910449 w 6884912"/>
              <a:gd name="connsiteY74" fmla="*/ 197808 h 1161397"/>
              <a:gd name="connsiteX75" fmla="*/ 3917197 w 6884912"/>
              <a:gd name="connsiteY75" fmla="*/ 196121 h 1161397"/>
              <a:gd name="connsiteX76" fmla="*/ 3922400 w 6884912"/>
              <a:gd name="connsiteY76" fmla="*/ 205056 h 1161397"/>
              <a:gd name="connsiteX77" fmla="*/ 4013061 w 6884912"/>
              <a:gd name="connsiteY77" fmla="*/ 224874 h 1161397"/>
              <a:gd name="connsiteX78" fmla="*/ 4220717 w 6884912"/>
              <a:gd name="connsiteY78" fmla="*/ 192946 h 1161397"/>
              <a:gd name="connsiteX79" fmla="*/ 4228802 w 6884912"/>
              <a:gd name="connsiteY79" fmla="*/ 201468 h 1161397"/>
              <a:gd name="connsiteX80" fmla="*/ 4289361 w 6884912"/>
              <a:gd name="connsiteY80" fmla="*/ 196642 h 1161397"/>
              <a:gd name="connsiteX81" fmla="*/ 4498913 w 6884912"/>
              <a:gd name="connsiteY81" fmla="*/ 118915 h 1161397"/>
              <a:gd name="connsiteX82" fmla="*/ 4617330 w 6884912"/>
              <a:gd name="connsiteY82" fmla="*/ 111163 h 1161397"/>
              <a:gd name="connsiteX83" fmla="*/ 4659778 w 6884912"/>
              <a:gd name="connsiteY83" fmla="*/ 118219 h 1161397"/>
              <a:gd name="connsiteX84" fmla="*/ 4730870 w 6884912"/>
              <a:gd name="connsiteY84" fmla="*/ 129432 h 1161397"/>
              <a:gd name="connsiteX85" fmla="*/ 4785037 w 6884912"/>
              <a:gd name="connsiteY85" fmla="*/ 161964 h 1161397"/>
              <a:gd name="connsiteX86" fmla="*/ 4844073 w 6884912"/>
              <a:gd name="connsiteY86" fmla="*/ 161768 h 1161397"/>
              <a:gd name="connsiteX87" fmla="*/ 4856454 w 6884912"/>
              <a:gd name="connsiteY87" fmla="*/ 130488 h 1161397"/>
              <a:gd name="connsiteX88" fmla="*/ 4920038 w 6884912"/>
              <a:gd name="connsiteY88" fmla="*/ 140418 h 1161397"/>
              <a:gd name="connsiteX89" fmla="*/ 5016639 w 6884912"/>
              <a:gd name="connsiteY89" fmla="*/ 158905 h 1161397"/>
              <a:gd name="connsiteX90" fmla="*/ 5072009 w 6884912"/>
              <a:gd name="connsiteY90" fmla="*/ 161502 h 1161397"/>
              <a:gd name="connsiteX91" fmla="*/ 5223626 w 6884912"/>
              <a:gd name="connsiteY91" fmla="*/ 177356 h 1161397"/>
              <a:gd name="connsiteX92" fmla="*/ 5375773 w 6884912"/>
              <a:gd name="connsiteY92" fmla="*/ 199913 h 1161397"/>
              <a:gd name="connsiteX93" fmla="*/ 5467502 w 6884912"/>
              <a:gd name="connsiteY93" fmla="*/ 250963 h 1161397"/>
              <a:gd name="connsiteX94" fmla="*/ 5592395 w 6884912"/>
              <a:gd name="connsiteY94" fmla="*/ 265434 h 1161397"/>
              <a:gd name="connsiteX95" fmla="*/ 5613532 w 6884912"/>
              <a:gd name="connsiteY95" fmla="*/ 273379 h 1161397"/>
              <a:gd name="connsiteX96" fmla="*/ 5642173 w 6884912"/>
              <a:gd name="connsiteY96" fmla="*/ 266904 h 1161397"/>
              <a:gd name="connsiteX97" fmla="*/ 5756910 w 6884912"/>
              <a:gd name="connsiteY97" fmla="*/ 239211 h 1161397"/>
              <a:gd name="connsiteX98" fmla="*/ 5846667 w 6884912"/>
              <a:gd name="connsiteY98" fmla="*/ 201786 h 1161397"/>
              <a:gd name="connsiteX99" fmla="*/ 5960732 w 6884912"/>
              <a:gd name="connsiteY99" fmla="*/ 220708 h 1161397"/>
              <a:gd name="connsiteX100" fmla="*/ 6029542 w 6884912"/>
              <a:gd name="connsiteY100" fmla="*/ 210339 h 1161397"/>
              <a:gd name="connsiteX101" fmla="*/ 6141123 w 6884912"/>
              <a:gd name="connsiteY101" fmla="*/ 159923 h 1161397"/>
              <a:gd name="connsiteX102" fmla="*/ 6290640 w 6884912"/>
              <a:gd name="connsiteY102" fmla="*/ 167441 h 1161397"/>
              <a:gd name="connsiteX103" fmla="*/ 6322806 w 6884912"/>
              <a:gd name="connsiteY103" fmla="*/ 213293 h 1161397"/>
              <a:gd name="connsiteX104" fmla="*/ 6380420 w 6884912"/>
              <a:gd name="connsiteY104" fmla="*/ 173195 h 1161397"/>
              <a:gd name="connsiteX105" fmla="*/ 6507891 w 6884912"/>
              <a:gd name="connsiteY105" fmla="*/ 118474 h 1161397"/>
              <a:gd name="connsiteX106" fmla="*/ 6571807 w 6884912"/>
              <a:gd name="connsiteY106" fmla="*/ 98636 h 1161397"/>
              <a:gd name="connsiteX107" fmla="*/ 6671880 w 6884912"/>
              <a:gd name="connsiteY107" fmla="*/ 82931 h 1161397"/>
              <a:gd name="connsiteX108" fmla="*/ 6702266 w 6884912"/>
              <a:gd name="connsiteY108" fmla="*/ 75470 h 1161397"/>
              <a:gd name="connsiteX109" fmla="*/ 6845802 w 6884912"/>
              <a:gd name="connsiteY109" fmla="*/ 24496 h 1161397"/>
              <a:gd name="connsiteX110" fmla="*/ 6884912 w 6884912"/>
              <a:gd name="connsiteY110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510042 w 6884912"/>
              <a:gd name="connsiteY60" fmla="*/ 311820 h 1161397"/>
              <a:gd name="connsiteX61" fmla="*/ 3626773 w 6884912"/>
              <a:gd name="connsiteY61" fmla="*/ 290452 h 1161397"/>
              <a:gd name="connsiteX62" fmla="*/ 3666217 w 6884912"/>
              <a:gd name="connsiteY62" fmla="*/ 273255 h 1161397"/>
              <a:gd name="connsiteX63" fmla="*/ 3732427 w 6884912"/>
              <a:gd name="connsiteY63" fmla="*/ 245039 h 1161397"/>
              <a:gd name="connsiteX64" fmla="*/ 3777022 w 6884912"/>
              <a:gd name="connsiteY64" fmla="*/ 200276 h 1161397"/>
              <a:gd name="connsiteX65" fmla="*/ 3791246 w 6884912"/>
              <a:gd name="connsiteY65" fmla="*/ 189996 h 1161397"/>
              <a:gd name="connsiteX66" fmla="*/ 3819864 w 6884912"/>
              <a:gd name="connsiteY66" fmla="*/ 194605 h 1161397"/>
              <a:gd name="connsiteX67" fmla="*/ 3830398 w 6884912"/>
              <a:gd name="connsiteY67" fmla="*/ 188383 h 1161397"/>
              <a:gd name="connsiteX68" fmla="*/ 3834360 w 6884912"/>
              <a:gd name="connsiteY68" fmla="*/ 188992 h 1161397"/>
              <a:gd name="connsiteX69" fmla="*/ 3843715 w 6884912"/>
              <a:gd name="connsiteY69" fmla="*/ 188752 h 1161397"/>
              <a:gd name="connsiteX70" fmla="*/ 3842609 w 6884912"/>
              <a:gd name="connsiteY70" fmla="*/ 197386 h 1161397"/>
              <a:gd name="connsiteX71" fmla="*/ 3853961 w 6884912"/>
              <a:gd name="connsiteY71" fmla="*/ 213380 h 1161397"/>
              <a:gd name="connsiteX72" fmla="*/ 3907640 w 6884912"/>
              <a:gd name="connsiteY72" fmla="*/ 207568 h 1161397"/>
              <a:gd name="connsiteX73" fmla="*/ 3910449 w 6884912"/>
              <a:gd name="connsiteY73" fmla="*/ 197808 h 1161397"/>
              <a:gd name="connsiteX74" fmla="*/ 3917197 w 6884912"/>
              <a:gd name="connsiteY74" fmla="*/ 196121 h 1161397"/>
              <a:gd name="connsiteX75" fmla="*/ 3922400 w 6884912"/>
              <a:gd name="connsiteY75" fmla="*/ 205056 h 1161397"/>
              <a:gd name="connsiteX76" fmla="*/ 4013061 w 6884912"/>
              <a:gd name="connsiteY76" fmla="*/ 224874 h 1161397"/>
              <a:gd name="connsiteX77" fmla="*/ 4220717 w 6884912"/>
              <a:gd name="connsiteY77" fmla="*/ 192946 h 1161397"/>
              <a:gd name="connsiteX78" fmla="*/ 4228802 w 6884912"/>
              <a:gd name="connsiteY78" fmla="*/ 201468 h 1161397"/>
              <a:gd name="connsiteX79" fmla="*/ 4289361 w 6884912"/>
              <a:gd name="connsiteY79" fmla="*/ 196642 h 1161397"/>
              <a:gd name="connsiteX80" fmla="*/ 4498913 w 6884912"/>
              <a:gd name="connsiteY80" fmla="*/ 118915 h 1161397"/>
              <a:gd name="connsiteX81" fmla="*/ 4617330 w 6884912"/>
              <a:gd name="connsiteY81" fmla="*/ 111163 h 1161397"/>
              <a:gd name="connsiteX82" fmla="*/ 4659778 w 6884912"/>
              <a:gd name="connsiteY82" fmla="*/ 118219 h 1161397"/>
              <a:gd name="connsiteX83" fmla="*/ 4730870 w 6884912"/>
              <a:gd name="connsiteY83" fmla="*/ 129432 h 1161397"/>
              <a:gd name="connsiteX84" fmla="*/ 4785037 w 6884912"/>
              <a:gd name="connsiteY84" fmla="*/ 161964 h 1161397"/>
              <a:gd name="connsiteX85" fmla="*/ 4844073 w 6884912"/>
              <a:gd name="connsiteY85" fmla="*/ 161768 h 1161397"/>
              <a:gd name="connsiteX86" fmla="*/ 4856454 w 6884912"/>
              <a:gd name="connsiteY86" fmla="*/ 130488 h 1161397"/>
              <a:gd name="connsiteX87" fmla="*/ 4920038 w 6884912"/>
              <a:gd name="connsiteY87" fmla="*/ 140418 h 1161397"/>
              <a:gd name="connsiteX88" fmla="*/ 5016639 w 6884912"/>
              <a:gd name="connsiteY88" fmla="*/ 158905 h 1161397"/>
              <a:gd name="connsiteX89" fmla="*/ 5072009 w 6884912"/>
              <a:gd name="connsiteY89" fmla="*/ 161502 h 1161397"/>
              <a:gd name="connsiteX90" fmla="*/ 5223626 w 6884912"/>
              <a:gd name="connsiteY90" fmla="*/ 177356 h 1161397"/>
              <a:gd name="connsiteX91" fmla="*/ 5375773 w 6884912"/>
              <a:gd name="connsiteY91" fmla="*/ 199913 h 1161397"/>
              <a:gd name="connsiteX92" fmla="*/ 5467502 w 6884912"/>
              <a:gd name="connsiteY92" fmla="*/ 250963 h 1161397"/>
              <a:gd name="connsiteX93" fmla="*/ 5592395 w 6884912"/>
              <a:gd name="connsiteY93" fmla="*/ 265434 h 1161397"/>
              <a:gd name="connsiteX94" fmla="*/ 5613532 w 6884912"/>
              <a:gd name="connsiteY94" fmla="*/ 273379 h 1161397"/>
              <a:gd name="connsiteX95" fmla="*/ 5642173 w 6884912"/>
              <a:gd name="connsiteY95" fmla="*/ 266904 h 1161397"/>
              <a:gd name="connsiteX96" fmla="*/ 5756910 w 6884912"/>
              <a:gd name="connsiteY96" fmla="*/ 239211 h 1161397"/>
              <a:gd name="connsiteX97" fmla="*/ 5846667 w 6884912"/>
              <a:gd name="connsiteY97" fmla="*/ 201786 h 1161397"/>
              <a:gd name="connsiteX98" fmla="*/ 5960732 w 6884912"/>
              <a:gd name="connsiteY98" fmla="*/ 220708 h 1161397"/>
              <a:gd name="connsiteX99" fmla="*/ 6029542 w 6884912"/>
              <a:gd name="connsiteY99" fmla="*/ 210339 h 1161397"/>
              <a:gd name="connsiteX100" fmla="*/ 6141123 w 6884912"/>
              <a:gd name="connsiteY100" fmla="*/ 159923 h 1161397"/>
              <a:gd name="connsiteX101" fmla="*/ 6290640 w 6884912"/>
              <a:gd name="connsiteY101" fmla="*/ 167441 h 1161397"/>
              <a:gd name="connsiteX102" fmla="*/ 6322806 w 6884912"/>
              <a:gd name="connsiteY102" fmla="*/ 213293 h 1161397"/>
              <a:gd name="connsiteX103" fmla="*/ 6380420 w 6884912"/>
              <a:gd name="connsiteY103" fmla="*/ 173195 h 1161397"/>
              <a:gd name="connsiteX104" fmla="*/ 6507891 w 6884912"/>
              <a:gd name="connsiteY104" fmla="*/ 118474 h 1161397"/>
              <a:gd name="connsiteX105" fmla="*/ 6571807 w 6884912"/>
              <a:gd name="connsiteY105" fmla="*/ 98636 h 1161397"/>
              <a:gd name="connsiteX106" fmla="*/ 6671880 w 6884912"/>
              <a:gd name="connsiteY106" fmla="*/ 82931 h 1161397"/>
              <a:gd name="connsiteX107" fmla="*/ 6702266 w 6884912"/>
              <a:gd name="connsiteY107" fmla="*/ 75470 h 1161397"/>
              <a:gd name="connsiteX108" fmla="*/ 6845802 w 6884912"/>
              <a:gd name="connsiteY108" fmla="*/ 24496 h 1161397"/>
              <a:gd name="connsiteX109" fmla="*/ 6884912 w 6884912"/>
              <a:gd name="connsiteY109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510042 w 6884912"/>
              <a:gd name="connsiteY60" fmla="*/ 311820 h 1161397"/>
              <a:gd name="connsiteX61" fmla="*/ 3626773 w 6884912"/>
              <a:gd name="connsiteY61" fmla="*/ 290452 h 1161397"/>
              <a:gd name="connsiteX62" fmla="*/ 3666217 w 6884912"/>
              <a:gd name="connsiteY62" fmla="*/ 273255 h 1161397"/>
              <a:gd name="connsiteX63" fmla="*/ 3732427 w 6884912"/>
              <a:gd name="connsiteY63" fmla="*/ 245039 h 1161397"/>
              <a:gd name="connsiteX64" fmla="*/ 3777022 w 6884912"/>
              <a:gd name="connsiteY64" fmla="*/ 200276 h 1161397"/>
              <a:gd name="connsiteX65" fmla="*/ 3791246 w 6884912"/>
              <a:gd name="connsiteY65" fmla="*/ 189996 h 1161397"/>
              <a:gd name="connsiteX66" fmla="*/ 3819864 w 6884912"/>
              <a:gd name="connsiteY66" fmla="*/ 194605 h 1161397"/>
              <a:gd name="connsiteX67" fmla="*/ 3830398 w 6884912"/>
              <a:gd name="connsiteY67" fmla="*/ 188383 h 1161397"/>
              <a:gd name="connsiteX68" fmla="*/ 3834360 w 6884912"/>
              <a:gd name="connsiteY68" fmla="*/ 188992 h 1161397"/>
              <a:gd name="connsiteX69" fmla="*/ 3843715 w 6884912"/>
              <a:gd name="connsiteY69" fmla="*/ 188752 h 1161397"/>
              <a:gd name="connsiteX70" fmla="*/ 3842609 w 6884912"/>
              <a:gd name="connsiteY70" fmla="*/ 197386 h 1161397"/>
              <a:gd name="connsiteX71" fmla="*/ 3853961 w 6884912"/>
              <a:gd name="connsiteY71" fmla="*/ 213380 h 1161397"/>
              <a:gd name="connsiteX72" fmla="*/ 3907640 w 6884912"/>
              <a:gd name="connsiteY72" fmla="*/ 207568 h 1161397"/>
              <a:gd name="connsiteX73" fmla="*/ 3910449 w 6884912"/>
              <a:gd name="connsiteY73" fmla="*/ 197808 h 1161397"/>
              <a:gd name="connsiteX74" fmla="*/ 3917197 w 6884912"/>
              <a:gd name="connsiteY74" fmla="*/ 196121 h 1161397"/>
              <a:gd name="connsiteX75" fmla="*/ 3922400 w 6884912"/>
              <a:gd name="connsiteY75" fmla="*/ 205056 h 1161397"/>
              <a:gd name="connsiteX76" fmla="*/ 4013061 w 6884912"/>
              <a:gd name="connsiteY76" fmla="*/ 224874 h 1161397"/>
              <a:gd name="connsiteX77" fmla="*/ 4220717 w 6884912"/>
              <a:gd name="connsiteY77" fmla="*/ 192946 h 1161397"/>
              <a:gd name="connsiteX78" fmla="*/ 4228802 w 6884912"/>
              <a:gd name="connsiteY78" fmla="*/ 201468 h 1161397"/>
              <a:gd name="connsiteX79" fmla="*/ 4289361 w 6884912"/>
              <a:gd name="connsiteY79" fmla="*/ 196642 h 1161397"/>
              <a:gd name="connsiteX80" fmla="*/ 4498913 w 6884912"/>
              <a:gd name="connsiteY80" fmla="*/ 118915 h 1161397"/>
              <a:gd name="connsiteX81" fmla="*/ 4617330 w 6884912"/>
              <a:gd name="connsiteY81" fmla="*/ 111163 h 1161397"/>
              <a:gd name="connsiteX82" fmla="*/ 4659778 w 6884912"/>
              <a:gd name="connsiteY82" fmla="*/ 118219 h 1161397"/>
              <a:gd name="connsiteX83" fmla="*/ 4730870 w 6884912"/>
              <a:gd name="connsiteY83" fmla="*/ 129432 h 1161397"/>
              <a:gd name="connsiteX84" fmla="*/ 4844073 w 6884912"/>
              <a:gd name="connsiteY84" fmla="*/ 161768 h 1161397"/>
              <a:gd name="connsiteX85" fmla="*/ 4856454 w 6884912"/>
              <a:gd name="connsiteY85" fmla="*/ 130488 h 1161397"/>
              <a:gd name="connsiteX86" fmla="*/ 4920038 w 6884912"/>
              <a:gd name="connsiteY86" fmla="*/ 140418 h 1161397"/>
              <a:gd name="connsiteX87" fmla="*/ 5016639 w 6884912"/>
              <a:gd name="connsiteY87" fmla="*/ 158905 h 1161397"/>
              <a:gd name="connsiteX88" fmla="*/ 5072009 w 6884912"/>
              <a:gd name="connsiteY88" fmla="*/ 161502 h 1161397"/>
              <a:gd name="connsiteX89" fmla="*/ 5223626 w 6884912"/>
              <a:gd name="connsiteY89" fmla="*/ 177356 h 1161397"/>
              <a:gd name="connsiteX90" fmla="*/ 5375773 w 6884912"/>
              <a:gd name="connsiteY90" fmla="*/ 199913 h 1161397"/>
              <a:gd name="connsiteX91" fmla="*/ 5467502 w 6884912"/>
              <a:gd name="connsiteY91" fmla="*/ 250963 h 1161397"/>
              <a:gd name="connsiteX92" fmla="*/ 5592395 w 6884912"/>
              <a:gd name="connsiteY92" fmla="*/ 265434 h 1161397"/>
              <a:gd name="connsiteX93" fmla="*/ 5613532 w 6884912"/>
              <a:gd name="connsiteY93" fmla="*/ 273379 h 1161397"/>
              <a:gd name="connsiteX94" fmla="*/ 5642173 w 6884912"/>
              <a:gd name="connsiteY94" fmla="*/ 266904 h 1161397"/>
              <a:gd name="connsiteX95" fmla="*/ 5756910 w 6884912"/>
              <a:gd name="connsiteY95" fmla="*/ 239211 h 1161397"/>
              <a:gd name="connsiteX96" fmla="*/ 5846667 w 6884912"/>
              <a:gd name="connsiteY96" fmla="*/ 201786 h 1161397"/>
              <a:gd name="connsiteX97" fmla="*/ 5960732 w 6884912"/>
              <a:gd name="connsiteY97" fmla="*/ 220708 h 1161397"/>
              <a:gd name="connsiteX98" fmla="*/ 6029542 w 6884912"/>
              <a:gd name="connsiteY98" fmla="*/ 210339 h 1161397"/>
              <a:gd name="connsiteX99" fmla="*/ 6141123 w 6884912"/>
              <a:gd name="connsiteY99" fmla="*/ 159923 h 1161397"/>
              <a:gd name="connsiteX100" fmla="*/ 6290640 w 6884912"/>
              <a:gd name="connsiteY100" fmla="*/ 167441 h 1161397"/>
              <a:gd name="connsiteX101" fmla="*/ 6322806 w 6884912"/>
              <a:gd name="connsiteY101" fmla="*/ 213293 h 1161397"/>
              <a:gd name="connsiteX102" fmla="*/ 6380420 w 6884912"/>
              <a:gd name="connsiteY102" fmla="*/ 173195 h 1161397"/>
              <a:gd name="connsiteX103" fmla="*/ 6507891 w 6884912"/>
              <a:gd name="connsiteY103" fmla="*/ 118474 h 1161397"/>
              <a:gd name="connsiteX104" fmla="*/ 6571807 w 6884912"/>
              <a:gd name="connsiteY104" fmla="*/ 98636 h 1161397"/>
              <a:gd name="connsiteX105" fmla="*/ 6671880 w 6884912"/>
              <a:gd name="connsiteY105" fmla="*/ 82931 h 1161397"/>
              <a:gd name="connsiteX106" fmla="*/ 6702266 w 6884912"/>
              <a:gd name="connsiteY106" fmla="*/ 75470 h 1161397"/>
              <a:gd name="connsiteX107" fmla="*/ 6845802 w 6884912"/>
              <a:gd name="connsiteY107" fmla="*/ 24496 h 1161397"/>
              <a:gd name="connsiteX108" fmla="*/ 6884912 w 6884912"/>
              <a:gd name="connsiteY108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478946 w 6884912"/>
              <a:gd name="connsiteY7" fmla="*/ 1106011 h 1161397"/>
              <a:gd name="connsiteX8" fmla="*/ 512111 w 6884912"/>
              <a:gd name="connsiteY8" fmla="*/ 1085599 h 1161397"/>
              <a:gd name="connsiteX9" fmla="*/ 567875 w 6884912"/>
              <a:gd name="connsiteY9" fmla="*/ 1051976 h 1161397"/>
              <a:gd name="connsiteX10" fmla="*/ 601644 w 6884912"/>
              <a:gd name="connsiteY10" fmla="*/ 1003997 h 1161397"/>
              <a:gd name="connsiteX11" fmla="*/ 651408 w 6884912"/>
              <a:gd name="connsiteY11" fmla="*/ 984938 h 1161397"/>
              <a:gd name="connsiteX12" fmla="*/ 673197 w 6884912"/>
              <a:gd name="connsiteY12" fmla="*/ 1010060 h 1161397"/>
              <a:gd name="connsiteX13" fmla="*/ 723108 w 6884912"/>
              <a:gd name="connsiteY13" fmla="*/ 980081 h 1161397"/>
              <a:gd name="connsiteX14" fmla="*/ 797699 w 6884912"/>
              <a:gd name="connsiteY14" fmla="*/ 931362 h 1161397"/>
              <a:gd name="connsiteX15" fmla="*/ 843359 w 6884912"/>
              <a:gd name="connsiteY15" fmla="*/ 910894 h 1161397"/>
              <a:gd name="connsiteX16" fmla="*/ 965215 w 6884912"/>
              <a:gd name="connsiteY16" fmla="*/ 846701 h 1161397"/>
              <a:gd name="connsiteX17" fmla="*/ 1085080 w 6884912"/>
              <a:gd name="connsiteY17" fmla="*/ 776086 h 1161397"/>
              <a:gd name="connsiteX18" fmla="*/ 1131224 w 6884912"/>
              <a:gd name="connsiteY18" fmla="*/ 706160 h 1161397"/>
              <a:gd name="connsiteX19" fmla="*/ 1138051 w 6884912"/>
              <a:gd name="connsiteY19" fmla="*/ 702034 h 1161397"/>
              <a:gd name="connsiteX20" fmla="*/ 1158800 w 6884912"/>
              <a:gd name="connsiteY20" fmla="*/ 700004 h 1161397"/>
              <a:gd name="connsiteX21" fmla="*/ 1166947 w 6884912"/>
              <a:gd name="connsiteY21" fmla="*/ 700762 h 1161397"/>
              <a:gd name="connsiteX22" fmla="*/ 1178135 w 6884912"/>
              <a:gd name="connsiteY22" fmla="*/ 698631 h 1161397"/>
              <a:gd name="connsiteX23" fmla="*/ 1178301 w 6884912"/>
              <a:gd name="connsiteY23" fmla="*/ 698094 h 1161397"/>
              <a:gd name="connsiteX24" fmla="*/ 1188995 w 6884912"/>
              <a:gd name="connsiteY24" fmla="*/ 697048 h 1161397"/>
              <a:gd name="connsiteX25" fmla="*/ 1242716 w 6884912"/>
              <a:gd name="connsiteY25" fmla="*/ 698052 h 1161397"/>
              <a:gd name="connsiteX26" fmla="*/ 1299977 w 6884912"/>
              <a:gd name="connsiteY26" fmla="*/ 639196 h 1161397"/>
              <a:gd name="connsiteX27" fmla="*/ 1326190 w 6884912"/>
              <a:gd name="connsiteY27" fmla="*/ 625955 h 1161397"/>
              <a:gd name="connsiteX28" fmla="*/ 1339600 w 6884912"/>
              <a:gd name="connsiteY28" fmla="*/ 616295 h 1161397"/>
              <a:gd name="connsiteX29" fmla="*/ 1340054 w 6884912"/>
              <a:gd name="connsiteY29" fmla="*/ 614022 h 1161397"/>
              <a:gd name="connsiteX30" fmla="*/ 1391606 w 6884912"/>
              <a:gd name="connsiteY30" fmla="*/ 615229 h 1161397"/>
              <a:gd name="connsiteX31" fmla="*/ 1397565 w 6884912"/>
              <a:gd name="connsiteY31" fmla="*/ 611490 h 1161397"/>
              <a:gd name="connsiteX32" fmla="*/ 1432302 w 6884912"/>
              <a:gd name="connsiteY32" fmla="*/ 617267 h 1161397"/>
              <a:gd name="connsiteX33" fmla="*/ 1449644 w 6884912"/>
              <a:gd name="connsiteY33" fmla="*/ 617591 h 1161397"/>
              <a:gd name="connsiteX34" fmla="*/ 1455793 w 6884912"/>
              <a:gd name="connsiteY34" fmla="*/ 623174 h 1161397"/>
              <a:gd name="connsiteX35" fmla="*/ 1480758 w 6884912"/>
              <a:gd name="connsiteY35" fmla="*/ 620863 h 1161397"/>
              <a:gd name="connsiteX36" fmla="*/ 1483154 w 6884912"/>
              <a:gd name="connsiteY36" fmla="*/ 618527 h 1161397"/>
              <a:gd name="connsiteX37" fmla="*/ 1505495 w 6884912"/>
              <a:gd name="connsiteY37" fmla="*/ 624325 h 1161397"/>
              <a:gd name="connsiteX38" fmla="*/ 1526340 w 6884912"/>
              <a:gd name="connsiteY38" fmla="*/ 638496 h 1161397"/>
              <a:gd name="connsiteX39" fmla="*/ 1731986 w 6884912"/>
              <a:gd name="connsiteY39" fmla="*/ 589682 h 1161397"/>
              <a:gd name="connsiteX40" fmla="*/ 1927935 w 6884912"/>
              <a:gd name="connsiteY40" fmla="*/ 628540 h 1161397"/>
              <a:gd name="connsiteX41" fmla="*/ 2039075 w 6884912"/>
              <a:gd name="connsiteY41" fmla="*/ 599964 h 1161397"/>
              <a:gd name="connsiteX42" fmla="*/ 2066980 w 6884912"/>
              <a:gd name="connsiteY42" fmla="*/ 550413 h 1161397"/>
              <a:gd name="connsiteX43" fmla="*/ 2352236 w 6884912"/>
              <a:gd name="connsiteY43" fmla="*/ 519602 h 1161397"/>
              <a:gd name="connsiteX44" fmla="*/ 2420791 w 6884912"/>
              <a:gd name="connsiteY44" fmla="*/ 492826 h 1161397"/>
              <a:gd name="connsiteX45" fmla="*/ 2489932 w 6884912"/>
              <a:gd name="connsiteY45" fmla="*/ 507864 h 1161397"/>
              <a:gd name="connsiteX46" fmla="*/ 2512917 w 6884912"/>
              <a:gd name="connsiteY46" fmla="*/ 489127 h 1161397"/>
              <a:gd name="connsiteX47" fmla="*/ 2516783 w 6884912"/>
              <a:gd name="connsiteY47" fmla="*/ 485473 h 1161397"/>
              <a:gd name="connsiteX48" fmla="*/ 2534360 w 6884912"/>
              <a:gd name="connsiteY48" fmla="*/ 480064 h 1161397"/>
              <a:gd name="connsiteX49" fmla="*/ 2536691 w 6884912"/>
              <a:gd name="connsiteY49" fmla="*/ 467018 h 1161397"/>
              <a:gd name="connsiteX50" fmla="*/ 2561265 w 6884912"/>
              <a:gd name="connsiteY50" fmla="*/ 450623 h 1161397"/>
              <a:gd name="connsiteX51" fmla="*/ 2594349 w 6884912"/>
              <a:gd name="connsiteY51" fmla="*/ 443884 h 1161397"/>
              <a:gd name="connsiteX52" fmla="*/ 2754324 w 6884912"/>
              <a:gd name="connsiteY52" fmla="*/ 424766 h 1161397"/>
              <a:gd name="connsiteX53" fmla="*/ 2848470 w 6884912"/>
              <a:gd name="connsiteY53" fmla="*/ 405966 h 1161397"/>
              <a:gd name="connsiteX54" fmla="*/ 2881772 w 6884912"/>
              <a:gd name="connsiteY54" fmla="*/ 387260 h 1161397"/>
              <a:gd name="connsiteX55" fmla="*/ 2929932 w 6884912"/>
              <a:gd name="connsiteY55" fmla="*/ 368912 h 1161397"/>
              <a:gd name="connsiteX56" fmla="*/ 3013020 w 6884912"/>
              <a:gd name="connsiteY56" fmla="*/ 327578 h 1161397"/>
              <a:gd name="connsiteX57" fmla="*/ 3222191 w 6884912"/>
              <a:gd name="connsiteY57" fmla="*/ 307887 h 1161397"/>
              <a:gd name="connsiteX58" fmla="*/ 3227953 w 6884912"/>
              <a:gd name="connsiteY58" fmla="*/ 297650 h 1161397"/>
              <a:gd name="connsiteX59" fmla="*/ 3510042 w 6884912"/>
              <a:gd name="connsiteY59" fmla="*/ 311820 h 1161397"/>
              <a:gd name="connsiteX60" fmla="*/ 3626773 w 6884912"/>
              <a:gd name="connsiteY60" fmla="*/ 290452 h 1161397"/>
              <a:gd name="connsiteX61" fmla="*/ 3666217 w 6884912"/>
              <a:gd name="connsiteY61" fmla="*/ 273255 h 1161397"/>
              <a:gd name="connsiteX62" fmla="*/ 3732427 w 6884912"/>
              <a:gd name="connsiteY62" fmla="*/ 245039 h 1161397"/>
              <a:gd name="connsiteX63" fmla="*/ 3777022 w 6884912"/>
              <a:gd name="connsiteY63" fmla="*/ 200276 h 1161397"/>
              <a:gd name="connsiteX64" fmla="*/ 3791246 w 6884912"/>
              <a:gd name="connsiteY64" fmla="*/ 189996 h 1161397"/>
              <a:gd name="connsiteX65" fmla="*/ 3819864 w 6884912"/>
              <a:gd name="connsiteY65" fmla="*/ 194605 h 1161397"/>
              <a:gd name="connsiteX66" fmla="*/ 3830398 w 6884912"/>
              <a:gd name="connsiteY66" fmla="*/ 188383 h 1161397"/>
              <a:gd name="connsiteX67" fmla="*/ 3834360 w 6884912"/>
              <a:gd name="connsiteY67" fmla="*/ 188992 h 1161397"/>
              <a:gd name="connsiteX68" fmla="*/ 3843715 w 6884912"/>
              <a:gd name="connsiteY68" fmla="*/ 188752 h 1161397"/>
              <a:gd name="connsiteX69" fmla="*/ 3842609 w 6884912"/>
              <a:gd name="connsiteY69" fmla="*/ 197386 h 1161397"/>
              <a:gd name="connsiteX70" fmla="*/ 3853961 w 6884912"/>
              <a:gd name="connsiteY70" fmla="*/ 213380 h 1161397"/>
              <a:gd name="connsiteX71" fmla="*/ 3907640 w 6884912"/>
              <a:gd name="connsiteY71" fmla="*/ 207568 h 1161397"/>
              <a:gd name="connsiteX72" fmla="*/ 3910449 w 6884912"/>
              <a:gd name="connsiteY72" fmla="*/ 197808 h 1161397"/>
              <a:gd name="connsiteX73" fmla="*/ 3917197 w 6884912"/>
              <a:gd name="connsiteY73" fmla="*/ 196121 h 1161397"/>
              <a:gd name="connsiteX74" fmla="*/ 3922400 w 6884912"/>
              <a:gd name="connsiteY74" fmla="*/ 205056 h 1161397"/>
              <a:gd name="connsiteX75" fmla="*/ 4013061 w 6884912"/>
              <a:gd name="connsiteY75" fmla="*/ 224874 h 1161397"/>
              <a:gd name="connsiteX76" fmla="*/ 4220717 w 6884912"/>
              <a:gd name="connsiteY76" fmla="*/ 192946 h 1161397"/>
              <a:gd name="connsiteX77" fmla="*/ 4228802 w 6884912"/>
              <a:gd name="connsiteY77" fmla="*/ 201468 h 1161397"/>
              <a:gd name="connsiteX78" fmla="*/ 4289361 w 6884912"/>
              <a:gd name="connsiteY78" fmla="*/ 196642 h 1161397"/>
              <a:gd name="connsiteX79" fmla="*/ 4498913 w 6884912"/>
              <a:gd name="connsiteY79" fmla="*/ 118915 h 1161397"/>
              <a:gd name="connsiteX80" fmla="*/ 4617330 w 6884912"/>
              <a:gd name="connsiteY80" fmla="*/ 111163 h 1161397"/>
              <a:gd name="connsiteX81" fmla="*/ 4659778 w 6884912"/>
              <a:gd name="connsiteY81" fmla="*/ 118219 h 1161397"/>
              <a:gd name="connsiteX82" fmla="*/ 4730870 w 6884912"/>
              <a:gd name="connsiteY82" fmla="*/ 129432 h 1161397"/>
              <a:gd name="connsiteX83" fmla="*/ 4844073 w 6884912"/>
              <a:gd name="connsiteY83" fmla="*/ 161768 h 1161397"/>
              <a:gd name="connsiteX84" fmla="*/ 4856454 w 6884912"/>
              <a:gd name="connsiteY84" fmla="*/ 130488 h 1161397"/>
              <a:gd name="connsiteX85" fmla="*/ 4920038 w 6884912"/>
              <a:gd name="connsiteY85" fmla="*/ 140418 h 1161397"/>
              <a:gd name="connsiteX86" fmla="*/ 5016639 w 6884912"/>
              <a:gd name="connsiteY86" fmla="*/ 158905 h 1161397"/>
              <a:gd name="connsiteX87" fmla="*/ 5072009 w 6884912"/>
              <a:gd name="connsiteY87" fmla="*/ 161502 h 1161397"/>
              <a:gd name="connsiteX88" fmla="*/ 5223626 w 6884912"/>
              <a:gd name="connsiteY88" fmla="*/ 177356 h 1161397"/>
              <a:gd name="connsiteX89" fmla="*/ 5375773 w 6884912"/>
              <a:gd name="connsiteY89" fmla="*/ 199913 h 1161397"/>
              <a:gd name="connsiteX90" fmla="*/ 5467502 w 6884912"/>
              <a:gd name="connsiteY90" fmla="*/ 250963 h 1161397"/>
              <a:gd name="connsiteX91" fmla="*/ 5592395 w 6884912"/>
              <a:gd name="connsiteY91" fmla="*/ 265434 h 1161397"/>
              <a:gd name="connsiteX92" fmla="*/ 5613532 w 6884912"/>
              <a:gd name="connsiteY92" fmla="*/ 273379 h 1161397"/>
              <a:gd name="connsiteX93" fmla="*/ 5642173 w 6884912"/>
              <a:gd name="connsiteY93" fmla="*/ 266904 h 1161397"/>
              <a:gd name="connsiteX94" fmla="*/ 5756910 w 6884912"/>
              <a:gd name="connsiteY94" fmla="*/ 239211 h 1161397"/>
              <a:gd name="connsiteX95" fmla="*/ 5846667 w 6884912"/>
              <a:gd name="connsiteY95" fmla="*/ 201786 h 1161397"/>
              <a:gd name="connsiteX96" fmla="*/ 5960732 w 6884912"/>
              <a:gd name="connsiteY96" fmla="*/ 220708 h 1161397"/>
              <a:gd name="connsiteX97" fmla="*/ 6029542 w 6884912"/>
              <a:gd name="connsiteY97" fmla="*/ 210339 h 1161397"/>
              <a:gd name="connsiteX98" fmla="*/ 6141123 w 6884912"/>
              <a:gd name="connsiteY98" fmla="*/ 159923 h 1161397"/>
              <a:gd name="connsiteX99" fmla="*/ 6290640 w 6884912"/>
              <a:gd name="connsiteY99" fmla="*/ 167441 h 1161397"/>
              <a:gd name="connsiteX100" fmla="*/ 6322806 w 6884912"/>
              <a:gd name="connsiteY100" fmla="*/ 213293 h 1161397"/>
              <a:gd name="connsiteX101" fmla="*/ 6380420 w 6884912"/>
              <a:gd name="connsiteY101" fmla="*/ 173195 h 1161397"/>
              <a:gd name="connsiteX102" fmla="*/ 6507891 w 6884912"/>
              <a:gd name="connsiteY102" fmla="*/ 118474 h 1161397"/>
              <a:gd name="connsiteX103" fmla="*/ 6571807 w 6884912"/>
              <a:gd name="connsiteY103" fmla="*/ 98636 h 1161397"/>
              <a:gd name="connsiteX104" fmla="*/ 6671880 w 6884912"/>
              <a:gd name="connsiteY104" fmla="*/ 82931 h 1161397"/>
              <a:gd name="connsiteX105" fmla="*/ 6702266 w 6884912"/>
              <a:gd name="connsiteY105" fmla="*/ 75470 h 1161397"/>
              <a:gd name="connsiteX106" fmla="*/ 6845802 w 6884912"/>
              <a:gd name="connsiteY106" fmla="*/ 24496 h 1161397"/>
              <a:gd name="connsiteX107" fmla="*/ 6884912 w 6884912"/>
              <a:gd name="connsiteY107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512111 w 6884912"/>
              <a:gd name="connsiteY7" fmla="*/ 1085599 h 1161397"/>
              <a:gd name="connsiteX8" fmla="*/ 567875 w 6884912"/>
              <a:gd name="connsiteY8" fmla="*/ 1051976 h 1161397"/>
              <a:gd name="connsiteX9" fmla="*/ 601644 w 6884912"/>
              <a:gd name="connsiteY9" fmla="*/ 1003997 h 1161397"/>
              <a:gd name="connsiteX10" fmla="*/ 651408 w 6884912"/>
              <a:gd name="connsiteY10" fmla="*/ 984938 h 1161397"/>
              <a:gd name="connsiteX11" fmla="*/ 673197 w 6884912"/>
              <a:gd name="connsiteY11" fmla="*/ 1010060 h 1161397"/>
              <a:gd name="connsiteX12" fmla="*/ 723108 w 6884912"/>
              <a:gd name="connsiteY12" fmla="*/ 980081 h 1161397"/>
              <a:gd name="connsiteX13" fmla="*/ 797699 w 6884912"/>
              <a:gd name="connsiteY13" fmla="*/ 931362 h 1161397"/>
              <a:gd name="connsiteX14" fmla="*/ 843359 w 6884912"/>
              <a:gd name="connsiteY14" fmla="*/ 910894 h 1161397"/>
              <a:gd name="connsiteX15" fmla="*/ 965215 w 6884912"/>
              <a:gd name="connsiteY15" fmla="*/ 846701 h 1161397"/>
              <a:gd name="connsiteX16" fmla="*/ 1085080 w 6884912"/>
              <a:gd name="connsiteY16" fmla="*/ 776086 h 1161397"/>
              <a:gd name="connsiteX17" fmla="*/ 1131224 w 6884912"/>
              <a:gd name="connsiteY17" fmla="*/ 706160 h 1161397"/>
              <a:gd name="connsiteX18" fmla="*/ 1138051 w 6884912"/>
              <a:gd name="connsiteY18" fmla="*/ 702034 h 1161397"/>
              <a:gd name="connsiteX19" fmla="*/ 1158800 w 6884912"/>
              <a:gd name="connsiteY19" fmla="*/ 700004 h 1161397"/>
              <a:gd name="connsiteX20" fmla="*/ 1166947 w 6884912"/>
              <a:gd name="connsiteY20" fmla="*/ 700762 h 1161397"/>
              <a:gd name="connsiteX21" fmla="*/ 1178135 w 6884912"/>
              <a:gd name="connsiteY21" fmla="*/ 698631 h 1161397"/>
              <a:gd name="connsiteX22" fmla="*/ 1178301 w 6884912"/>
              <a:gd name="connsiteY22" fmla="*/ 698094 h 1161397"/>
              <a:gd name="connsiteX23" fmla="*/ 1188995 w 6884912"/>
              <a:gd name="connsiteY23" fmla="*/ 697048 h 1161397"/>
              <a:gd name="connsiteX24" fmla="*/ 1242716 w 6884912"/>
              <a:gd name="connsiteY24" fmla="*/ 698052 h 1161397"/>
              <a:gd name="connsiteX25" fmla="*/ 1299977 w 6884912"/>
              <a:gd name="connsiteY25" fmla="*/ 639196 h 1161397"/>
              <a:gd name="connsiteX26" fmla="*/ 1326190 w 6884912"/>
              <a:gd name="connsiteY26" fmla="*/ 625955 h 1161397"/>
              <a:gd name="connsiteX27" fmla="*/ 1339600 w 6884912"/>
              <a:gd name="connsiteY27" fmla="*/ 616295 h 1161397"/>
              <a:gd name="connsiteX28" fmla="*/ 1340054 w 6884912"/>
              <a:gd name="connsiteY28" fmla="*/ 614022 h 1161397"/>
              <a:gd name="connsiteX29" fmla="*/ 1391606 w 6884912"/>
              <a:gd name="connsiteY29" fmla="*/ 615229 h 1161397"/>
              <a:gd name="connsiteX30" fmla="*/ 1397565 w 6884912"/>
              <a:gd name="connsiteY30" fmla="*/ 611490 h 1161397"/>
              <a:gd name="connsiteX31" fmla="*/ 1432302 w 6884912"/>
              <a:gd name="connsiteY31" fmla="*/ 617267 h 1161397"/>
              <a:gd name="connsiteX32" fmla="*/ 1449644 w 6884912"/>
              <a:gd name="connsiteY32" fmla="*/ 617591 h 1161397"/>
              <a:gd name="connsiteX33" fmla="*/ 1455793 w 6884912"/>
              <a:gd name="connsiteY33" fmla="*/ 623174 h 1161397"/>
              <a:gd name="connsiteX34" fmla="*/ 1480758 w 6884912"/>
              <a:gd name="connsiteY34" fmla="*/ 620863 h 1161397"/>
              <a:gd name="connsiteX35" fmla="*/ 1483154 w 6884912"/>
              <a:gd name="connsiteY35" fmla="*/ 618527 h 1161397"/>
              <a:gd name="connsiteX36" fmla="*/ 1505495 w 6884912"/>
              <a:gd name="connsiteY36" fmla="*/ 624325 h 1161397"/>
              <a:gd name="connsiteX37" fmla="*/ 1526340 w 6884912"/>
              <a:gd name="connsiteY37" fmla="*/ 638496 h 1161397"/>
              <a:gd name="connsiteX38" fmla="*/ 1731986 w 6884912"/>
              <a:gd name="connsiteY38" fmla="*/ 589682 h 1161397"/>
              <a:gd name="connsiteX39" fmla="*/ 1927935 w 6884912"/>
              <a:gd name="connsiteY39" fmla="*/ 628540 h 1161397"/>
              <a:gd name="connsiteX40" fmla="*/ 2039075 w 6884912"/>
              <a:gd name="connsiteY40" fmla="*/ 599964 h 1161397"/>
              <a:gd name="connsiteX41" fmla="*/ 2066980 w 6884912"/>
              <a:gd name="connsiteY41" fmla="*/ 550413 h 1161397"/>
              <a:gd name="connsiteX42" fmla="*/ 2352236 w 6884912"/>
              <a:gd name="connsiteY42" fmla="*/ 519602 h 1161397"/>
              <a:gd name="connsiteX43" fmla="*/ 2420791 w 6884912"/>
              <a:gd name="connsiteY43" fmla="*/ 492826 h 1161397"/>
              <a:gd name="connsiteX44" fmla="*/ 2489932 w 6884912"/>
              <a:gd name="connsiteY44" fmla="*/ 507864 h 1161397"/>
              <a:gd name="connsiteX45" fmla="*/ 2512917 w 6884912"/>
              <a:gd name="connsiteY45" fmla="*/ 489127 h 1161397"/>
              <a:gd name="connsiteX46" fmla="*/ 2516783 w 6884912"/>
              <a:gd name="connsiteY46" fmla="*/ 485473 h 1161397"/>
              <a:gd name="connsiteX47" fmla="*/ 2534360 w 6884912"/>
              <a:gd name="connsiteY47" fmla="*/ 480064 h 1161397"/>
              <a:gd name="connsiteX48" fmla="*/ 2536691 w 6884912"/>
              <a:gd name="connsiteY48" fmla="*/ 467018 h 1161397"/>
              <a:gd name="connsiteX49" fmla="*/ 2561265 w 6884912"/>
              <a:gd name="connsiteY49" fmla="*/ 450623 h 1161397"/>
              <a:gd name="connsiteX50" fmla="*/ 2594349 w 6884912"/>
              <a:gd name="connsiteY50" fmla="*/ 443884 h 1161397"/>
              <a:gd name="connsiteX51" fmla="*/ 2754324 w 6884912"/>
              <a:gd name="connsiteY51" fmla="*/ 424766 h 1161397"/>
              <a:gd name="connsiteX52" fmla="*/ 2848470 w 6884912"/>
              <a:gd name="connsiteY52" fmla="*/ 405966 h 1161397"/>
              <a:gd name="connsiteX53" fmla="*/ 2881772 w 6884912"/>
              <a:gd name="connsiteY53" fmla="*/ 387260 h 1161397"/>
              <a:gd name="connsiteX54" fmla="*/ 2929932 w 6884912"/>
              <a:gd name="connsiteY54" fmla="*/ 368912 h 1161397"/>
              <a:gd name="connsiteX55" fmla="*/ 3013020 w 6884912"/>
              <a:gd name="connsiteY55" fmla="*/ 327578 h 1161397"/>
              <a:gd name="connsiteX56" fmla="*/ 3222191 w 6884912"/>
              <a:gd name="connsiteY56" fmla="*/ 307887 h 1161397"/>
              <a:gd name="connsiteX57" fmla="*/ 3227953 w 6884912"/>
              <a:gd name="connsiteY57" fmla="*/ 297650 h 1161397"/>
              <a:gd name="connsiteX58" fmla="*/ 3510042 w 6884912"/>
              <a:gd name="connsiteY58" fmla="*/ 311820 h 1161397"/>
              <a:gd name="connsiteX59" fmla="*/ 3626773 w 6884912"/>
              <a:gd name="connsiteY59" fmla="*/ 290452 h 1161397"/>
              <a:gd name="connsiteX60" fmla="*/ 3666217 w 6884912"/>
              <a:gd name="connsiteY60" fmla="*/ 273255 h 1161397"/>
              <a:gd name="connsiteX61" fmla="*/ 3732427 w 6884912"/>
              <a:gd name="connsiteY61" fmla="*/ 245039 h 1161397"/>
              <a:gd name="connsiteX62" fmla="*/ 3777022 w 6884912"/>
              <a:gd name="connsiteY62" fmla="*/ 200276 h 1161397"/>
              <a:gd name="connsiteX63" fmla="*/ 3791246 w 6884912"/>
              <a:gd name="connsiteY63" fmla="*/ 189996 h 1161397"/>
              <a:gd name="connsiteX64" fmla="*/ 3819864 w 6884912"/>
              <a:gd name="connsiteY64" fmla="*/ 194605 h 1161397"/>
              <a:gd name="connsiteX65" fmla="*/ 3830398 w 6884912"/>
              <a:gd name="connsiteY65" fmla="*/ 188383 h 1161397"/>
              <a:gd name="connsiteX66" fmla="*/ 3834360 w 6884912"/>
              <a:gd name="connsiteY66" fmla="*/ 188992 h 1161397"/>
              <a:gd name="connsiteX67" fmla="*/ 3843715 w 6884912"/>
              <a:gd name="connsiteY67" fmla="*/ 188752 h 1161397"/>
              <a:gd name="connsiteX68" fmla="*/ 3842609 w 6884912"/>
              <a:gd name="connsiteY68" fmla="*/ 197386 h 1161397"/>
              <a:gd name="connsiteX69" fmla="*/ 3853961 w 6884912"/>
              <a:gd name="connsiteY69" fmla="*/ 213380 h 1161397"/>
              <a:gd name="connsiteX70" fmla="*/ 3907640 w 6884912"/>
              <a:gd name="connsiteY70" fmla="*/ 207568 h 1161397"/>
              <a:gd name="connsiteX71" fmla="*/ 3910449 w 6884912"/>
              <a:gd name="connsiteY71" fmla="*/ 197808 h 1161397"/>
              <a:gd name="connsiteX72" fmla="*/ 3917197 w 6884912"/>
              <a:gd name="connsiteY72" fmla="*/ 196121 h 1161397"/>
              <a:gd name="connsiteX73" fmla="*/ 3922400 w 6884912"/>
              <a:gd name="connsiteY73" fmla="*/ 205056 h 1161397"/>
              <a:gd name="connsiteX74" fmla="*/ 4013061 w 6884912"/>
              <a:gd name="connsiteY74" fmla="*/ 224874 h 1161397"/>
              <a:gd name="connsiteX75" fmla="*/ 4220717 w 6884912"/>
              <a:gd name="connsiteY75" fmla="*/ 192946 h 1161397"/>
              <a:gd name="connsiteX76" fmla="*/ 4228802 w 6884912"/>
              <a:gd name="connsiteY76" fmla="*/ 201468 h 1161397"/>
              <a:gd name="connsiteX77" fmla="*/ 4289361 w 6884912"/>
              <a:gd name="connsiteY77" fmla="*/ 196642 h 1161397"/>
              <a:gd name="connsiteX78" fmla="*/ 4498913 w 6884912"/>
              <a:gd name="connsiteY78" fmla="*/ 118915 h 1161397"/>
              <a:gd name="connsiteX79" fmla="*/ 4617330 w 6884912"/>
              <a:gd name="connsiteY79" fmla="*/ 111163 h 1161397"/>
              <a:gd name="connsiteX80" fmla="*/ 4659778 w 6884912"/>
              <a:gd name="connsiteY80" fmla="*/ 118219 h 1161397"/>
              <a:gd name="connsiteX81" fmla="*/ 4730870 w 6884912"/>
              <a:gd name="connsiteY81" fmla="*/ 129432 h 1161397"/>
              <a:gd name="connsiteX82" fmla="*/ 4844073 w 6884912"/>
              <a:gd name="connsiteY82" fmla="*/ 161768 h 1161397"/>
              <a:gd name="connsiteX83" fmla="*/ 4856454 w 6884912"/>
              <a:gd name="connsiteY83" fmla="*/ 130488 h 1161397"/>
              <a:gd name="connsiteX84" fmla="*/ 4920038 w 6884912"/>
              <a:gd name="connsiteY84" fmla="*/ 140418 h 1161397"/>
              <a:gd name="connsiteX85" fmla="*/ 5016639 w 6884912"/>
              <a:gd name="connsiteY85" fmla="*/ 158905 h 1161397"/>
              <a:gd name="connsiteX86" fmla="*/ 5072009 w 6884912"/>
              <a:gd name="connsiteY86" fmla="*/ 161502 h 1161397"/>
              <a:gd name="connsiteX87" fmla="*/ 5223626 w 6884912"/>
              <a:gd name="connsiteY87" fmla="*/ 177356 h 1161397"/>
              <a:gd name="connsiteX88" fmla="*/ 5375773 w 6884912"/>
              <a:gd name="connsiteY88" fmla="*/ 199913 h 1161397"/>
              <a:gd name="connsiteX89" fmla="*/ 5467502 w 6884912"/>
              <a:gd name="connsiteY89" fmla="*/ 250963 h 1161397"/>
              <a:gd name="connsiteX90" fmla="*/ 5592395 w 6884912"/>
              <a:gd name="connsiteY90" fmla="*/ 265434 h 1161397"/>
              <a:gd name="connsiteX91" fmla="*/ 5613532 w 6884912"/>
              <a:gd name="connsiteY91" fmla="*/ 273379 h 1161397"/>
              <a:gd name="connsiteX92" fmla="*/ 5642173 w 6884912"/>
              <a:gd name="connsiteY92" fmla="*/ 266904 h 1161397"/>
              <a:gd name="connsiteX93" fmla="*/ 5756910 w 6884912"/>
              <a:gd name="connsiteY93" fmla="*/ 239211 h 1161397"/>
              <a:gd name="connsiteX94" fmla="*/ 5846667 w 6884912"/>
              <a:gd name="connsiteY94" fmla="*/ 201786 h 1161397"/>
              <a:gd name="connsiteX95" fmla="*/ 5960732 w 6884912"/>
              <a:gd name="connsiteY95" fmla="*/ 220708 h 1161397"/>
              <a:gd name="connsiteX96" fmla="*/ 6029542 w 6884912"/>
              <a:gd name="connsiteY96" fmla="*/ 210339 h 1161397"/>
              <a:gd name="connsiteX97" fmla="*/ 6141123 w 6884912"/>
              <a:gd name="connsiteY97" fmla="*/ 159923 h 1161397"/>
              <a:gd name="connsiteX98" fmla="*/ 6290640 w 6884912"/>
              <a:gd name="connsiteY98" fmla="*/ 167441 h 1161397"/>
              <a:gd name="connsiteX99" fmla="*/ 6322806 w 6884912"/>
              <a:gd name="connsiteY99" fmla="*/ 213293 h 1161397"/>
              <a:gd name="connsiteX100" fmla="*/ 6380420 w 6884912"/>
              <a:gd name="connsiteY100" fmla="*/ 173195 h 1161397"/>
              <a:gd name="connsiteX101" fmla="*/ 6507891 w 6884912"/>
              <a:gd name="connsiteY101" fmla="*/ 118474 h 1161397"/>
              <a:gd name="connsiteX102" fmla="*/ 6571807 w 6884912"/>
              <a:gd name="connsiteY102" fmla="*/ 98636 h 1161397"/>
              <a:gd name="connsiteX103" fmla="*/ 6671880 w 6884912"/>
              <a:gd name="connsiteY103" fmla="*/ 82931 h 1161397"/>
              <a:gd name="connsiteX104" fmla="*/ 6702266 w 6884912"/>
              <a:gd name="connsiteY104" fmla="*/ 75470 h 1161397"/>
              <a:gd name="connsiteX105" fmla="*/ 6845802 w 6884912"/>
              <a:gd name="connsiteY105" fmla="*/ 24496 h 1161397"/>
              <a:gd name="connsiteX106" fmla="*/ 6884912 w 6884912"/>
              <a:gd name="connsiteY106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567875 w 6884912"/>
              <a:gd name="connsiteY7" fmla="*/ 1051976 h 1161397"/>
              <a:gd name="connsiteX8" fmla="*/ 601644 w 6884912"/>
              <a:gd name="connsiteY8" fmla="*/ 1003997 h 1161397"/>
              <a:gd name="connsiteX9" fmla="*/ 651408 w 6884912"/>
              <a:gd name="connsiteY9" fmla="*/ 984938 h 1161397"/>
              <a:gd name="connsiteX10" fmla="*/ 673197 w 6884912"/>
              <a:gd name="connsiteY10" fmla="*/ 1010060 h 1161397"/>
              <a:gd name="connsiteX11" fmla="*/ 723108 w 6884912"/>
              <a:gd name="connsiteY11" fmla="*/ 980081 h 1161397"/>
              <a:gd name="connsiteX12" fmla="*/ 797699 w 6884912"/>
              <a:gd name="connsiteY12" fmla="*/ 931362 h 1161397"/>
              <a:gd name="connsiteX13" fmla="*/ 843359 w 6884912"/>
              <a:gd name="connsiteY13" fmla="*/ 910894 h 1161397"/>
              <a:gd name="connsiteX14" fmla="*/ 965215 w 6884912"/>
              <a:gd name="connsiteY14" fmla="*/ 846701 h 1161397"/>
              <a:gd name="connsiteX15" fmla="*/ 1085080 w 6884912"/>
              <a:gd name="connsiteY15" fmla="*/ 776086 h 1161397"/>
              <a:gd name="connsiteX16" fmla="*/ 1131224 w 6884912"/>
              <a:gd name="connsiteY16" fmla="*/ 706160 h 1161397"/>
              <a:gd name="connsiteX17" fmla="*/ 1138051 w 6884912"/>
              <a:gd name="connsiteY17" fmla="*/ 702034 h 1161397"/>
              <a:gd name="connsiteX18" fmla="*/ 1158800 w 6884912"/>
              <a:gd name="connsiteY18" fmla="*/ 700004 h 1161397"/>
              <a:gd name="connsiteX19" fmla="*/ 1166947 w 6884912"/>
              <a:gd name="connsiteY19" fmla="*/ 700762 h 1161397"/>
              <a:gd name="connsiteX20" fmla="*/ 1178135 w 6884912"/>
              <a:gd name="connsiteY20" fmla="*/ 698631 h 1161397"/>
              <a:gd name="connsiteX21" fmla="*/ 1178301 w 6884912"/>
              <a:gd name="connsiteY21" fmla="*/ 698094 h 1161397"/>
              <a:gd name="connsiteX22" fmla="*/ 1188995 w 6884912"/>
              <a:gd name="connsiteY22" fmla="*/ 697048 h 1161397"/>
              <a:gd name="connsiteX23" fmla="*/ 1242716 w 6884912"/>
              <a:gd name="connsiteY23" fmla="*/ 698052 h 1161397"/>
              <a:gd name="connsiteX24" fmla="*/ 1299977 w 6884912"/>
              <a:gd name="connsiteY24" fmla="*/ 639196 h 1161397"/>
              <a:gd name="connsiteX25" fmla="*/ 1326190 w 6884912"/>
              <a:gd name="connsiteY25" fmla="*/ 625955 h 1161397"/>
              <a:gd name="connsiteX26" fmla="*/ 1339600 w 6884912"/>
              <a:gd name="connsiteY26" fmla="*/ 616295 h 1161397"/>
              <a:gd name="connsiteX27" fmla="*/ 1340054 w 6884912"/>
              <a:gd name="connsiteY27" fmla="*/ 614022 h 1161397"/>
              <a:gd name="connsiteX28" fmla="*/ 1391606 w 6884912"/>
              <a:gd name="connsiteY28" fmla="*/ 615229 h 1161397"/>
              <a:gd name="connsiteX29" fmla="*/ 1397565 w 6884912"/>
              <a:gd name="connsiteY29" fmla="*/ 611490 h 1161397"/>
              <a:gd name="connsiteX30" fmla="*/ 1432302 w 6884912"/>
              <a:gd name="connsiteY30" fmla="*/ 617267 h 1161397"/>
              <a:gd name="connsiteX31" fmla="*/ 1449644 w 6884912"/>
              <a:gd name="connsiteY31" fmla="*/ 617591 h 1161397"/>
              <a:gd name="connsiteX32" fmla="*/ 1455793 w 6884912"/>
              <a:gd name="connsiteY32" fmla="*/ 623174 h 1161397"/>
              <a:gd name="connsiteX33" fmla="*/ 1480758 w 6884912"/>
              <a:gd name="connsiteY33" fmla="*/ 620863 h 1161397"/>
              <a:gd name="connsiteX34" fmla="*/ 1483154 w 6884912"/>
              <a:gd name="connsiteY34" fmla="*/ 618527 h 1161397"/>
              <a:gd name="connsiteX35" fmla="*/ 1505495 w 6884912"/>
              <a:gd name="connsiteY35" fmla="*/ 624325 h 1161397"/>
              <a:gd name="connsiteX36" fmla="*/ 1526340 w 6884912"/>
              <a:gd name="connsiteY36" fmla="*/ 638496 h 1161397"/>
              <a:gd name="connsiteX37" fmla="*/ 1731986 w 6884912"/>
              <a:gd name="connsiteY37" fmla="*/ 589682 h 1161397"/>
              <a:gd name="connsiteX38" fmla="*/ 1927935 w 6884912"/>
              <a:gd name="connsiteY38" fmla="*/ 628540 h 1161397"/>
              <a:gd name="connsiteX39" fmla="*/ 2039075 w 6884912"/>
              <a:gd name="connsiteY39" fmla="*/ 599964 h 1161397"/>
              <a:gd name="connsiteX40" fmla="*/ 2066980 w 6884912"/>
              <a:gd name="connsiteY40" fmla="*/ 550413 h 1161397"/>
              <a:gd name="connsiteX41" fmla="*/ 2352236 w 6884912"/>
              <a:gd name="connsiteY41" fmla="*/ 519602 h 1161397"/>
              <a:gd name="connsiteX42" fmla="*/ 2420791 w 6884912"/>
              <a:gd name="connsiteY42" fmla="*/ 492826 h 1161397"/>
              <a:gd name="connsiteX43" fmla="*/ 2489932 w 6884912"/>
              <a:gd name="connsiteY43" fmla="*/ 507864 h 1161397"/>
              <a:gd name="connsiteX44" fmla="*/ 2512917 w 6884912"/>
              <a:gd name="connsiteY44" fmla="*/ 489127 h 1161397"/>
              <a:gd name="connsiteX45" fmla="*/ 2516783 w 6884912"/>
              <a:gd name="connsiteY45" fmla="*/ 485473 h 1161397"/>
              <a:gd name="connsiteX46" fmla="*/ 2534360 w 6884912"/>
              <a:gd name="connsiteY46" fmla="*/ 480064 h 1161397"/>
              <a:gd name="connsiteX47" fmla="*/ 2536691 w 6884912"/>
              <a:gd name="connsiteY47" fmla="*/ 467018 h 1161397"/>
              <a:gd name="connsiteX48" fmla="*/ 2561265 w 6884912"/>
              <a:gd name="connsiteY48" fmla="*/ 450623 h 1161397"/>
              <a:gd name="connsiteX49" fmla="*/ 2594349 w 6884912"/>
              <a:gd name="connsiteY49" fmla="*/ 443884 h 1161397"/>
              <a:gd name="connsiteX50" fmla="*/ 2754324 w 6884912"/>
              <a:gd name="connsiteY50" fmla="*/ 424766 h 1161397"/>
              <a:gd name="connsiteX51" fmla="*/ 2848470 w 6884912"/>
              <a:gd name="connsiteY51" fmla="*/ 405966 h 1161397"/>
              <a:gd name="connsiteX52" fmla="*/ 2881772 w 6884912"/>
              <a:gd name="connsiteY52" fmla="*/ 387260 h 1161397"/>
              <a:gd name="connsiteX53" fmla="*/ 2929932 w 6884912"/>
              <a:gd name="connsiteY53" fmla="*/ 368912 h 1161397"/>
              <a:gd name="connsiteX54" fmla="*/ 3013020 w 6884912"/>
              <a:gd name="connsiteY54" fmla="*/ 327578 h 1161397"/>
              <a:gd name="connsiteX55" fmla="*/ 3222191 w 6884912"/>
              <a:gd name="connsiteY55" fmla="*/ 307887 h 1161397"/>
              <a:gd name="connsiteX56" fmla="*/ 3227953 w 6884912"/>
              <a:gd name="connsiteY56" fmla="*/ 297650 h 1161397"/>
              <a:gd name="connsiteX57" fmla="*/ 3510042 w 6884912"/>
              <a:gd name="connsiteY57" fmla="*/ 311820 h 1161397"/>
              <a:gd name="connsiteX58" fmla="*/ 3626773 w 6884912"/>
              <a:gd name="connsiteY58" fmla="*/ 290452 h 1161397"/>
              <a:gd name="connsiteX59" fmla="*/ 3666217 w 6884912"/>
              <a:gd name="connsiteY59" fmla="*/ 273255 h 1161397"/>
              <a:gd name="connsiteX60" fmla="*/ 3732427 w 6884912"/>
              <a:gd name="connsiteY60" fmla="*/ 245039 h 1161397"/>
              <a:gd name="connsiteX61" fmla="*/ 3777022 w 6884912"/>
              <a:gd name="connsiteY61" fmla="*/ 200276 h 1161397"/>
              <a:gd name="connsiteX62" fmla="*/ 3791246 w 6884912"/>
              <a:gd name="connsiteY62" fmla="*/ 189996 h 1161397"/>
              <a:gd name="connsiteX63" fmla="*/ 3819864 w 6884912"/>
              <a:gd name="connsiteY63" fmla="*/ 194605 h 1161397"/>
              <a:gd name="connsiteX64" fmla="*/ 3830398 w 6884912"/>
              <a:gd name="connsiteY64" fmla="*/ 188383 h 1161397"/>
              <a:gd name="connsiteX65" fmla="*/ 3834360 w 6884912"/>
              <a:gd name="connsiteY65" fmla="*/ 188992 h 1161397"/>
              <a:gd name="connsiteX66" fmla="*/ 3843715 w 6884912"/>
              <a:gd name="connsiteY66" fmla="*/ 188752 h 1161397"/>
              <a:gd name="connsiteX67" fmla="*/ 3842609 w 6884912"/>
              <a:gd name="connsiteY67" fmla="*/ 197386 h 1161397"/>
              <a:gd name="connsiteX68" fmla="*/ 3853961 w 6884912"/>
              <a:gd name="connsiteY68" fmla="*/ 213380 h 1161397"/>
              <a:gd name="connsiteX69" fmla="*/ 3907640 w 6884912"/>
              <a:gd name="connsiteY69" fmla="*/ 207568 h 1161397"/>
              <a:gd name="connsiteX70" fmla="*/ 3910449 w 6884912"/>
              <a:gd name="connsiteY70" fmla="*/ 197808 h 1161397"/>
              <a:gd name="connsiteX71" fmla="*/ 3917197 w 6884912"/>
              <a:gd name="connsiteY71" fmla="*/ 196121 h 1161397"/>
              <a:gd name="connsiteX72" fmla="*/ 3922400 w 6884912"/>
              <a:gd name="connsiteY72" fmla="*/ 205056 h 1161397"/>
              <a:gd name="connsiteX73" fmla="*/ 4013061 w 6884912"/>
              <a:gd name="connsiteY73" fmla="*/ 224874 h 1161397"/>
              <a:gd name="connsiteX74" fmla="*/ 4220717 w 6884912"/>
              <a:gd name="connsiteY74" fmla="*/ 192946 h 1161397"/>
              <a:gd name="connsiteX75" fmla="*/ 4228802 w 6884912"/>
              <a:gd name="connsiteY75" fmla="*/ 201468 h 1161397"/>
              <a:gd name="connsiteX76" fmla="*/ 4289361 w 6884912"/>
              <a:gd name="connsiteY76" fmla="*/ 196642 h 1161397"/>
              <a:gd name="connsiteX77" fmla="*/ 4498913 w 6884912"/>
              <a:gd name="connsiteY77" fmla="*/ 118915 h 1161397"/>
              <a:gd name="connsiteX78" fmla="*/ 4617330 w 6884912"/>
              <a:gd name="connsiteY78" fmla="*/ 111163 h 1161397"/>
              <a:gd name="connsiteX79" fmla="*/ 4659778 w 6884912"/>
              <a:gd name="connsiteY79" fmla="*/ 118219 h 1161397"/>
              <a:gd name="connsiteX80" fmla="*/ 4730870 w 6884912"/>
              <a:gd name="connsiteY80" fmla="*/ 129432 h 1161397"/>
              <a:gd name="connsiteX81" fmla="*/ 4844073 w 6884912"/>
              <a:gd name="connsiteY81" fmla="*/ 161768 h 1161397"/>
              <a:gd name="connsiteX82" fmla="*/ 4856454 w 6884912"/>
              <a:gd name="connsiteY82" fmla="*/ 130488 h 1161397"/>
              <a:gd name="connsiteX83" fmla="*/ 4920038 w 6884912"/>
              <a:gd name="connsiteY83" fmla="*/ 140418 h 1161397"/>
              <a:gd name="connsiteX84" fmla="*/ 5016639 w 6884912"/>
              <a:gd name="connsiteY84" fmla="*/ 158905 h 1161397"/>
              <a:gd name="connsiteX85" fmla="*/ 5072009 w 6884912"/>
              <a:gd name="connsiteY85" fmla="*/ 161502 h 1161397"/>
              <a:gd name="connsiteX86" fmla="*/ 5223626 w 6884912"/>
              <a:gd name="connsiteY86" fmla="*/ 177356 h 1161397"/>
              <a:gd name="connsiteX87" fmla="*/ 5375773 w 6884912"/>
              <a:gd name="connsiteY87" fmla="*/ 199913 h 1161397"/>
              <a:gd name="connsiteX88" fmla="*/ 5467502 w 6884912"/>
              <a:gd name="connsiteY88" fmla="*/ 250963 h 1161397"/>
              <a:gd name="connsiteX89" fmla="*/ 5592395 w 6884912"/>
              <a:gd name="connsiteY89" fmla="*/ 265434 h 1161397"/>
              <a:gd name="connsiteX90" fmla="*/ 5613532 w 6884912"/>
              <a:gd name="connsiteY90" fmla="*/ 273379 h 1161397"/>
              <a:gd name="connsiteX91" fmla="*/ 5642173 w 6884912"/>
              <a:gd name="connsiteY91" fmla="*/ 266904 h 1161397"/>
              <a:gd name="connsiteX92" fmla="*/ 5756910 w 6884912"/>
              <a:gd name="connsiteY92" fmla="*/ 239211 h 1161397"/>
              <a:gd name="connsiteX93" fmla="*/ 5846667 w 6884912"/>
              <a:gd name="connsiteY93" fmla="*/ 201786 h 1161397"/>
              <a:gd name="connsiteX94" fmla="*/ 5960732 w 6884912"/>
              <a:gd name="connsiteY94" fmla="*/ 220708 h 1161397"/>
              <a:gd name="connsiteX95" fmla="*/ 6029542 w 6884912"/>
              <a:gd name="connsiteY95" fmla="*/ 210339 h 1161397"/>
              <a:gd name="connsiteX96" fmla="*/ 6141123 w 6884912"/>
              <a:gd name="connsiteY96" fmla="*/ 159923 h 1161397"/>
              <a:gd name="connsiteX97" fmla="*/ 6290640 w 6884912"/>
              <a:gd name="connsiteY97" fmla="*/ 167441 h 1161397"/>
              <a:gd name="connsiteX98" fmla="*/ 6322806 w 6884912"/>
              <a:gd name="connsiteY98" fmla="*/ 213293 h 1161397"/>
              <a:gd name="connsiteX99" fmla="*/ 6380420 w 6884912"/>
              <a:gd name="connsiteY99" fmla="*/ 173195 h 1161397"/>
              <a:gd name="connsiteX100" fmla="*/ 6507891 w 6884912"/>
              <a:gd name="connsiteY100" fmla="*/ 118474 h 1161397"/>
              <a:gd name="connsiteX101" fmla="*/ 6571807 w 6884912"/>
              <a:gd name="connsiteY101" fmla="*/ 98636 h 1161397"/>
              <a:gd name="connsiteX102" fmla="*/ 6671880 w 6884912"/>
              <a:gd name="connsiteY102" fmla="*/ 82931 h 1161397"/>
              <a:gd name="connsiteX103" fmla="*/ 6702266 w 6884912"/>
              <a:gd name="connsiteY103" fmla="*/ 75470 h 1161397"/>
              <a:gd name="connsiteX104" fmla="*/ 6845802 w 6884912"/>
              <a:gd name="connsiteY104" fmla="*/ 24496 h 1161397"/>
              <a:gd name="connsiteX105" fmla="*/ 6884912 w 6884912"/>
              <a:gd name="connsiteY105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454970 w 6884912"/>
              <a:gd name="connsiteY7" fmla="*/ 1023343 h 1161397"/>
              <a:gd name="connsiteX8" fmla="*/ 601644 w 6884912"/>
              <a:gd name="connsiteY8" fmla="*/ 1003997 h 1161397"/>
              <a:gd name="connsiteX9" fmla="*/ 651408 w 6884912"/>
              <a:gd name="connsiteY9" fmla="*/ 984938 h 1161397"/>
              <a:gd name="connsiteX10" fmla="*/ 673197 w 6884912"/>
              <a:gd name="connsiteY10" fmla="*/ 1010060 h 1161397"/>
              <a:gd name="connsiteX11" fmla="*/ 723108 w 6884912"/>
              <a:gd name="connsiteY11" fmla="*/ 980081 h 1161397"/>
              <a:gd name="connsiteX12" fmla="*/ 797699 w 6884912"/>
              <a:gd name="connsiteY12" fmla="*/ 931362 h 1161397"/>
              <a:gd name="connsiteX13" fmla="*/ 843359 w 6884912"/>
              <a:gd name="connsiteY13" fmla="*/ 910894 h 1161397"/>
              <a:gd name="connsiteX14" fmla="*/ 965215 w 6884912"/>
              <a:gd name="connsiteY14" fmla="*/ 846701 h 1161397"/>
              <a:gd name="connsiteX15" fmla="*/ 1085080 w 6884912"/>
              <a:gd name="connsiteY15" fmla="*/ 776086 h 1161397"/>
              <a:gd name="connsiteX16" fmla="*/ 1131224 w 6884912"/>
              <a:gd name="connsiteY16" fmla="*/ 706160 h 1161397"/>
              <a:gd name="connsiteX17" fmla="*/ 1138051 w 6884912"/>
              <a:gd name="connsiteY17" fmla="*/ 702034 h 1161397"/>
              <a:gd name="connsiteX18" fmla="*/ 1158800 w 6884912"/>
              <a:gd name="connsiteY18" fmla="*/ 700004 h 1161397"/>
              <a:gd name="connsiteX19" fmla="*/ 1166947 w 6884912"/>
              <a:gd name="connsiteY19" fmla="*/ 700762 h 1161397"/>
              <a:gd name="connsiteX20" fmla="*/ 1178135 w 6884912"/>
              <a:gd name="connsiteY20" fmla="*/ 698631 h 1161397"/>
              <a:gd name="connsiteX21" fmla="*/ 1178301 w 6884912"/>
              <a:gd name="connsiteY21" fmla="*/ 698094 h 1161397"/>
              <a:gd name="connsiteX22" fmla="*/ 1188995 w 6884912"/>
              <a:gd name="connsiteY22" fmla="*/ 697048 h 1161397"/>
              <a:gd name="connsiteX23" fmla="*/ 1242716 w 6884912"/>
              <a:gd name="connsiteY23" fmla="*/ 698052 h 1161397"/>
              <a:gd name="connsiteX24" fmla="*/ 1299977 w 6884912"/>
              <a:gd name="connsiteY24" fmla="*/ 639196 h 1161397"/>
              <a:gd name="connsiteX25" fmla="*/ 1326190 w 6884912"/>
              <a:gd name="connsiteY25" fmla="*/ 625955 h 1161397"/>
              <a:gd name="connsiteX26" fmla="*/ 1339600 w 6884912"/>
              <a:gd name="connsiteY26" fmla="*/ 616295 h 1161397"/>
              <a:gd name="connsiteX27" fmla="*/ 1340054 w 6884912"/>
              <a:gd name="connsiteY27" fmla="*/ 614022 h 1161397"/>
              <a:gd name="connsiteX28" fmla="*/ 1391606 w 6884912"/>
              <a:gd name="connsiteY28" fmla="*/ 615229 h 1161397"/>
              <a:gd name="connsiteX29" fmla="*/ 1397565 w 6884912"/>
              <a:gd name="connsiteY29" fmla="*/ 611490 h 1161397"/>
              <a:gd name="connsiteX30" fmla="*/ 1432302 w 6884912"/>
              <a:gd name="connsiteY30" fmla="*/ 617267 h 1161397"/>
              <a:gd name="connsiteX31" fmla="*/ 1449644 w 6884912"/>
              <a:gd name="connsiteY31" fmla="*/ 617591 h 1161397"/>
              <a:gd name="connsiteX32" fmla="*/ 1455793 w 6884912"/>
              <a:gd name="connsiteY32" fmla="*/ 623174 h 1161397"/>
              <a:gd name="connsiteX33" fmla="*/ 1480758 w 6884912"/>
              <a:gd name="connsiteY33" fmla="*/ 620863 h 1161397"/>
              <a:gd name="connsiteX34" fmla="*/ 1483154 w 6884912"/>
              <a:gd name="connsiteY34" fmla="*/ 618527 h 1161397"/>
              <a:gd name="connsiteX35" fmla="*/ 1505495 w 6884912"/>
              <a:gd name="connsiteY35" fmla="*/ 624325 h 1161397"/>
              <a:gd name="connsiteX36" fmla="*/ 1526340 w 6884912"/>
              <a:gd name="connsiteY36" fmla="*/ 638496 h 1161397"/>
              <a:gd name="connsiteX37" fmla="*/ 1731986 w 6884912"/>
              <a:gd name="connsiteY37" fmla="*/ 589682 h 1161397"/>
              <a:gd name="connsiteX38" fmla="*/ 1927935 w 6884912"/>
              <a:gd name="connsiteY38" fmla="*/ 628540 h 1161397"/>
              <a:gd name="connsiteX39" fmla="*/ 2039075 w 6884912"/>
              <a:gd name="connsiteY39" fmla="*/ 599964 h 1161397"/>
              <a:gd name="connsiteX40" fmla="*/ 2066980 w 6884912"/>
              <a:gd name="connsiteY40" fmla="*/ 550413 h 1161397"/>
              <a:gd name="connsiteX41" fmla="*/ 2352236 w 6884912"/>
              <a:gd name="connsiteY41" fmla="*/ 519602 h 1161397"/>
              <a:gd name="connsiteX42" fmla="*/ 2420791 w 6884912"/>
              <a:gd name="connsiteY42" fmla="*/ 492826 h 1161397"/>
              <a:gd name="connsiteX43" fmla="*/ 2489932 w 6884912"/>
              <a:gd name="connsiteY43" fmla="*/ 507864 h 1161397"/>
              <a:gd name="connsiteX44" fmla="*/ 2512917 w 6884912"/>
              <a:gd name="connsiteY44" fmla="*/ 489127 h 1161397"/>
              <a:gd name="connsiteX45" fmla="*/ 2516783 w 6884912"/>
              <a:gd name="connsiteY45" fmla="*/ 485473 h 1161397"/>
              <a:gd name="connsiteX46" fmla="*/ 2534360 w 6884912"/>
              <a:gd name="connsiteY46" fmla="*/ 480064 h 1161397"/>
              <a:gd name="connsiteX47" fmla="*/ 2536691 w 6884912"/>
              <a:gd name="connsiteY47" fmla="*/ 467018 h 1161397"/>
              <a:gd name="connsiteX48" fmla="*/ 2561265 w 6884912"/>
              <a:gd name="connsiteY48" fmla="*/ 450623 h 1161397"/>
              <a:gd name="connsiteX49" fmla="*/ 2594349 w 6884912"/>
              <a:gd name="connsiteY49" fmla="*/ 443884 h 1161397"/>
              <a:gd name="connsiteX50" fmla="*/ 2754324 w 6884912"/>
              <a:gd name="connsiteY50" fmla="*/ 424766 h 1161397"/>
              <a:gd name="connsiteX51" fmla="*/ 2848470 w 6884912"/>
              <a:gd name="connsiteY51" fmla="*/ 405966 h 1161397"/>
              <a:gd name="connsiteX52" fmla="*/ 2881772 w 6884912"/>
              <a:gd name="connsiteY52" fmla="*/ 387260 h 1161397"/>
              <a:gd name="connsiteX53" fmla="*/ 2929932 w 6884912"/>
              <a:gd name="connsiteY53" fmla="*/ 368912 h 1161397"/>
              <a:gd name="connsiteX54" fmla="*/ 3013020 w 6884912"/>
              <a:gd name="connsiteY54" fmla="*/ 327578 h 1161397"/>
              <a:gd name="connsiteX55" fmla="*/ 3222191 w 6884912"/>
              <a:gd name="connsiteY55" fmla="*/ 307887 h 1161397"/>
              <a:gd name="connsiteX56" fmla="*/ 3227953 w 6884912"/>
              <a:gd name="connsiteY56" fmla="*/ 297650 h 1161397"/>
              <a:gd name="connsiteX57" fmla="*/ 3510042 w 6884912"/>
              <a:gd name="connsiteY57" fmla="*/ 311820 h 1161397"/>
              <a:gd name="connsiteX58" fmla="*/ 3626773 w 6884912"/>
              <a:gd name="connsiteY58" fmla="*/ 290452 h 1161397"/>
              <a:gd name="connsiteX59" fmla="*/ 3666217 w 6884912"/>
              <a:gd name="connsiteY59" fmla="*/ 273255 h 1161397"/>
              <a:gd name="connsiteX60" fmla="*/ 3732427 w 6884912"/>
              <a:gd name="connsiteY60" fmla="*/ 245039 h 1161397"/>
              <a:gd name="connsiteX61" fmla="*/ 3777022 w 6884912"/>
              <a:gd name="connsiteY61" fmla="*/ 200276 h 1161397"/>
              <a:gd name="connsiteX62" fmla="*/ 3791246 w 6884912"/>
              <a:gd name="connsiteY62" fmla="*/ 189996 h 1161397"/>
              <a:gd name="connsiteX63" fmla="*/ 3819864 w 6884912"/>
              <a:gd name="connsiteY63" fmla="*/ 194605 h 1161397"/>
              <a:gd name="connsiteX64" fmla="*/ 3830398 w 6884912"/>
              <a:gd name="connsiteY64" fmla="*/ 188383 h 1161397"/>
              <a:gd name="connsiteX65" fmla="*/ 3834360 w 6884912"/>
              <a:gd name="connsiteY65" fmla="*/ 188992 h 1161397"/>
              <a:gd name="connsiteX66" fmla="*/ 3843715 w 6884912"/>
              <a:gd name="connsiteY66" fmla="*/ 188752 h 1161397"/>
              <a:gd name="connsiteX67" fmla="*/ 3842609 w 6884912"/>
              <a:gd name="connsiteY67" fmla="*/ 197386 h 1161397"/>
              <a:gd name="connsiteX68" fmla="*/ 3853961 w 6884912"/>
              <a:gd name="connsiteY68" fmla="*/ 213380 h 1161397"/>
              <a:gd name="connsiteX69" fmla="*/ 3907640 w 6884912"/>
              <a:gd name="connsiteY69" fmla="*/ 207568 h 1161397"/>
              <a:gd name="connsiteX70" fmla="*/ 3910449 w 6884912"/>
              <a:gd name="connsiteY70" fmla="*/ 197808 h 1161397"/>
              <a:gd name="connsiteX71" fmla="*/ 3917197 w 6884912"/>
              <a:gd name="connsiteY71" fmla="*/ 196121 h 1161397"/>
              <a:gd name="connsiteX72" fmla="*/ 3922400 w 6884912"/>
              <a:gd name="connsiteY72" fmla="*/ 205056 h 1161397"/>
              <a:gd name="connsiteX73" fmla="*/ 4013061 w 6884912"/>
              <a:gd name="connsiteY73" fmla="*/ 224874 h 1161397"/>
              <a:gd name="connsiteX74" fmla="*/ 4220717 w 6884912"/>
              <a:gd name="connsiteY74" fmla="*/ 192946 h 1161397"/>
              <a:gd name="connsiteX75" fmla="*/ 4228802 w 6884912"/>
              <a:gd name="connsiteY75" fmla="*/ 201468 h 1161397"/>
              <a:gd name="connsiteX76" fmla="*/ 4289361 w 6884912"/>
              <a:gd name="connsiteY76" fmla="*/ 196642 h 1161397"/>
              <a:gd name="connsiteX77" fmla="*/ 4498913 w 6884912"/>
              <a:gd name="connsiteY77" fmla="*/ 118915 h 1161397"/>
              <a:gd name="connsiteX78" fmla="*/ 4617330 w 6884912"/>
              <a:gd name="connsiteY78" fmla="*/ 111163 h 1161397"/>
              <a:gd name="connsiteX79" fmla="*/ 4659778 w 6884912"/>
              <a:gd name="connsiteY79" fmla="*/ 118219 h 1161397"/>
              <a:gd name="connsiteX80" fmla="*/ 4730870 w 6884912"/>
              <a:gd name="connsiteY80" fmla="*/ 129432 h 1161397"/>
              <a:gd name="connsiteX81" fmla="*/ 4844073 w 6884912"/>
              <a:gd name="connsiteY81" fmla="*/ 161768 h 1161397"/>
              <a:gd name="connsiteX82" fmla="*/ 4856454 w 6884912"/>
              <a:gd name="connsiteY82" fmla="*/ 130488 h 1161397"/>
              <a:gd name="connsiteX83" fmla="*/ 4920038 w 6884912"/>
              <a:gd name="connsiteY83" fmla="*/ 140418 h 1161397"/>
              <a:gd name="connsiteX84" fmla="*/ 5016639 w 6884912"/>
              <a:gd name="connsiteY84" fmla="*/ 158905 h 1161397"/>
              <a:gd name="connsiteX85" fmla="*/ 5072009 w 6884912"/>
              <a:gd name="connsiteY85" fmla="*/ 161502 h 1161397"/>
              <a:gd name="connsiteX86" fmla="*/ 5223626 w 6884912"/>
              <a:gd name="connsiteY86" fmla="*/ 177356 h 1161397"/>
              <a:gd name="connsiteX87" fmla="*/ 5375773 w 6884912"/>
              <a:gd name="connsiteY87" fmla="*/ 199913 h 1161397"/>
              <a:gd name="connsiteX88" fmla="*/ 5467502 w 6884912"/>
              <a:gd name="connsiteY88" fmla="*/ 250963 h 1161397"/>
              <a:gd name="connsiteX89" fmla="*/ 5592395 w 6884912"/>
              <a:gd name="connsiteY89" fmla="*/ 265434 h 1161397"/>
              <a:gd name="connsiteX90" fmla="*/ 5613532 w 6884912"/>
              <a:gd name="connsiteY90" fmla="*/ 273379 h 1161397"/>
              <a:gd name="connsiteX91" fmla="*/ 5642173 w 6884912"/>
              <a:gd name="connsiteY91" fmla="*/ 266904 h 1161397"/>
              <a:gd name="connsiteX92" fmla="*/ 5756910 w 6884912"/>
              <a:gd name="connsiteY92" fmla="*/ 239211 h 1161397"/>
              <a:gd name="connsiteX93" fmla="*/ 5846667 w 6884912"/>
              <a:gd name="connsiteY93" fmla="*/ 201786 h 1161397"/>
              <a:gd name="connsiteX94" fmla="*/ 5960732 w 6884912"/>
              <a:gd name="connsiteY94" fmla="*/ 220708 h 1161397"/>
              <a:gd name="connsiteX95" fmla="*/ 6029542 w 6884912"/>
              <a:gd name="connsiteY95" fmla="*/ 210339 h 1161397"/>
              <a:gd name="connsiteX96" fmla="*/ 6141123 w 6884912"/>
              <a:gd name="connsiteY96" fmla="*/ 159923 h 1161397"/>
              <a:gd name="connsiteX97" fmla="*/ 6290640 w 6884912"/>
              <a:gd name="connsiteY97" fmla="*/ 167441 h 1161397"/>
              <a:gd name="connsiteX98" fmla="*/ 6322806 w 6884912"/>
              <a:gd name="connsiteY98" fmla="*/ 213293 h 1161397"/>
              <a:gd name="connsiteX99" fmla="*/ 6380420 w 6884912"/>
              <a:gd name="connsiteY99" fmla="*/ 173195 h 1161397"/>
              <a:gd name="connsiteX100" fmla="*/ 6507891 w 6884912"/>
              <a:gd name="connsiteY100" fmla="*/ 118474 h 1161397"/>
              <a:gd name="connsiteX101" fmla="*/ 6571807 w 6884912"/>
              <a:gd name="connsiteY101" fmla="*/ 98636 h 1161397"/>
              <a:gd name="connsiteX102" fmla="*/ 6671880 w 6884912"/>
              <a:gd name="connsiteY102" fmla="*/ 82931 h 1161397"/>
              <a:gd name="connsiteX103" fmla="*/ 6702266 w 6884912"/>
              <a:gd name="connsiteY103" fmla="*/ 75470 h 1161397"/>
              <a:gd name="connsiteX104" fmla="*/ 6845802 w 6884912"/>
              <a:gd name="connsiteY104" fmla="*/ 24496 h 1161397"/>
              <a:gd name="connsiteX105" fmla="*/ 6884912 w 6884912"/>
              <a:gd name="connsiteY105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213420 w 6884912"/>
              <a:gd name="connsiteY6" fmla="*/ 1056868 h 1161397"/>
              <a:gd name="connsiteX7" fmla="*/ 454970 w 6884912"/>
              <a:gd name="connsiteY7" fmla="*/ 1023343 h 1161397"/>
              <a:gd name="connsiteX8" fmla="*/ 601644 w 6884912"/>
              <a:gd name="connsiteY8" fmla="*/ 1003997 h 1161397"/>
              <a:gd name="connsiteX9" fmla="*/ 651408 w 6884912"/>
              <a:gd name="connsiteY9" fmla="*/ 984938 h 1161397"/>
              <a:gd name="connsiteX10" fmla="*/ 673197 w 6884912"/>
              <a:gd name="connsiteY10" fmla="*/ 1010060 h 1161397"/>
              <a:gd name="connsiteX11" fmla="*/ 723108 w 6884912"/>
              <a:gd name="connsiteY11" fmla="*/ 980081 h 1161397"/>
              <a:gd name="connsiteX12" fmla="*/ 797699 w 6884912"/>
              <a:gd name="connsiteY12" fmla="*/ 931362 h 1161397"/>
              <a:gd name="connsiteX13" fmla="*/ 843359 w 6884912"/>
              <a:gd name="connsiteY13" fmla="*/ 910894 h 1161397"/>
              <a:gd name="connsiteX14" fmla="*/ 965215 w 6884912"/>
              <a:gd name="connsiteY14" fmla="*/ 846701 h 1161397"/>
              <a:gd name="connsiteX15" fmla="*/ 1085080 w 6884912"/>
              <a:gd name="connsiteY15" fmla="*/ 776086 h 1161397"/>
              <a:gd name="connsiteX16" fmla="*/ 1131224 w 6884912"/>
              <a:gd name="connsiteY16" fmla="*/ 706160 h 1161397"/>
              <a:gd name="connsiteX17" fmla="*/ 1138051 w 6884912"/>
              <a:gd name="connsiteY17" fmla="*/ 702034 h 1161397"/>
              <a:gd name="connsiteX18" fmla="*/ 1158800 w 6884912"/>
              <a:gd name="connsiteY18" fmla="*/ 700004 h 1161397"/>
              <a:gd name="connsiteX19" fmla="*/ 1166947 w 6884912"/>
              <a:gd name="connsiteY19" fmla="*/ 700762 h 1161397"/>
              <a:gd name="connsiteX20" fmla="*/ 1178135 w 6884912"/>
              <a:gd name="connsiteY20" fmla="*/ 698631 h 1161397"/>
              <a:gd name="connsiteX21" fmla="*/ 1178301 w 6884912"/>
              <a:gd name="connsiteY21" fmla="*/ 698094 h 1161397"/>
              <a:gd name="connsiteX22" fmla="*/ 1188995 w 6884912"/>
              <a:gd name="connsiteY22" fmla="*/ 697048 h 1161397"/>
              <a:gd name="connsiteX23" fmla="*/ 1242716 w 6884912"/>
              <a:gd name="connsiteY23" fmla="*/ 698052 h 1161397"/>
              <a:gd name="connsiteX24" fmla="*/ 1299977 w 6884912"/>
              <a:gd name="connsiteY24" fmla="*/ 639196 h 1161397"/>
              <a:gd name="connsiteX25" fmla="*/ 1326190 w 6884912"/>
              <a:gd name="connsiteY25" fmla="*/ 625955 h 1161397"/>
              <a:gd name="connsiteX26" fmla="*/ 1339600 w 6884912"/>
              <a:gd name="connsiteY26" fmla="*/ 616295 h 1161397"/>
              <a:gd name="connsiteX27" fmla="*/ 1340054 w 6884912"/>
              <a:gd name="connsiteY27" fmla="*/ 614022 h 1161397"/>
              <a:gd name="connsiteX28" fmla="*/ 1391606 w 6884912"/>
              <a:gd name="connsiteY28" fmla="*/ 615229 h 1161397"/>
              <a:gd name="connsiteX29" fmla="*/ 1397565 w 6884912"/>
              <a:gd name="connsiteY29" fmla="*/ 611490 h 1161397"/>
              <a:gd name="connsiteX30" fmla="*/ 1432302 w 6884912"/>
              <a:gd name="connsiteY30" fmla="*/ 617267 h 1161397"/>
              <a:gd name="connsiteX31" fmla="*/ 1449644 w 6884912"/>
              <a:gd name="connsiteY31" fmla="*/ 617591 h 1161397"/>
              <a:gd name="connsiteX32" fmla="*/ 1455793 w 6884912"/>
              <a:gd name="connsiteY32" fmla="*/ 623174 h 1161397"/>
              <a:gd name="connsiteX33" fmla="*/ 1480758 w 6884912"/>
              <a:gd name="connsiteY33" fmla="*/ 620863 h 1161397"/>
              <a:gd name="connsiteX34" fmla="*/ 1483154 w 6884912"/>
              <a:gd name="connsiteY34" fmla="*/ 618527 h 1161397"/>
              <a:gd name="connsiteX35" fmla="*/ 1505495 w 6884912"/>
              <a:gd name="connsiteY35" fmla="*/ 624325 h 1161397"/>
              <a:gd name="connsiteX36" fmla="*/ 1526340 w 6884912"/>
              <a:gd name="connsiteY36" fmla="*/ 638496 h 1161397"/>
              <a:gd name="connsiteX37" fmla="*/ 1731986 w 6884912"/>
              <a:gd name="connsiteY37" fmla="*/ 589682 h 1161397"/>
              <a:gd name="connsiteX38" fmla="*/ 1927935 w 6884912"/>
              <a:gd name="connsiteY38" fmla="*/ 628540 h 1161397"/>
              <a:gd name="connsiteX39" fmla="*/ 2039075 w 6884912"/>
              <a:gd name="connsiteY39" fmla="*/ 599964 h 1161397"/>
              <a:gd name="connsiteX40" fmla="*/ 2066980 w 6884912"/>
              <a:gd name="connsiteY40" fmla="*/ 550413 h 1161397"/>
              <a:gd name="connsiteX41" fmla="*/ 2352236 w 6884912"/>
              <a:gd name="connsiteY41" fmla="*/ 519602 h 1161397"/>
              <a:gd name="connsiteX42" fmla="*/ 2420791 w 6884912"/>
              <a:gd name="connsiteY42" fmla="*/ 492826 h 1161397"/>
              <a:gd name="connsiteX43" fmla="*/ 2489932 w 6884912"/>
              <a:gd name="connsiteY43" fmla="*/ 507864 h 1161397"/>
              <a:gd name="connsiteX44" fmla="*/ 2512917 w 6884912"/>
              <a:gd name="connsiteY44" fmla="*/ 489127 h 1161397"/>
              <a:gd name="connsiteX45" fmla="*/ 2516783 w 6884912"/>
              <a:gd name="connsiteY45" fmla="*/ 485473 h 1161397"/>
              <a:gd name="connsiteX46" fmla="*/ 2534360 w 6884912"/>
              <a:gd name="connsiteY46" fmla="*/ 480064 h 1161397"/>
              <a:gd name="connsiteX47" fmla="*/ 2536691 w 6884912"/>
              <a:gd name="connsiteY47" fmla="*/ 467018 h 1161397"/>
              <a:gd name="connsiteX48" fmla="*/ 2561265 w 6884912"/>
              <a:gd name="connsiteY48" fmla="*/ 450623 h 1161397"/>
              <a:gd name="connsiteX49" fmla="*/ 2594349 w 6884912"/>
              <a:gd name="connsiteY49" fmla="*/ 443884 h 1161397"/>
              <a:gd name="connsiteX50" fmla="*/ 2754324 w 6884912"/>
              <a:gd name="connsiteY50" fmla="*/ 424766 h 1161397"/>
              <a:gd name="connsiteX51" fmla="*/ 2848470 w 6884912"/>
              <a:gd name="connsiteY51" fmla="*/ 405966 h 1161397"/>
              <a:gd name="connsiteX52" fmla="*/ 2881772 w 6884912"/>
              <a:gd name="connsiteY52" fmla="*/ 387260 h 1161397"/>
              <a:gd name="connsiteX53" fmla="*/ 2929932 w 6884912"/>
              <a:gd name="connsiteY53" fmla="*/ 368912 h 1161397"/>
              <a:gd name="connsiteX54" fmla="*/ 3013020 w 6884912"/>
              <a:gd name="connsiteY54" fmla="*/ 327578 h 1161397"/>
              <a:gd name="connsiteX55" fmla="*/ 3222191 w 6884912"/>
              <a:gd name="connsiteY55" fmla="*/ 307887 h 1161397"/>
              <a:gd name="connsiteX56" fmla="*/ 3227953 w 6884912"/>
              <a:gd name="connsiteY56" fmla="*/ 297650 h 1161397"/>
              <a:gd name="connsiteX57" fmla="*/ 3510042 w 6884912"/>
              <a:gd name="connsiteY57" fmla="*/ 311820 h 1161397"/>
              <a:gd name="connsiteX58" fmla="*/ 3626773 w 6884912"/>
              <a:gd name="connsiteY58" fmla="*/ 290452 h 1161397"/>
              <a:gd name="connsiteX59" fmla="*/ 3666217 w 6884912"/>
              <a:gd name="connsiteY59" fmla="*/ 273255 h 1161397"/>
              <a:gd name="connsiteX60" fmla="*/ 3732427 w 6884912"/>
              <a:gd name="connsiteY60" fmla="*/ 245039 h 1161397"/>
              <a:gd name="connsiteX61" fmla="*/ 3777022 w 6884912"/>
              <a:gd name="connsiteY61" fmla="*/ 200276 h 1161397"/>
              <a:gd name="connsiteX62" fmla="*/ 3791246 w 6884912"/>
              <a:gd name="connsiteY62" fmla="*/ 189996 h 1161397"/>
              <a:gd name="connsiteX63" fmla="*/ 3819864 w 6884912"/>
              <a:gd name="connsiteY63" fmla="*/ 194605 h 1161397"/>
              <a:gd name="connsiteX64" fmla="*/ 3830398 w 6884912"/>
              <a:gd name="connsiteY64" fmla="*/ 188383 h 1161397"/>
              <a:gd name="connsiteX65" fmla="*/ 3834360 w 6884912"/>
              <a:gd name="connsiteY65" fmla="*/ 188992 h 1161397"/>
              <a:gd name="connsiteX66" fmla="*/ 3843715 w 6884912"/>
              <a:gd name="connsiteY66" fmla="*/ 188752 h 1161397"/>
              <a:gd name="connsiteX67" fmla="*/ 3842609 w 6884912"/>
              <a:gd name="connsiteY67" fmla="*/ 197386 h 1161397"/>
              <a:gd name="connsiteX68" fmla="*/ 3853961 w 6884912"/>
              <a:gd name="connsiteY68" fmla="*/ 213380 h 1161397"/>
              <a:gd name="connsiteX69" fmla="*/ 3907640 w 6884912"/>
              <a:gd name="connsiteY69" fmla="*/ 207568 h 1161397"/>
              <a:gd name="connsiteX70" fmla="*/ 3910449 w 6884912"/>
              <a:gd name="connsiteY70" fmla="*/ 197808 h 1161397"/>
              <a:gd name="connsiteX71" fmla="*/ 3917197 w 6884912"/>
              <a:gd name="connsiteY71" fmla="*/ 196121 h 1161397"/>
              <a:gd name="connsiteX72" fmla="*/ 3922400 w 6884912"/>
              <a:gd name="connsiteY72" fmla="*/ 205056 h 1161397"/>
              <a:gd name="connsiteX73" fmla="*/ 4013061 w 6884912"/>
              <a:gd name="connsiteY73" fmla="*/ 224874 h 1161397"/>
              <a:gd name="connsiteX74" fmla="*/ 4220717 w 6884912"/>
              <a:gd name="connsiteY74" fmla="*/ 192946 h 1161397"/>
              <a:gd name="connsiteX75" fmla="*/ 4228802 w 6884912"/>
              <a:gd name="connsiteY75" fmla="*/ 201468 h 1161397"/>
              <a:gd name="connsiteX76" fmla="*/ 4289361 w 6884912"/>
              <a:gd name="connsiteY76" fmla="*/ 196642 h 1161397"/>
              <a:gd name="connsiteX77" fmla="*/ 4498913 w 6884912"/>
              <a:gd name="connsiteY77" fmla="*/ 118915 h 1161397"/>
              <a:gd name="connsiteX78" fmla="*/ 4617330 w 6884912"/>
              <a:gd name="connsiteY78" fmla="*/ 111163 h 1161397"/>
              <a:gd name="connsiteX79" fmla="*/ 4659778 w 6884912"/>
              <a:gd name="connsiteY79" fmla="*/ 118219 h 1161397"/>
              <a:gd name="connsiteX80" fmla="*/ 4730870 w 6884912"/>
              <a:gd name="connsiteY80" fmla="*/ 129432 h 1161397"/>
              <a:gd name="connsiteX81" fmla="*/ 4844073 w 6884912"/>
              <a:gd name="connsiteY81" fmla="*/ 161768 h 1161397"/>
              <a:gd name="connsiteX82" fmla="*/ 4856454 w 6884912"/>
              <a:gd name="connsiteY82" fmla="*/ 130488 h 1161397"/>
              <a:gd name="connsiteX83" fmla="*/ 4920038 w 6884912"/>
              <a:gd name="connsiteY83" fmla="*/ 140418 h 1161397"/>
              <a:gd name="connsiteX84" fmla="*/ 5016639 w 6884912"/>
              <a:gd name="connsiteY84" fmla="*/ 158905 h 1161397"/>
              <a:gd name="connsiteX85" fmla="*/ 5072009 w 6884912"/>
              <a:gd name="connsiteY85" fmla="*/ 161502 h 1161397"/>
              <a:gd name="connsiteX86" fmla="*/ 5223626 w 6884912"/>
              <a:gd name="connsiteY86" fmla="*/ 177356 h 1161397"/>
              <a:gd name="connsiteX87" fmla="*/ 5375773 w 6884912"/>
              <a:gd name="connsiteY87" fmla="*/ 199913 h 1161397"/>
              <a:gd name="connsiteX88" fmla="*/ 5467502 w 6884912"/>
              <a:gd name="connsiteY88" fmla="*/ 250963 h 1161397"/>
              <a:gd name="connsiteX89" fmla="*/ 5592395 w 6884912"/>
              <a:gd name="connsiteY89" fmla="*/ 265434 h 1161397"/>
              <a:gd name="connsiteX90" fmla="*/ 5613532 w 6884912"/>
              <a:gd name="connsiteY90" fmla="*/ 273379 h 1161397"/>
              <a:gd name="connsiteX91" fmla="*/ 5642173 w 6884912"/>
              <a:gd name="connsiteY91" fmla="*/ 266904 h 1161397"/>
              <a:gd name="connsiteX92" fmla="*/ 5756910 w 6884912"/>
              <a:gd name="connsiteY92" fmla="*/ 239211 h 1161397"/>
              <a:gd name="connsiteX93" fmla="*/ 5846667 w 6884912"/>
              <a:gd name="connsiteY93" fmla="*/ 201786 h 1161397"/>
              <a:gd name="connsiteX94" fmla="*/ 5960732 w 6884912"/>
              <a:gd name="connsiteY94" fmla="*/ 220708 h 1161397"/>
              <a:gd name="connsiteX95" fmla="*/ 6029542 w 6884912"/>
              <a:gd name="connsiteY95" fmla="*/ 210339 h 1161397"/>
              <a:gd name="connsiteX96" fmla="*/ 6141123 w 6884912"/>
              <a:gd name="connsiteY96" fmla="*/ 159923 h 1161397"/>
              <a:gd name="connsiteX97" fmla="*/ 6290640 w 6884912"/>
              <a:gd name="connsiteY97" fmla="*/ 167441 h 1161397"/>
              <a:gd name="connsiteX98" fmla="*/ 6322806 w 6884912"/>
              <a:gd name="connsiteY98" fmla="*/ 213293 h 1161397"/>
              <a:gd name="connsiteX99" fmla="*/ 6380420 w 6884912"/>
              <a:gd name="connsiteY99" fmla="*/ 173195 h 1161397"/>
              <a:gd name="connsiteX100" fmla="*/ 6507891 w 6884912"/>
              <a:gd name="connsiteY100" fmla="*/ 118474 h 1161397"/>
              <a:gd name="connsiteX101" fmla="*/ 6571807 w 6884912"/>
              <a:gd name="connsiteY101" fmla="*/ 98636 h 1161397"/>
              <a:gd name="connsiteX102" fmla="*/ 6671880 w 6884912"/>
              <a:gd name="connsiteY102" fmla="*/ 82931 h 1161397"/>
              <a:gd name="connsiteX103" fmla="*/ 6702266 w 6884912"/>
              <a:gd name="connsiteY103" fmla="*/ 75470 h 1161397"/>
              <a:gd name="connsiteX104" fmla="*/ 6845802 w 6884912"/>
              <a:gd name="connsiteY104" fmla="*/ 24496 h 1161397"/>
              <a:gd name="connsiteX105" fmla="*/ 6884912 w 6884912"/>
              <a:gd name="connsiteY105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601644 w 6884912"/>
              <a:gd name="connsiteY7" fmla="*/ 1003997 h 1161397"/>
              <a:gd name="connsiteX8" fmla="*/ 651408 w 6884912"/>
              <a:gd name="connsiteY8" fmla="*/ 984938 h 1161397"/>
              <a:gd name="connsiteX9" fmla="*/ 673197 w 6884912"/>
              <a:gd name="connsiteY9" fmla="*/ 1010060 h 1161397"/>
              <a:gd name="connsiteX10" fmla="*/ 723108 w 6884912"/>
              <a:gd name="connsiteY10" fmla="*/ 980081 h 1161397"/>
              <a:gd name="connsiteX11" fmla="*/ 797699 w 6884912"/>
              <a:gd name="connsiteY11" fmla="*/ 931362 h 1161397"/>
              <a:gd name="connsiteX12" fmla="*/ 843359 w 6884912"/>
              <a:gd name="connsiteY12" fmla="*/ 910894 h 1161397"/>
              <a:gd name="connsiteX13" fmla="*/ 965215 w 6884912"/>
              <a:gd name="connsiteY13" fmla="*/ 846701 h 1161397"/>
              <a:gd name="connsiteX14" fmla="*/ 1085080 w 6884912"/>
              <a:gd name="connsiteY14" fmla="*/ 776086 h 1161397"/>
              <a:gd name="connsiteX15" fmla="*/ 1131224 w 6884912"/>
              <a:gd name="connsiteY15" fmla="*/ 706160 h 1161397"/>
              <a:gd name="connsiteX16" fmla="*/ 1138051 w 6884912"/>
              <a:gd name="connsiteY16" fmla="*/ 702034 h 1161397"/>
              <a:gd name="connsiteX17" fmla="*/ 1158800 w 6884912"/>
              <a:gd name="connsiteY17" fmla="*/ 700004 h 1161397"/>
              <a:gd name="connsiteX18" fmla="*/ 1166947 w 6884912"/>
              <a:gd name="connsiteY18" fmla="*/ 700762 h 1161397"/>
              <a:gd name="connsiteX19" fmla="*/ 1178135 w 6884912"/>
              <a:gd name="connsiteY19" fmla="*/ 698631 h 1161397"/>
              <a:gd name="connsiteX20" fmla="*/ 1178301 w 6884912"/>
              <a:gd name="connsiteY20" fmla="*/ 698094 h 1161397"/>
              <a:gd name="connsiteX21" fmla="*/ 1188995 w 6884912"/>
              <a:gd name="connsiteY21" fmla="*/ 697048 h 1161397"/>
              <a:gd name="connsiteX22" fmla="*/ 1242716 w 6884912"/>
              <a:gd name="connsiteY22" fmla="*/ 698052 h 1161397"/>
              <a:gd name="connsiteX23" fmla="*/ 1299977 w 6884912"/>
              <a:gd name="connsiteY23" fmla="*/ 639196 h 1161397"/>
              <a:gd name="connsiteX24" fmla="*/ 1326190 w 6884912"/>
              <a:gd name="connsiteY24" fmla="*/ 625955 h 1161397"/>
              <a:gd name="connsiteX25" fmla="*/ 1339600 w 6884912"/>
              <a:gd name="connsiteY25" fmla="*/ 616295 h 1161397"/>
              <a:gd name="connsiteX26" fmla="*/ 1340054 w 6884912"/>
              <a:gd name="connsiteY26" fmla="*/ 614022 h 1161397"/>
              <a:gd name="connsiteX27" fmla="*/ 1391606 w 6884912"/>
              <a:gd name="connsiteY27" fmla="*/ 615229 h 1161397"/>
              <a:gd name="connsiteX28" fmla="*/ 1397565 w 6884912"/>
              <a:gd name="connsiteY28" fmla="*/ 611490 h 1161397"/>
              <a:gd name="connsiteX29" fmla="*/ 1432302 w 6884912"/>
              <a:gd name="connsiteY29" fmla="*/ 617267 h 1161397"/>
              <a:gd name="connsiteX30" fmla="*/ 1449644 w 6884912"/>
              <a:gd name="connsiteY30" fmla="*/ 617591 h 1161397"/>
              <a:gd name="connsiteX31" fmla="*/ 1455793 w 6884912"/>
              <a:gd name="connsiteY31" fmla="*/ 623174 h 1161397"/>
              <a:gd name="connsiteX32" fmla="*/ 1480758 w 6884912"/>
              <a:gd name="connsiteY32" fmla="*/ 620863 h 1161397"/>
              <a:gd name="connsiteX33" fmla="*/ 1483154 w 6884912"/>
              <a:gd name="connsiteY33" fmla="*/ 618527 h 1161397"/>
              <a:gd name="connsiteX34" fmla="*/ 1505495 w 6884912"/>
              <a:gd name="connsiteY34" fmla="*/ 624325 h 1161397"/>
              <a:gd name="connsiteX35" fmla="*/ 1526340 w 6884912"/>
              <a:gd name="connsiteY35" fmla="*/ 638496 h 1161397"/>
              <a:gd name="connsiteX36" fmla="*/ 1731986 w 6884912"/>
              <a:gd name="connsiteY36" fmla="*/ 589682 h 1161397"/>
              <a:gd name="connsiteX37" fmla="*/ 1927935 w 6884912"/>
              <a:gd name="connsiteY37" fmla="*/ 628540 h 1161397"/>
              <a:gd name="connsiteX38" fmla="*/ 2039075 w 6884912"/>
              <a:gd name="connsiteY38" fmla="*/ 599964 h 1161397"/>
              <a:gd name="connsiteX39" fmla="*/ 2066980 w 6884912"/>
              <a:gd name="connsiteY39" fmla="*/ 550413 h 1161397"/>
              <a:gd name="connsiteX40" fmla="*/ 2352236 w 6884912"/>
              <a:gd name="connsiteY40" fmla="*/ 519602 h 1161397"/>
              <a:gd name="connsiteX41" fmla="*/ 2420791 w 6884912"/>
              <a:gd name="connsiteY41" fmla="*/ 492826 h 1161397"/>
              <a:gd name="connsiteX42" fmla="*/ 2489932 w 6884912"/>
              <a:gd name="connsiteY42" fmla="*/ 507864 h 1161397"/>
              <a:gd name="connsiteX43" fmla="*/ 2512917 w 6884912"/>
              <a:gd name="connsiteY43" fmla="*/ 489127 h 1161397"/>
              <a:gd name="connsiteX44" fmla="*/ 2516783 w 6884912"/>
              <a:gd name="connsiteY44" fmla="*/ 485473 h 1161397"/>
              <a:gd name="connsiteX45" fmla="*/ 2534360 w 6884912"/>
              <a:gd name="connsiteY45" fmla="*/ 480064 h 1161397"/>
              <a:gd name="connsiteX46" fmla="*/ 2536691 w 6884912"/>
              <a:gd name="connsiteY46" fmla="*/ 467018 h 1161397"/>
              <a:gd name="connsiteX47" fmla="*/ 2561265 w 6884912"/>
              <a:gd name="connsiteY47" fmla="*/ 450623 h 1161397"/>
              <a:gd name="connsiteX48" fmla="*/ 2594349 w 6884912"/>
              <a:gd name="connsiteY48" fmla="*/ 443884 h 1161397"/>
              <a:gd name="connsiteX49" fmla="*/ 2754324 w 6884912"/>
              <a:gd name="connsiteY49" fmla="*/ 424766 h 1161397"/>
              <a:gd name="connsiteX50" fmla="*/ 2848470 w 6884912"/>
              <a:gd name="connsiteY50" fmla="*/ 405966 h 1161397"/>
              <a:gd name="connsiteX51" fmla="*/ 2881772 w 6884912"/>
              <a:gd name="connsiteY51" fmla="*/ 387260 h 1161397"/>
              <a:gd name="connsiteX52" fmla="*/ 2929932 w 6884912"/>
              <a:gd name="connsiteY52" fmla="*/ 368912 h 1161397"/>
              <a:gd name="connsiteX53" fmla="*/ 3013020 w 6884912"/>
              <a:gd name="connsiteY53" fmla="*/ 327578 h 1161397"/>
              <a:gd name="connsiteX54" fmla="*/ 3222191 w 6884912"/>
              <a:gd name="connsiteY54" fmla="*/ 307887 h 1161397"/>
              <a:gd name="connsiteX55" fmla="*/ 3227953 w 6884912"/>
              <a:gd name="connsiteY55" fmla="*/ 297650 h 1161397"/>
              <a:gd name="connsiteX56" fmla="*/ 3510042 w 6884912"/>
              <a:gd name="connsiteY56" fmla="*/ 311820 h 1161397"/>
              <a:gd name="connsiteX57" fmla="*/ 3626773 w 6884912"/>
              <a:gd name="connsiteY57" fmla="*/ 290452 h 1161397"/>
              <a:gd name="connsiteX58" fmla="*/ 3666217 w 6884912"/>
              <a:gd name="connsiteY58" fmla="*/ 273255 h 1161397"/>
              <a:gd name="connsiteX59" fmla="*/ 3732427 w 6884912"/>
              <a:gd name="connsiteY59" fmla="*/ 245039 h 1161397"/>
              <a:gd name="connsiteX60" fmla="*/ 3777022 w 6884912"/>
              <a:gd name="connsiteY60" fmla="*/ 200276 h 1161397"/>
              <a:gd name="connsiteX61" fmla="*/ 3791246 w 6884912"/>
              <a:gd name="connsiteY61" fmla="*/ 189996 h 1161397"/>
              <a:gd name="connsiteX62" fmla="*/ 3819864 w 6884912"/>
              <a:gd name="connsiteY62" fmla="*/ 194605 h 1161397"/>
              <a:gd name="connsiteX63" fmla="*/ 3830398 w 6884912"/>
              <a:gd name="connsiteY63" fmla="*/ 188383 h 1161397"/>
              <a:gd name="connsiteX64" fmla="*/ 3834360 w 6884912"/>
              <a:gd name="connsiteY64" fmla="*/ 188992 h 1161397"/>
              <a:gd name="connsiteX65" fmla="*/ 3843715 w 6884912"/>
              <a:gd name="connsiteY65" fmla="*/ 188752 h 1161397"/>
              <a:gd name="connsiteX66" fmla="*/ 3842609 w 6884912"/>
              <a:gd name="connsiteY66" fmla="*/ 197386 h 1161397"/>
              <a:gd name="connsiteX67" fmla="*/ 3853961 w 6884912"/>
              <a:gd name="connsiteY67" fmla="*/ 213380 h 1161397"/>
              <a:gd name="connsiteX68" fmla="*/ 3907640 w 6884912"/>
              <a:gd name="connsiteY68" fmla="*/ 207568 h 1161397"/>
              <a:gd name="connsiteX69" fmla="*/ 3910449 w 6884912"/>
              <a:gd name="connsiteY69" fmla="*/ 197808 h 1161397"/>
              <a:gd name="connsiteX70" fmla="*/ 3917197 w 6884912"/>
              <a:gd name="connsiteY70" fmla="*/ 196121 h 1161397"/>
              <a:gd name="connsiteX71" fmla="*/ 3922400 w 6884912"/>
              <a:gd name="connsiteY71" fmla="*/ 205056 h 1161397"/>
              <a:gd name="connsiteX72" fmla="*/ 4013061 w 6884912"/>
              <a:gd name="connsiteY72" fmla="*/ 224874 h 1161397"/>
              <a:gd name="connsiteX73" fmla="*/ 4220717 w 6884912"/>
              <a:gd name="connsiteY73" fmla="*/ 192946 h 1161397"/>
              <a:gd name="connsiteX74" fmla="*/ 4228802 w 6884912"/>
              <a:gd name="connsiteY74" fmla="*/ 201468 h 1161397"/>
              <a:gd name="connsiteX75" fmla="*/ 4289361 w 6884912"/>
              <a:gd name="connsiteY75" fmla="*/ 196642 h 1161397"/>
              <a:gd name="connsiteX76" fmla="*/ 4498913 w 6884912"/>
              <a:gd name="connsiteY76" fmla="*/ 118915 h 1161397"/>
              <a:gd name="connsiteX77" fmla="*/ 4617330 w 6884912"/>
              <a:gd name="connsiteY77" fmla="*/ 111163 h 1161397"/>
              <a:gd name="connsiteX78" fmla="*/ 4659778 w 6884912"/>
              <a:gd name="connsiteY78" fmla="*/ 118219 h 1161397"/>
              <a:gd name="connsiteX79" fmla="*/ 4730870 w 6884912"/>
              <a:gd name="connsiteY79" fmla="*/ 129432 h 1161397"/>
              <a:gd name="connsiteX80" fmla="*/ 4844073 w 6884912"/>
              <a:gd name="connsiteY80" fmla="*/ 161768 h 1161397"/>
              <a:gd name="connsiteX81" fmla="*/ 4856454 w 6884912"/>
              <a:gd name="connsiteY81" fmla="*/ 130488 h 1161397"/>
              <a:gd name="connsiteX82" fmla="*/ 4920038 w 6884912"/>
              <a:gd name="connsiteY82" fmla="*/ 140418 h 1161397"/>
              <a:gd name="connsiteX83" fmla="*/ 5016639 w 6884912"/>
              <a:gd name="connsiteY83" fmla="*/ 158905 h 1161397"/>
              <a:gd name="connsiteX84" fmla="*/ 5072009 w 6884912"/>
              <a:gd name="connsiteY84" fmla="*/ 161502 h 1161397"/>
              <a:gd name="connsiteX85" fmla="*/ 5223626 w 6884912"/>
              <a:gd name="connsiteY85" fmla="*/ 177356 h 1161397"/>
              <a:gd name="connsiteX86" fmla="*/ 5375773 w 6884912"/>
              <a:gd name="connsiteY86" fmla="*/ 199913 h 1161397"/>
              <a:gd name="connsiteX87" fmla="*/ 5467502 w 6884912"/>
              <a:gd name="connsiteY87" fmla="*/ 250963 h 1161397"/>
              <a:gd name="connsiteX88" fmla="*/ 5592395 w 6884912"/>
              <a:gd name="connsiteY88" fmla="*/ 265434 h 1161397"/>
              <a:gd name="connsiteX89" fmla="*/ 5613532 w 6884912"/>
              <a:gd name="connsiteY89" fmla="*/ 273379 h 1161397"/>
              <a:gd name="connsiteX90" fmla="*/ 5642173 w 6884912"/>
              <a:gd name="connsiteY90" fmla="*/ 266904 h 1161397"/>
              <a:gd name="connsiteX91" fmla="*/ 5756910 w 6884912"/>
              <a:gd name="connsiteY91" fmla="*/ 239211 h 1161397"/>
              <a:gd name="connsiteX92" fmla="*/ 5846667 w 6884912"/>
              <a:gd name="connsiteY92" fmla="*/ 201786 h 1161397"/>
              <a:gd name="connsiteX93" fmla="*/ 5960732 w 6884912"/>
              <a:gd name="connsiteY93" fmla="*/ 220708 h 1161397"/>
              <a:gd name="connsiteX94" fmla="*/ 6029542 w 6884912"/>
              <a:gd name="connsiteY94" fmla="*/ 210339 h 1161397"/>
              <a:gd name="connsiteX95" fmla="*/ 6141123 w 6884912"/>
              <a:gd name="connsiteY95" fmla="*/ 159923 h 1161397"/>
              <a:gd name="connsiteX96" fmla="*/ 6290640 w 6884912"/>
              <a:gd name="connsiteY96" fmla="*/ 167441 h 1161397"/>
              <a:gd name="connsiteX97" fmla="*/ 6322806 w 6884912"/>
              <a:gd name="connsiteY97" fmla="*/ 213293 h 1161397"/>
              <a:gd name="connsiteX98" fmla="*/ 6380420 w 6884912"/>
              <a:gd name="connsiteY98" fmla="*/ 173195 h 1161397"/>
              <a:gd name="connsiteX99" fmla="*/ 6507891 w 6884912"/>
              <a:gd name="connsiteY99" fmla="*/ 118474 h 1161397"/>
              <a:gd name="connsiteX100" fmla="*/ 6571807 w 6884912"/>
              <a:gd name="connsiteY100" fmla="*/ 98636 h 1161397"/>
              <a:gd name="connsiteX101" fmla="*/ 6671880 w 6884912"/>
              <a:gd name="connsiteY101" fmla="*/ 82931 h 1161397"/>
              <a:gd name="connsiteX102" fmla="*/ 6702266 w 6884912"/>
              <a:gd name="connsiteY102" fmla="*/ 75470 h 1161397"/>
              <a:gd name="connsiteX103" fmla="*/ 6845802 w 6884912"/>
              <a:gd name="connsiteY103" fmla="*/ 24496 h 1161397"/>
              <a:gd name="connsiteX104" fmla="*/ 6884912 w 6884912"/>
              <a:gd name="connsiteY104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11320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601644 w 6884912"/>
              <a:gd name="connsiteY7" fmla="*/ 1003997 h 1161397"/>
              <a:gd name="connsiteX8" fmla="*/ 651408 w 6884912"/>
              <a:gd name="connsiteY8" fmla="*/ 984938 h 1161397"/>
              <a:gd name="connsiteX9" fmla="*/ 673197 w 6884912"/>
              <a:gd name="connsiteY9" fmla="*/ 1010060 h 1161397"/>
              <a:gd name="connsiteX10" fmla="*/ 723108 w 6884912"/>
              <a:gd name="connsiteY10" fmla="*/ 980081 h 1161397"/>
              <a:gd name="connsiteX11" fmla="*/ 797699 w 6884912"/>
              <a:gd name="connsiteY11" fmla="*/ 931362 h 1161397"/>
              <a:gd name="connsiteX12" fmla="*/ 843359 w 6884912"/>
              <a:gd name="connsiteY12" fmla="*/ 910894 h 1161397"/>
              <a:gd name="connsiteX13" fmla="*/ 965215 w 6884912"/>
              <a:gd name="connsiteY13" fmla="*/ 846701 h 1161397"/>
              <a:gd name="connsiteX14" fmla="*/ 1085080 w 6884912"/>
              <a:gd name="connsiteY14" fmla="*/ 776086 h 1161397"/>
              <a:gd name="connsiteX15" fmla="*/ 1131224 w 6884912"/>
              <a:gd name="connsiteY15" fmla="*/ 706160 h 1161397"/>
              <a:gd name="connsiteX16" fmla="*/ 1138051 w 6884912"/>
              <a:gd name="connsiteY16" fmla="*/ 702034 h 1161397"/>
              <a:gd name="connsiteX17" fmla="*/ 1158800 w 6884912"/>
              <a:gd name="connsiteY17" fmla="*/ 700004 h 1161397"/>
              <a:gd name="connsiteX18" fmla="*/ 1166947 w 6884912"/>
              <a:gd name="connsiteY18" fmla="*/ 700762 h 1161397"/>
              <a:gd name="connsiteX19" fmla="*/ 1178135 w 6884912"/>
              <a:gd name="connsiteY19" fmla="*/ 698631 h 1161397"/>
              <a:gd name="connsiteX20" fmla="*/ 1178301 w 6884912"/>
              <a:gd name="connsiteY20" fmla="*/ 698094 h 1161397"/>
              <a:gd name="connsiteX21" fmla="*/ 1188995 w 6884912"/>
              <a:gd name="connsiteY21" fmla="*/ 697048 h 1161397"/>
              <a:gd name="connsiteX22" fmla="*/ 1242716 w 6884912"/>
              <a:gd name="connsiteY22" fmla="*/ 698052 h 1161397"/>
              <a:gd name="connsiteX23" fmla="*/ 1299977 w 6884912"/>
              <a:gd name="connsiteY23" fmla="*/ 639196 h 1161397"/>
              <a:gd name="connsiteX24" fmla="*/ 1326190 w 6884912"/>
              <a:gd name="connsiteY24" fmla="*/ 625955 h 1161397"/>
              <a:gd name="connsiteX25" fmla="*/ 1339600 w 6884912"/>
              <a:gd name="connsiteY25" fmla="*/ 616295 h 1161397"/>
              <a:gd name="connsiteX26" fmla="*/ 1340054 w 6884912"/>
              <a:gd name="connsiteY26" fmla="*/ 614022 h 1161397"/>
              <a:gd name="connsiteX27" fmla="*/ 1391606 w 6884912"/>
              <a:gd name="connsiteY27" fmla="*/ 615229 h 1161397"/>
              <a:gd name="connsiteX28" fmla="*/ 1397565 w 6884912"/>
              <a:gd name="connsiteY28" fmla="*/ 611490 h 1161397"/>
              <a:gd name="connsiteX29" fmla="*/ 1432302 w 6884912"/>
              <a:gd name="connsiteY29" fmla="*/ 617267 h 1161397"/>
              <a:gd name="connsiteX30" fmla="*/ 1449644 w 6884912"/>
              <a:gd name="connsiteY30" fmla="*/ 617591 h 1161397"/>
              <a:gd name="connsiteX31" fmla="*/ 1455793 w 6884912"/>
              <a:gd name="connsiteY31" fmla="*/ 623174 h 1161397"/>
              <a:gd name="connsiteX32" fmla="*/ 1480758 w 6884912"/>
              <a:gd name="connsiteY32" fmla="*/ 620863 h 1161397"/>
              <a:gd name="connsiteX33" fmla="*/ 1483154 w 6884912"/>
              <a:gd name="connsiteY33" fmla="*/ 618527 h 1161397"/>
              <a:gd name="connsiteX34" fmla="*/ 1505495 w 6884912"/>
              <a:gd name="connsiteY34" fmla="*/ 624325 h 1161397"/>
              <a:gd name="connsiteX35" fmla="*/ 1526340 w 6884912"/>
              <a:gd name="connsiteY35" fmla="*/ 638496 h 1161397"/>
              <a:gd name="connsiteX36" fmla="*/ 1731986 w 6884912"/>
              <a:gd name="connsiteY36" fmla="*/ 589682 h 1161397"/>
              <a:gd name="connsiteX37" fmla="*/ 1927935 w 6884912"/>
              <a:gd name="connsiteY37" fmla="*/ 628540 h 1161397"/>
              <a:gd name="connsiteX38" fmla="*/ 2039075 w 6884912"/>
              <a:gd name="connsiteY38" fmla="*/ 599964 h 1161397"/>
              <a:gd name="connsiteX39" fmla="*/ 2066980 w 6884912"/>
              <a:gd name="connsiteY39" fmla="*/ 550413 h 1161397"/>
              <a:gd name="connsiteX40" fmla="*/ 2352236 w 6884912"/>
              <a:gd name="connsiteY40" fmla="*/ 519602 h 1161397"/>
              <a:gd name="connsiteX41" fmla="*/ 2420791 w 6884912"/>
              <a:gd name="connsiteY41" fmla="*/ 492826 h 1161397"/>
              <a:gd name="connsiteX42" fmla="*/ 2489932 w 6884912"/>
              <a:gd name="connsiteY42" fmla="*/ 507864 h 1161397"/>
              <a:gd name="connsiteX43" fmla="*/ 2512917 w 6884912"/>
              <a:gd name="connsiteY43" fmla="*/ 489127 h 1161397"/>
              <a:gd name="connsiteX44" fmla="*/ 2516783 w 6884912"/>
              <a:gd name="connsiteY44" fmla="*/ 485473 h 1161397"/>
              <a:gd name="connsiteX45" fmla="*/ 2534360 w 6884912"/>
              <a:gd name="connsiteY45" fmla="*/ 480064 h 1161397"/>
              <a:gd name="connsiteX46" fmla="*/ 2536691 w 6884912"/>
              <a:gd name="connsiteY46" fmla="*/ 467018 h 1161397"/>
              <a:gd name="connsiteX47" fmla="*/ 2561265 w 6884912"/>
              <a:gd name="connsiteY47" fmla="*/ 450623 h 1161397"/>
              <a:gd name="connsiteX48" fmla="*/ 2594349 w 6884912"/>
              <a:gd name="connsiteY48" fmla="*/ 443884 h 1161397"/>
              <a:gd name="connsiteX49" fmla="*/ 2754324 w 6884912"/>
              <a:gd name="connsiteY49" fmla="*/ 424766 h 1161397"/>
              <a:gd name="connsiteX50" fmla="*/ 2848470 w 6884912"/>
              <a:gd name="connsiteY50" fmla="*/ 405966 h 1161397"/>
              <a:gd name="connsiteX51" fmla="*/ 2881772 w 6884912"/>
              <a:gd name="connsiteY51" fmla="*/ 387260 h 1161397"/>
              <a:gd name="connsiteX52" fmla="*/ 2929932 w 6884912"/>
              <a:gd name="connsiteY52" fmla="*/ 368912 h 1161397"/>
              <a:gd name="connsiteX53" fmla="*/ 3013020 w 6884912"/>
              <a:gd name="connsiteY53" fmla="*/ 327578 h 1161397"/>
              <a:gd name="connsiteX54" fmla="*/ 3222191 w 6884912"/>
              <a:gd name="connsiteY54" fmla="*/ 307887 h 1161397"/>
              <a:gd name="connsiteX55" fmla="*/ 3227953 w 6884912"/>
              <a:gd name="connsiteY55" fmla="*/ 297650 h 1161397"/>
              <a:gd name="connsiteX56" fmla="*/ 3510042 w 6884912"/>
              <a:gd name="connsiteY56" fmla="*/ 311820 h 1161397"/>
              <a:gd name="connsiteX57" fmla="*/ 3626773 w 6884912"/>
              <a:gd name="connsiteY57" fmla="*/ 290452 h 1161397"/>
              <a:gd name="connsiteX58" fmla="*/ 3666217 w 6884912"/>
              <a:gd name="connsiteY58" fmla="*/ 273255 h 1161397"/>
              <a:gd name="connsiteX59" fmla="*/ 3732427 w 6884912"/>
              <a:gd name="connsiteY59" fmla="*/ 245039 h 1161397"/>
              <a:gd name="connsiteX60" fmla="*/ 3777022 w 6884912"/>
              <a:gd name="connsiteY60" fmla="*/ 200276 h 1161397"/>
              <a:gd name="connsiteX61" fmla="*/ 3791246 w 6884912"/>
              <a:gd name="connsiteY61" fmla="*/ 189996 h 1161397"/>
              <a:gd name="connsiteX62" fmla="*/ 3819864 w 6884912"/>
              <a:gd name="connsiteY62" fmla="*/ 194605 h 1161397"/>
              <a:gd name="connsiteX63" fmla="*/ 3830398 w 6884912"/>
              <a:gd name="connsiteY63" fmla="*/ 188383 h 1161397"/>
              <a:gd name="connsiteX64" fmla="*/ 3834360 w 6884912"/>
              <a:gd name="connsiteY64" fmla="*/ 188992 h 1161397"/>
              <a:gd name="connsiteX65" fmla="*/ 3843715 w 6884912"/>
              <a:gd name="connsiteY65" fmla="*/ 188752 h 1161397"/>
              <a:gd name="connsiteX66" fmla="*/ 3842609 w 6884912"/>
              <a:gd name="connsiteY66" fmla="*/ 197386 h 1161397"/>
              <a:gd name="connsiteX67" fmla="*/ 3853961 w 6884912"/>
              <a:gd name="connsiteY67" fmla="*/ 213380 h 1161397"/>
              <a:gd name="connsiteX68" fmla="*/ 3907640 w 6884912"/>
              <a:gd name="connsiteY68" fmla="*/ 207568 h 1161397"/>
              <a:gd name="connsiteX69" fmla="*/ 3910449 w 6884912"/>
              <a:gd name="connsiteY69" fmla="*/ 197808 h 1161397"/>
              <a:gd name="connsiteX70" fmla="*/ 3917197 w 6884912"/>
              <a:gd name="connsiteY70" fmla="*/ 196121 h 1161397"/>
              <a:gd name="connsiteX71" fmla="*/ 3922400 w 6884912"/>
              <a:gd name="connsiteY71" fmla="*/ 205056 h 1161397"/>
              <a:gd name="connsiteX72" fmla="*/ 4013061 w 6884912"/>
              <a:gd name="connsiteY72" fmla="*/ 224874 h 1161397"/>
              <a:gd name="connsiteX73" fmla="*/ 4220717 w 6884912"/>
              <a:gd name="connsiteY73" fmla="*/ 192946 h 1161397"/>
              <a:gd name="connsiteX74" fmla="*/ 4228802 w 6884912"/>
              <a:gd name="connsiteY74" fmla="*/ 201468 h 1161397"/>
              <a:gd name="connsiteX75" fmla="*/ 4289361 w 6884912"/>
              <a:gd name="connsiteY75" fmla="*/ 196642 h 1161397"/>
              <a:gd name="connsiteX76" fmla="*/ 4498913 w 6884912"/>
              <a:gd name="connsiteY76" fmla="*/ 118915 h 1161397"/>
              <a:gd name="connsiteX77" fmla="*/ 4617330 w 6884912"/>
              <a:gd name="connsiteY77" fmla="*/ 111163 h 1161397"/>
              <a:gd name="connsiteX78" fmla="*/ 4659778 w 6884912"/>
              <a:gd name="connsiteY78" fmla="*/ 118219 h 1161397"/>
              <a:gd name="connsiteX79" fmla="*/ 4730870 w 6884912"/>
              <a:gd name="connsiteY79" fmla="*/ 129432 h 1161397"/>
              <a:gd name="connsiteX80" fmla="*/ 4844073 w 6884912"/>
              <a:gd name="connsiteY80" fmla="*/ 161768 h 1161397"/>
              <a:gd name="connsiteX81" fmla="*/ 4856454 w 6884912"/>
              <a:gd name="connsiteY81" fmla="*/ 130488 h 1161397"/>
              <a:gd name="connsiteX82" fmla="*/ 4920038 w 6884912"/>
              <a:gd name="connsiteY82" fmla="*/ 140418 h 1161397"/>
              <a:gd name="connsiteX83" fmla="*/ 5016639 w 6884912"/>
              <a:gd name="connsiteY83" fmla="*/ 158905 h 1161397"/>
              <a:gd name="connsiteX84" fmla="*/ 5072009 w 6884912"/>
              <a:gd name="connsiteY84" fmla="*/ 161502 h 1161397"/>
              <a:gd name="connsiteX85" fmla="*/ 5223626 w 6884912"/>
              <a:gd name="connsiteY85" fmla="*/ 177356 h 1161397"/>
              <a:gd name="connsiteX86" fmla="*/ 5375773 w 6884912"/>
              <a:gd name="connsiteY86" fmla="*/ 199913 h 1161397"/>
              <a:gd name="connsiteX87" fmla="*/ 5467502 w 6884912"/>
              <a:gd name="connsiteY87" fmla="*/ 250963 h 1161397"/>
              <a:gd name="connsiteX88" fmla="*/ 5592395 w 6884912"/>
              <a:gd name="connsiteY88" fmla="*/ 265434 h 1161397"/>
              <a:gd name="connsiteX89" fmla="*/ 5613532 w 6884912"/>
              <a:gd name="connsiteY89" fmla="*/ 273379 h 1161397"/>
              <a:gd name="connsiteX90" fmla="*/ 5642173 w 6884912"/>
              <a:gd name="connsiteY90" fmla="*/ 266904 h 1161397"/>
              <a:gd name="connsiteX91" fmla="*/ 5756910 w 6884912"/>
              <a:gd name="connsiteY91" fmla="*/ 239211 h 1161397"/>
              <a:gd name="connsiteX92" fmla="*/ 5846667 w 6884912"/>
              <a:gd name="connsiteY92" fmla="*/ 201786 h 1161397"/>
              <a:gd name="connsiteX93" fmla="*/ 5960732 w 6884912"/>
              <a:gd name="connsiteY93" fmla="*/ 220708 h 1161397"/>
              <a:gd name="connsiteX94" fmla="*/ 6029542 w 6884912"/>
              <a:gd name="connsiteY94" fmla="*/ 210339 h 1161397"/>
              <a:gd name="connsiteX95" fmla="*/ 6141123 w 6884912"/>
              <a:gd name="connsiteY95" fmla="*/ 159923 h 1161397"/>
              <a:gd name="connsiteX96" fmla="*/ 6290640 w 6884912"/>
              <a:gd name="connsiteY96" fmla="*/ 167441 h 1161397"/>
              <a:gd name="connsiteX97" fmla="*/ 6322806 w 6884912"/>
              <a:gd name="connsiteY97" fmla="*/ 213293 h 1161397"/>
              <a:gd name="connsiteX98" fmla="*/ 6380420 w 6884912"/>
              <a:gd name="connsiteY98" fmla="*/ 173195 h 1161397"/>
              <a:gd name="connsiteX99" fmla="*/ 6507891 w 6884912"/>
              <a:gd name="connsiteY99" fmla="*/ 118474 h 1161397"/>
              <a:gd name="connsiteX100" fmla="*/ 6571807 w 6884912"/>
              <a:gd name="connsiteY100" fmla="*/ 98636 h 1161397"/>
              <a:gd name="connsiteX101" fmla="*/ 6671880 w 6884912"/>
              <a:gd name="connsiteY101" fmla="*/ 82931 h 1161397"/>
              <a:gd name="connsiteX102" fmla="*/ 6702266 w 6884912"/>
              <a:gd name="connsiteY102" fmla="*/ 75470 h 1161397"/>
              <a:gd name="connsiteX103" fmla="*/ 6845802 w 6884912"/>
              <a:gd name="connsiteY103" fmla="*/ 24496 h 1161397"/>
              <a:gd name="connsiteX104" fmla="*/ 6884912 w 6884912"/>
              <a:gd name="connsiteY104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11320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601644 w 6884912"/>
              <a:gd name="connsiteY7" fmla="*/ 1003997 h 1161397"/>
              <a:gd name="connsiteX8" fmla="*/ 651408 w 6884912"/>
              <a:gd name="connsiteY8" fmla="*/ 984938 h 1161397"/>
              <a:gd name="connsiteX9" fmla="*/ 723108 w 6884912"/>
              <a:gd name="connsiteY9" fmla="*/ 980081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38051 w 6884912"/>
              <a:gd name="connsiteY15" fmla="*/ 702034 h 1161397"/>
              <a:gd name="connsiteX16" fmla="*/ 1158800 w 6884912"/>
              <a:gd name="connsiteY16" fmla="*/ 700004 h 1161397"/>
              <a:gd name="connsiteX17" fmla="*/ 1166947 w 6884912"/>
              <a:gd name="connsiteY17" fmla="*/ 700762 h 1161397"/>
              <a:gd name="connsiteX18" fmla="*/ 1178135 w 6884912"/>
              <a:gd name="connsiteY18" fmla="*/ 698631 h 1161397"/>
              <a:gd name="connsiteX19" fmla="*/ 1178301 w 6884912"/>
              <a:gd name="connsiteY19" fmla="*/ 698094 h 1161397"/>
              <a:gd name="connsiteX20" fmla="*/ 1188995 w 6884912"/>
              <a:gd name="connsiteY20" fmla="*/ 697048 h 1161397"/>
              <a:gd name="connsiteX21" fmla="*/ 1242716 w 6884912"/>
              <a:gd name="connsiteY21" fmla="*/ 698052 h 1161397"/>
              <a:gd name="connsiteX22" fmla="*/ 1299977 w 6884912"/>
              <a:gd name="connsiteY22" fmla="*/ 639196 h 1161397"/>
              <a:gd name="connsiteX23" fmla="*/ 1326190 w 6884912"/>
              <a:gd name="connsiteY23" fmla="*/ 625955 h 1161397"/>
              <a:gd name="connsiteX24" fmla="*/ 1339600 w 6884912"/>
              <a:gd name="connsiteY24" fmla="*/ 616295 h 1161397"/>
              <a:gd name="connsiteX25" fmla="*/ 1340054 w 6884912"/>
              <a:gd name="connsiteY25" fmla="*/ 614022 h 1161397"/>
              <a:gd name="connsiteX26" fmla="*/ 1391606 w 6884912"/>
              <a:gd name="connsiteY26" fmla="*/ 615229 h 1161397"/>
              <a:gd name="connsiteX27" fmla="*/ 1397565 w 6884912"/>
              <a:gd name="connsiteY27" fmla="*/ 611490 h 1161397"/>
              <a:gd name="connsiteX28" fmla="*/ 1432302 w 6884912"/>
              <a:gd name="connsiteY28" fmla="*/ 617267 h 1161397"/>
              <a:gd name="connsiteX29" fmla="*/ 1449644 w 6884912"/>
              <a:gd name="connsiteY29" fmla="*/ 617591 h 1161397"/>
              <a:gd name="connsiteX30" fmla="*/ 1455793 w 6884912"/>
              <a:gd name="connsiteY30" fmla="*/ 623174 h 1161397"/>
              <a:gd name="connsiteX31" fmla="*/ 1480758 w 6884912"/>
              <a:gd name="connsiteY31" fmla="*/ 620863 h 1161397"/>
              <a:gd name="connsiteX32" fmla="*/ 1483154 w 6884912"/>
              <a:gd name="connsiteY32" fmla="*/ 618527 h 1161397"/>
              <a:gd name="connsiteX33" fmla="*/ 1505495 w 6884912"/>
              <a:gd name="connsiteY33" fmla="*/ 624325 h 1161397"/>
              <a:gd name="connsiteX34" fmla="*/ 1526340 w 6884912"/>
              <a:gd name="connsiteY34" fmla="*/ 638496 h 1161397"/>
              <a:gd name="connsiteX35" fmla="*/ 1731986 w 6884912"/>
              <a:gd name="connsiteY35" fmla="*/ 589682 h 1161397"/>
              <a:gd name="connsiteX36" fmla="*/ 1927935 w 6884912"/>
              <a:gd name="connsiteY36" fmla="*/ 628540 h 1161397"/>
              <a:gd name="connsiteX37" fmla="*/ 2039075 w 6884912"/>
              <a:gd name="connsiteY37" fmla="*/ 599964 h 1161397"/>
              <a:gd name="connsiteX38" fmla="*/ 2066980 w 6884912"/>
              <a:gd name="connsiteY38" fmla="*/ 550413 h 1161397"/>
              <a:gd name="connsiteX39" fmla="*/ 2352236 w 6884912"/>
              <a:gd name="connsiteY39" fmla="*/ 519602 h 1161397"/>
              <a:gd name="connsiteX40" fmla="*/ 2420791 w 6884912"/>
              <a:gd name="connsiteY40" fmla="*/ 492826 h 1161397"/>
              <a:gd name="connsiteX41" fmla="*/ 2489932 w 6884912"/>
              <a:gd name="connsiteY41" fmla="*/ 507864 h 1161397"/>
              <a:gd name="connsiteX42" fmla="*/ 2512917 w 6884912"/>
              <a:gd name="connsiteY42" fmla="*/ 489127 h 1161397"/>
              <a:gd name="connsiteX43" fmla="*/ 2516783 w 6884912"/>
              <a:gd name="connsiteY43" fmla="*/ 485473 h 1161397"/>
              <a:gd name="connsiteX44" fmla="*/ 2534360 w 6884912"/>
              <a:gd name="connsiteY44" fmla="*/ 480064 h 1161397"/>
              <a:gd name="connsiteX45" fmla="*/ 2536691 w 6884912"/>
              <a:gd name="connsiteY45" fmla="*/ 467018 h 1161397"/>
              <a:gd name="connsiteX46" fmla="*/ 2561265 w 6884912"/>
              <a:gd name="connsiteY46" fmla="*/ 450623 h 1161397"/>
              <a:gd name="connsiteX47" fmla="*/ 2594349 w 6884912"/>
              <a:gd name="connsiteY47" fmla="*/ 443884 h 1161397"/>
              <a:gd name="connsiteX48" fmla="*/ 2754324 w 6884912"/>
              <a:gd name="connsiteY48" fmla="*/ 424766 h 1161397"/>
              <a:gd name="connsiteX49" fmla="*/ 2848470 w 6884912"/>
              <a:gd name="connsiteY49" fmla="*/ 405966 h 1161397"/>
              <a:gd name="connsiteX50" fmla="*/ 2881772 w 6884912"/>
              <a:gd name="connsiteY50" fmla="*/ 387260 h 1161397"/>
              <a:gd name="connsiteX51" fmla="*/ 2929932 w 6884912"/>
              <a:gd name="connsiteY51" fmla="*/ 368912 h 1161397"/>
              <a:gd name="connsiteX52" fmla="*/ 3013020 w 6884912"/>
              <a:gd name="connsiteY52" fmla="*/ 327578 h 1161397"/>
              <a:gd name="connsiteX53" fmla="*/ 3222191 w 6884912"/>
              <a:gd name="connsiteY53" fmla="*/ 307887 h 1161397"/>
              <a:gd name="connsiteX54" fmla="*/ 3227953 w 6884912"/>
              <a:gd name="connsiteY54" fmla="*/ 297650 h 1161397"/>
              <a:gd name="connsiteX55" fmla="*/ 3510042 w 6884912"/>
              <a:gd name="connsiteY55" fmla="*/ 311820 h 1161397"/>
              <a:gd name="connsiteX56" fmla="*/ 3626773 w 6884912"/>
              <a:gd name="connsiteY56" fmla="*/ 290452 h 1161397"/>
              <a:gd name="connsiteX57" fmla="*/ 3666217 w 6884912"/>
              <a:gd name="connsiteY57" fmla="*/ 273255 h 1161397"/>
              <a:gd name="connsiteX58" fmla="*/ 3732427 w 6884912"/>
              <a:gd name="connsiteY58" fmla="*/ 245039 h 1161397"/>
              <a:gd name="connsiteX59" fmla="*/ 3777022 w 6884912"/>
              <a:gd name="connsiteY59" fmla="*/ 200276 h 1161397"/>
              <a:gd name="connsiteX60" fmla="*/ 3791246 w 6884912"/>
              <a:gd name="connsiteY60" fmla="*/ 189996 h 1161397"/>
              <a:gd name="connsiteX61" fmla="*/ 3819864 w 6884912"/>
              <a:gd name="connsiteY61" fmla="*/ 194605 h 1161397"/>
              <a:gd name="connsiteX62" fmla="*/ 3830398 w 6884912"/>
              <a:gd name="connsiteY62" fmla="*/ 188383 h 1161397"/>
              <a:gd name="connsiteX63" fmla="*/ 3834360 w 6884912"/>
              <a:gd name="connsiteY63" fmla="*/ 188992 h 1161397"/>
              <a:gd name="connsiteX64" fmla="*/ 3843715 w 6884912"/>
              <a:gd name="connsiteY64" fmla="*/ 188752 h 1161397"/>
              <a:gd name="connsiteX65" fmla="*/ 3842609 w 6884912"/>
              <a:gd name="connsiteY65" fmla="*/ 197386 h 1161397"/>
              <a:gd name="connsiteX66" fmla="*/ 3853961 w 6884912"/>
              <a:gd name="connsiteY66" fmla="*/ 213380 h 1161397"/>
              <a:gd name="connsiteX67" fmla="*/ 3907640 w 6884912"/>
              <a:gd name="connsiteY67" fmla="*/ 207568 h 1161397"/>
              <a:gd name="connsiteX68" fmla="*/ 3910449 w 6884912"/>
              <a:gd name="connsiteY68" fmla="*/ 197808 h 1161397"/>
              <a:gd name="connsiteX69" fmla="*/ 3917197 w 6884912"/>
              <a:gd name="connsiteY69" fmla="*/ 196121 h 1161397"/>
              <a:gd name="connsiteX70" fmla="*/ 3922400 w 6884912"/>
              <a:gd name="connsiteY70" fmla="*/ 205056 h 1161397"/>
              <a:gd name="connsiteX71" fmla="*/ 4013061 w 6884912"/>
              <a:gd name="connsiteY71" fmla="*/ 224874 h 1161397"/>
              <a:gd name="connsiteX72" fmla="*/ 4220717 w 6884912"/>
              <a:gd name="connsiteY72" fmla="*/ 192946 h 1161397"/>
              <a:gd name="connsiteX73" fmla="*/ 4228802 w 6884912"/>
              <a:gd name="connsiteY73" fmla="*/ 201468 h 1161397"/>
              <a:gd name="connsiteX74" fmla="*/ 4289361 w 6884912"/>
              <a:gd name="connsiteY74" fmla="*/ 196642 h 1161397"/>
              <a:gd name="connsiteX75" fmla="*/ 4498913 w 6884912"/>
              <a:gd name="connsiteY75" fmla="*/ 118915 h 1161397"/>
              <a:gd name="connsiteX76" fmla="*/ 4617330 w 6884912"/>
              <a:gd name="connsiteY76" fmla="*/ 111163 h 1161397"/>
              <a:gd name="connsiteX77" fmla="*/ 4659778 w 6884912"/>
              <a:gd name="connsiteY77" fmla="*/ 118219 h 1161397"/>
              <a:gd name="connsiteX78" fmla="*/ 4730870 w 6884912"/>
              <a:gd name="connsiteY78" fmla="*/ 129432 h 1161397"/>
              <a:gd name="connsiteX79" fmla="*/ 4844073 w 6884912"/>
              <a:gd name="connsiteY79" fmla="*/ 161768 h 1161397"/>
              <a:gd name="connsiteX80" fmla="*/ 4856454 w 6884912"/>
              <a:gd name="connsiteY80" fmla="*/ 130488 h 1161397"/>
              <a:gd name="connsiteX81" fmla="*/ 4920038 w 6884912"/>
              <a:gd name="connsiteY81" fmla="*/ 140418 h 1161397"/>
              <a:gd name="connsiteX82" fmla="*/ 5016639 w 6884912"/>
              <a:gd name="connsiteY82" fmla="*/ 158905 h 1161397"/>
              <a:gd name="connsiteX83" fmla="*/ 5072009 w 6884912"/>
              <a:gd name="connsiteY83" fmla="*/ 161502 h 1161397"/>
              <a:gd name="connsiteX84" fmla="*/ 5223626 w 6884912"/>
              <a:gd name="connsiteY84" fmla="*/ 177356 h 1161397"/>
              <a:gd name="connsiteX85" fmla="*/ 5375773 w 6884912"/>
              <a:gd name="connsiteY85" fmla="*/ 199913 h 1161397"/>
              <a:gd name="connsiteX86" fmla="*/ 5467502 w 6884912"/>
              <a:gd name="connsiteY86" fmla="*/ 250963 h 1161397"/>
              <a:gd name="connsiteX87" fmla="*/ 5592395 w 6884912"/>
              <a:gd name="connsiteY87" fmla="*/ 265434 h 1161397"/>
              <a:gd name="connsiteX88" fmla="*/ 5613532 w 6884912"/>
              <a:gd name="connsiteY88" fmla="*/ 273379 h 1161397"/>
              <a:gd name="connsiteX89" fmla="*/ 5642173 w 6884912"/>
              <a:gd name="connsiteY89" fmla="*/ 266904 h 1161397"/>
              <a:gd name="connsiteX90" fmla="*/ 5756910 w 6884912"/>
              <a:gd name="connsiteY90" fmla="*/ 239211 h 1161397"/>
              <a:gd name="connsiteX91" fmla="*/ 5846667 w 6884912"/>
              <a:gd name="connsiteY91" fmla="*/ 201786 h 1161397"/>
              <a:gd name="connsiteX92" fmla="*/ 5960732 w 6884912"/>
              <a:gd name="connsiteY92" fmla="*/ 220708 h 1161397"/>
              <a:gd name="connsiteX93" fmla="*/ 6029542 w 6884912"/>
              <a:gd name="connsiteY93" fmla="*/ 210339 h 1161397"/>
              <a:gd name="connsiteX94" fmla="*/ 6141123 w 6884912"/>
              <a:gd name="connsiteY94" fmla="*/ 159923 h 1161397"/>
              <a:gd name="connsiteX95" fmla="*/ 6290640 w 6884912"/>
              <a:gd name="connsiteY95" fmla="*/ 167441 h 1161397"/>
              <a:gd name="connsiteX96" fmla="*/ 6322806 w 6884912"/>
              <a:gd name="connsiteY96" fmla="*/ 213293 h 1161397"/>
              <a:gd name="connsiteX97" fmla="*/ 6380420 w 6884912"/>
              <a:gd name="connsiteY97" fmla="*/ 173195 h 1161397"/>
              <a:gd name="connsiteX98" fmla="*/ 6507891 w 6884912"/>
              <a:gd name="connsiteY98" fmla="*/ 118474 h 1161397"/>
              <a:gd name="connsiteX99" fmla="*/ 6571807 w 6884912"/>
              <a:gd name="connsiteY99" fmla="*/ 98636 h 1161397"/>
              <a:gd name="connsiteX100" fmla="*/ 6671880 w 6884912"/>
              <a:gd name="connsiteY100" fmla="*/ 82931 h 1161397"/>
              <a:gd name="connsiteX101" fmla="*/ 6702266 w 6884912"/>
              <a:gd name="connsiteY101" fmla="*/ 75470 h 1161397"/>
              <a:gd name="connsiteX102" fmla="*/ 6845802 w 6884912"/>
              <a:gd name="connsiteY102" fmla="*/ 24496 h 1161397"/>
              <a:gd name="connsiteX103" fmla="*/ 6884912 w 6884912"/>
              <a:gd name="connsiteY103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11320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548162 w 6884912"/>
              <a:gd name="connsiteY7" fmla="*/ 984908 h 1161397"/>
              <a:gd name="connsiteX8" fmla="*/ 651408 w 6884912"/>
              <a:gd name="connsiteY8" fmla="*/ 984938 h 1161397"/>
              <a:gd name="connsiteX9" fmla="*/ 723108 w 6884912"/>
              <a:gd name="connsiteY9" fmla="*/ 980081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38051 w 6884912"/>
              <a:gd name="connsiteY15" fmla="*/ 702034 h 1161397"/>
              <a:gd name="connsiteX16" fmla="*/ 1158800 w 6884912"/>
              <a:gd name="connsiteY16" fmla="*/ 700004 h 1161397"/>
              <a:gd name="connsiteX17" fmla="*/ 1166947 w 6884912"/>
              <a:gd name="connsiteY17" fmla="*/ 700762 h 1161397"/>
              <a:gd name="connsiteX18" fmla="*/ 1178135 w 6884912"/>
              <a:gd name="connsiteY18" fmla="*/ 698631 h 1161397"/>
              <a:gd name="connsiteX19" fmla="*/ 1178301 w 6884912"/>
              <a:gd name="connsiteY19" fmla="*/ 698094 h 1161397"/>
              <a:gd name="connsiteX20" fmla="*/ 1188995 w 6884912"/>
              <a:gd name="connsiteY20" fmla="*/ 697048 h 1161397"/>
              <a:gd name="connsiteX21" fmla="*/ 1242716 w 6884912"/>
              <a:gd name="connsiteY21" fmla="*/ 698052 h 1161397"/>
              <a:gd name="connsiteX22" fmla="*/ 1299977 w 6884912"/>
              <a:gd name="connsiteY22" fmla="*/ 639196 h 1161397"/>
              <a:gd name="connsiteX23" fmla="*/ 1326190 w 6884912"/>
              <a:gd name="connsiteY23" fmla="*/ 625955 h 1161397"/>
              <a:gd name="connsiteX24" fmla="*/ 1339600 w 6884912"/>
              <a:gd name="connsiteY24" fmla="*/ 616295 h 1161397"/>
              <a:gd name="connsiteX25" fmla="*/ 1340054 w 6884912"/>
              <a:gd name="connsiteY25" fmla="*/ 614022 h 1161397"/>
              <a:gd name="connsiteX26" fmla="*/ 1391606 w 6884912"/>
              <a:gd name="connsiteY26" fmla="*/ 615229 h 1161397"/>
              <a:gd name="connsiteX27" fmla="*/ 1397565 w 6884912"/>
              <a:gd name="connsiteY27" fmla="*/ 611490 h 1161397"/>
              <a:gd name="connsiteX28" fmla="*/ 1432302 w 6884912"/>
              <a:gd name="connsiteY28" fmla="*/ 617267 h 1161397"/>
              <a:gd name="connsiteX29" fmla="*/ 1449644 w 6884912"/>
              <a:gd name="connsiteY29" fmla="*/ 617591 h 1161397"/>
              <a:gd name="connsiteX30" fmla="*/ 1455793 w 6884912"/>
              <a:gd name="connsiteY30" fmla="*/ 623174 h 1161397"/>
              <a:gd name="connsiteX31" fmla="*/ 1480758 w 6884912"/>
              <a:gd name="connsiteY31" fmla="*/ 620863 h 1161397"/>
              <a:gd name="connsiteX32" fmla="*/ 1483154 w 6884912"/>
              <a:gd name="connsiteY32" fmla="*/ 618527 h 1161397"/>
              <a:gd name="connsiteX33" fmla="*/ 1505495 w 6884912"/>
              <a:gd name="connsiteY33" fmla="*/ 624325 h 1161397"/>
              <a:gd name="connsiteX34" fmla="*/ 1526340 w 6884912"/>
              <a:gd name="connsiteY34" fmla="*/ 638496 h 1161397"/>
              <a:gd name="connsiteX35" fmla="*/ 1731986 w 6884912"/>
              <a:gd name="connsiteY35" fmla="*/ 589682 h 1161397"/>
              <a:gd name="connsiteX36" fmla="*/ 1927935 w 6884912"/>
              <a:gd name="connsiteY36" fmla="*/ 628540 h 1161397"/>
              <a:gd name="connsiteX37" fmla="*/ 2039075 w 6884912"/>
              <a:gd name="connsiteY37" fmla="*/ 599964 h 1161397"/>
              <a:gd name="connsiteX38" fmla="*/ 2066980 w 6884912"/>
              <a:gd name="connsiteY38" fmla="*/ 550413 h 1161397"/>
              <a:gd name="connsiteX39" fmla="*/ 2352236 w 6884912"/>
              <a:gd name="connsiteY39" fmla="*/ 519602 h 1161397"/>
              <a:gd name="connsiteX40" fmla="*/ 2420791 w 6884912"/>
              <a:gd name="connsiteY40" fmla="*/ 492826 h 1161397"/>
              <a:gd name="connsiteX41" fmla="*/ 2489932 w 6884912"/>
              <a:gd name="connsiteY41" fmla="*/ 507864 h 1161397"/>
              <a:gd name="connsiteX42" fmla="*/ 2512917 w 6884912"/>
              <a:gd name="connsiteY42" fmla="*/ 489127 h 1161397"/>
              <a:gd name="connsiteX43" fmla="*/ 2516783 w 6884912"/>
              <a:gd name="connsiteY43" fmla="*/ 485473 h 1161397"/>
              <a:gd name="connsiteX44" fmla="*/ 2534360 w 6884912"/>
              <a:gd name="connsiteY44" fmla="*/ 480064 h 1161397"/>
              <a:gd name="connsiteX45" fmla="*/ 2536691 w 6884912"/>
              <a:gd name="connsiteY45" fmla="*/ 467018 h 1161397"/>
              <a:gd name="connsiteX46" fmla="*/ 2561265 w 6884912"/>
              <a:gd name="connsiteY46" fmla="*/ 450623 h 1161397"/>
              <a:gd name="connsiteX47" fmla="*/ 2594349 w 6884912"/>
              <a:gd name="connsiteY47" fmla="*/ 443884 h 1161397"/>
              <a:gd name="connsiteX48" fmla="*/ 2754324 w 6884912"/>
              <a:gd name="connsiteY48" fmla="*/ 424766 h 1161397"/>
              <a:gd name="connsiteX49" fmla="*/ 2848470 w 6884912"/>
              <a:gd name="connsiteY49" fmla="*/ 405966 h 1161397"/>
              <a:gd name="connsiteX50" fmla="*/ 2881772 w 6884912"/>
              <a:gd name="connsiteY50" fmla="*/ 387260 h 1161397"/>
              <a:gd name="connsiteX51" fmla="*/ 2929932 w 6884912"/>
              <a:gd name="connsiteY51" fmla="*/ 368912 h 1161397"/>
              <a:gd name="connsiteX52" fmla="*/ 3013020 w 6884912"/>
              <a:gd name="connsiteY52" fmla="*/ 327578 h 1161397"/>
              <a:gd name="connsiteX53" fmla="*/ 3222191 w 6884912"/>
              <a:gd name="connsiteY53" fmla="*/ 307887 h 1161397"/>
              <a:gd name="connsiteX54" fmla="*/ 3227953 w 6884912"/>
              <a:gd name="connsiteY54" fmla="*/ 297650 h 1161397"/>
              <a:gd name="connsiteX55" fmla="*/ 3510042 w 6884912"/>
              <a:gd name="connsiteY55" fmla="*/ 311820 h 1161397"/>
              <a:gd name="connsiteX56" fmla="*/ 3626773 w 6884912"/>
              <a:gd name="connsiteY56" fmla="*/ 290452 h 1161397"/>
              <a:gd name="connsiteX57" fmla="*/ 3666217 w 6884912"/>
              <a:gd name="connsiteY57" fmla="*/ 273255 h 1161397"/>
              <a:gd name="connsiteX58" fmla="*/ 3732427 w 6884912"/>
              <a:gd name="connsiteY58" fmla="*/ 245039 h 1161397"/>
              <a:gd name="connsiteX59" fmla="*/ 3777022 w 6884912"/>
              <a:gd name="connsiteY59" fmla="*/ 200276 h 1161397"/>
              <a:gd name="connsiteX60" fmla="*/ 3791246 w 6884912"/>
              <a:gd name="connsiteY60" fmla="*/ 189996 h 1161397"/>
              <a:gd name="connsiteX61" fmla="*/ 3819864 w 6884912"/>
              <a:gd name="connsiteY61" fmla="*/ 194605 h 1161397"/>
              <a:gd name="connsiteX62" fmla="*/ 3830398 w 6884912"/>
              <a:gd name="connsiteY62" fmla="*/ 188383 h 1161397"/>
              <a:gd name="connsiteX63" fmla="*/ 3834360 w 6884912"/>
              <a:gd name="connsiteY63" fmla="*/ 188992 h 1161397"/>
              <a:gd name="connsiteX64" fmla="*/ 3843715 w 6884912"/>
              <a:gd name="connsiteY64" fmla="*/ 188752 h 1161397"/>
              <a:gd name="connsiteX65" fmla="*/ 3842609 w 6884912"/>
              <a:gd name="connsiteY65" fmla="*/ 197386 h 1161397"/>
              <a:gd name="connsiteX66" fmla="*/ 3853961 w 6884912"/>
              <a:gd name="connsiteY66" fmla="*/ 213380 h 1161397"/>
              <a:gd name="connsiteX67" fmla="*/ 3907640 w 6884912"/>
              <a:gd name="connsiteY67" fmla="*/ 207568 h 1161397"/>
              <a:gd name="connsiteX68" fmla="*/ 3910449 w 6884912"/>
              <a:gd name="connsiteY68" fmla="*/ 197808 h 1161397"/>
              <a:gd name="connsiteX69" fmla="*/ 3917197 w 6884912"/>
              <a:gd name="connsiteY69" fmla="*/ 196121 h 1161397"/>
              <a:gd name="connsiteX70" fmla="*/ 3922400 w 6884912"/>
              <a:gd name="connsiteY70" fmla="*/ 205056 h 1161397"/>
              <a:gd name="connsiteX71" fmla="*/ 4013061 w 6884912"/>
              <a:gd name="connsiteY71" fmla="*/ 224874 h 1161397"/>
              <a:gd name="connsiteX72" fmla="*/ 4220717 w 6884912"/>
              <a:gd name="connsiteY72" fmla="*/ 192946 h 1161397"/>
              <a:gd name="connsiteX73" fmla="*/ 4228802 w 6884912"/>
              <a:gd name="connsiteY73" fmla="*/ 201468 h 1161397"/>
              <a:gd name="connsiteX74" fmla="*/ 4289361 w 6884912"/>
              <a:gd name="connsiteY74" fmla="*/ 196642 h 1161397"/>
              <a:gd name="connsiteX75" fmla="*/ 4498913 w 6884912"/>
              <a:gd name="connsiteY75" fmla="*/ 118915 h 1161397"/>
              <a:gd name="connsiteX76" fmla="*/ 4617330 w 6884912"/>
              <a:gd name="connsiteY76" fmla="*/ 111163 h 1161397"/>
              <a:gd name="connsiteX77" fmla="*/ 4659778 w 6884912"/>
              <a:gd name="connsiteY77" fmla="*/ 118219 h 1161397"/>
              <a:gd name="connsiteX78" fmla="*/ 4730870 w 6884912"/>
              <a:gd name="connsiteY78" fmla="*/ 129432 h 1161397"/>
              <a:gd name="connsiteX79" fmla="*/ 4844073 w 6884912"/>
              <a:gd name="connsiteY79" fmla="*/ 161768 h 1161397"/>
              <a:gd name="connsiteX80" fmla="*/ 4856454 w 6884912"/>
              <a:gd name="connsiteY80" fmla="*/ 130488 h 1161397"/>
              <a:gd name="connsiteX81" fmla="*/ 4920038 w 6884912"/>
              <a:gd name="connsiteY81" fmla="*/ 140418 h 1161397"/>
              <a:gd name="connsiteX82" fmla="*/ 5016639 w 6884912"/>
              <a:gd name="connsiteY82" fmla="*/ 158905 h 1161397"/>
              <a:gd name="connsiteX83" fmla="*/ 5072009 w 6884912"/>
              <a:gd name="connsiteY83" fmla="*/ 161502 h 1161397"/>
              <a:gd name="connsiteX84" fmla="*/ 5223626 w 6884912"/>
              <a:gd name="connsiteY84" fmla="*/ 177356 h 1161397"/>
              <a:gd name="connsiteX85" fmla="*/ 5375773 w 6884912"/>
              <a:gd name="connsiteY85" fmla="*/ 199913 h 1161397"/>
              <a:gd name="connsiteX86" fmla="*/ 5467502 w 6884912"/>
              <a:gd name="connsiteY86" fmla="*/ 250963 h 1161397"/>
              <a:gd name="connsiteX87" fmla="*/ 5592395 w 6884912"/>
              <a:gd name="connsiteY87" fmla="*/ 265434 h 1161397"/>
              <a:gd name="connsiteX88" fmla="*/ 5613532 w 6884912"/>
              <a:gd name="connsiteY88" fmla="*/ 273379 h 1161397"/>
              <a:gd name="connsiteX89" fmla="*/ 5642173 w 6884912"/>
              <a:gd name="connsiteY89" fmla="*/ 266904 h 1161397"/>
              <a:gd name="connsiteX90" fmla="*/ 5756910 w 6884912"/>
              <a:gd name="connsiteY90" fmla="*/ 239211 h 1161397"/>
              <a:gd name="connsiteX91" fmla="*/ 5846667 w 6884912"/>
              <a:gd name="connsiteY91" fmla="*/ 201786 h 1161397"/>
              <a:gd name="connsiteX92" fmla="*/ 5960732 w 6884912"/>
              <a:gd name="connsiteY92" fmla="*/ 220708 h 1161397"/>
              <a:gd name="connsiteX93" fmla="*/ 6029542 w 6884912"/>
              <a:gd name="connsiteY93" fmla="*/ 210339 h 1161397"/>
              <a:gd name="connsiteX94" fmla="*/ 6141123 w 6884912"/>
              <a:gd name="connsiteY94" fmla="*/ 159923 h 1161397"/>
              <a:gd name="connsiteX95" fmla="*/ 6290640 w 6884912"/>
              <a:gd name="connsiteY95" fmla="*/ 167441 h 1161397"/>
              <a:gd name="connsiteX96" fmla="*/ 6322806 w 6884912"/>
              <a:gd name="connsiteY96" fmla="*/ 213293 h 1161397"/>
              <a:gd name="connsiteX97" fmla="*/ 6380420 w 6884912"/>
              <a:gd name="connsiteY97" fmla="*/ 173195 h 1161397"/>
              <a:gd name="connsiteX98" fmla="*/ 6507891 w 6884912"/>
              <a:gd name="connsiteY98" fmla="*/ 118474 h 1161397"/>
              <a:gd name="connsiteX99" fmla="*/ 6571807 w 6884912"/>
              <a:gd name="connsiteY99" fmla="*/ 98636 h 1161397"/>
              <a:gd name="connsiteX100" fmla="*/ 6671880 w 6884912"/>
              <a:gd name="connsiteY100" fmla="*/ 82931 h 1161397"/>
              <a:gd name="connsiteX101" fmla="*/ 6702266 w 6884912"/>
              <a:gd name="connsiteY101" fmla="*/ 75470 h 1161397"/>
              <a:gd name="connsiteX102" fmla="*/ 6845802 w 6884912"/>
              <a:gd name="connsiteY102" fmla="*/ 24496 h 1161397"/>
              <a:gd name="connsiteX103" fmla="*/ 6884912 w 6884912"/>
              <a:gd name="connsiteY103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11320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548162 w 6884912"/>
              <a:gd name="connsiteY7" fmla="*/ 984908 h 1161397"/>
              <a:gd name="connsiteX8" fmla="*/ 651408 w 6884912"/>
              <a:gd name="connsiteY8" fmla="*/ 984938 h 1161397"/>
              <a:gd name="connsiteX9" fmla="*/ 723108 w 6884912"/>
              <a:gd name="connsiteY9" fmla="*/ 941904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38051 w 6884912"/>
              <a:gd name="connsiteY15" fmla="*/ 702034 h 1161397"/>
              <a:gd name="connsiteX16" fmla="*/ 1158800 w 6884912"/>
              <a:gd name="connsiteY16" fmla="*/ 700004 h 1161397"/>
              <a:gd name="connsiteX17" fmla="*/ 1166947 w 6884912"/>
              <a:gd name="connsiteY17" fmla="*/ 700762 h 1161397"/>
              <a:gd name="connsiteX18" fmla="*/ 1178135 w 6884912"/>
              <a:gd name="connsiteY18" fmla="*/ 698631 h 1161397"/>
              <a:gd name="connsiteX19" fmla="*/ 1178301 w 6884912"/>
              <a:gd name="connsiteY19" fmla="*/ 698094 h 1161397"/>
              <a:gd name="connsiteX20" fmla="*/ 1188995 w 6884912"/>
              <a:gd name="connsiteY20" fmla="*/ 697048 h 1161397"/>
              <a:gd name="connsiteX21" fmla="*/ 1242716 w 6884912"/>
              <a:gd name="connsiteY21" fmla="*/ 698052 h 1161397"/>
              <a:gd name="connsiteX22" fmla="*/ 1299977 w 6884912"/>
              <a:gd name="connsiteY22" fmla="*/ 639196 h 1161397"/>
              <a:gd name="connsiteX23" fmla="*/ 1326190 w 6884912"/>
              <a:gd name="connsiteY23" fmla="*/ 625955 h 1161397"/>
              <a:gd name="connsiteX24" fmla="*/ 1339600 w 6884912"/>
              <a:gd name="connsiteY24" fmla="*/ 616295 h 1161397"/>
              <a:gd name="connsiteX25" fmla="*/ 1340054 w 6884912"/>
              <a:gd name="connsiteY25" fmla="*/ 614022 h 1161397"/>
              <a:gd name="connsiteX26" fmla="*/ 1391606 w 6884912"/>
              <a:gd name="connsiteY26" fmla="*/ 615229 h 1161397"/>
              <a:gd name="connsiteX27" fmla="*/ 1397565 w 6884912"/>
              <a:gd name="connsiteY27" fmla="*/ 611490 h 1161397"/>
              <a:gd name="connsiteX28" fmla="*/ 1432302 w 6884912"/>
              <a:gd name="connsiteY28" fmla="*/ 617267 h 1161397"/>
              <a:gd name="connsiteX29" fmla="*/ 1449644 w 6884912"/>
              <a:gd name="connsiteY29" fmla="*/ 617591 h 1161397"/>
              <a:gd name="connsiteX30" fmla="*/ 1455793 w 6884912"/>
              <a:gd name="connsiteY30" fmla="*/ 623174 h 1161397"/>
              <a:gd name="connsiteX31" fmla="*/ 1480758 w 6884912"/>
              <a:gd name="connsiteY31" fmla="*/ 620863 h 1161397"/>
              <a:gd name="connsiteX32" fmla="*/ 1483154 w 6884912"/>
              <a:gd name="connsiteY32" fmla="*/ 618527 h 1161397"/>
              <a:gd name="connsiteX33" fmla="*/ 1505495 w 6884912"/>
              <a:gd name="connsiteY33" fmla="*/ 624325 h 1161397"/>
              <a:gd name="connsiteX34" fmla="*/ 1526340 w 6884912"/>
              <a:gd name="connsiteY34" fmla="*/ 638496 h 1161397"/>
              <a:gd name="connsiteX35" fmla="*/ 1731986 w 6884912"/>
              <a:gd name="connsiteY35" fmla="*/ 589682 h 1161397"/>
              <a:gd name="connsiteX36" fmla="*/ 1927935 w 6884912"/>
              <a:gd name="connsiteY36" fmla="*/ 628540 h 1161397"/>
              <a:gd name="connsiteX37" fmla="*/ 2039075 w 6884912"/>
              <a:gd name="connsiteY37" fmla="*/ 599964 h 1161397"/>
              <a:gd name="connsiteX38" fmla="*/ 2066980 w 6884912"/>
              <a:gd name="connsiteY38" fmla="*/ 550413 h 1161397"/>
              <a:gd name="connsiteX39" fmla="*/ 2352236 w 6884912"/>
              <a:gd name="connsiteY39" fmla="*/ 519602 h 1161397"/>
              <a:gd name="connsiteX40" fmla="*/ 2420791 w 6884912"/>
              <a:gd name="connsiteY40" fmla="*/ 492826 h 1161397"/>
              <a:gd name="connsiteX41" fmla="*/ 2489932 w 6884912"/>
              <a:gd name="connsiteY41" fmla="*/ 507864 h 1161397"/>
              <a:gd name="connsiteX42" fmla="*/ 2512917 w 6884912"/>
              <a:gd name="connsiteY42" fmla="*/ 489127 h 1161397"/>
              <a:gd name="connsiteX43" fmla="*/ 2516783 w 6884912"/>
              <a:gd name="connsiteY43" fmla="*/ 485473 h 1161397"/>
              <a:gd name="connsiteX44" fmla="*/ 2534360 w 6884912"/>
              <a:gd name="connsiteY44" fmla="*/ 480064 h 1161397"/>
              <a:gd name="connsiteX45" fmla="*/ 2536691 w 6884912"/>
              <a:gd name="connsiteY45" fmla="*/ 467018 h 1161397"/>
              <a:gd name="connsiteX46" fmla="*/ 2561265 w 6884912"/>
              <a:gd name="connsiteY46" fmla="*/ 450623 h 1161397"/>
              <a:gd name="connsiteX47" fmla="*/ 2594349 w 6884912"/>
              <a:gd name="connsiteY47" fmla="*/ 443884 h 1161397"/>
              <a:gd name="connsiteX48" fmla="*/ 2754324 w 6884912"/>
              <a:gd name="connsiteY48" fmla="*/ 424766 h 1161397"/>
              <a:gd name="connsiteX49" fmla="*/ 2848470 w 6884912"/>
              <a:gd name="connsiteY49" fmla="*/ 405966 h 1161397"/>
              <a:gd name="connsiteX50" fmla="*/ 2881772 w 6884912"/>
              <a:gd name="connsiteY50" fmla="*/ 387260 h 1161397"/>
              <a:gd name="connsiteX51" fmla="*/ 2929932 w 6884912"/>
              <a:gd name="connsiteY51" fmla="*/ 368912 h 1161397"/>
              <a:gd name="connsiteX52" fmla="*/ 3013020 w 6884912"/>
              <a:gd name="connsiteY52" fmla="*/ 327578 h 1161397"/>
              <a:gd name="connsiteX53" fmla="*/ 3222191 w 6884912"/>
              <a:gd name="connsiteY53" fmla="*/ 307887 h 1161397"/>
              <a:gd name="connsiteX54" fmla="*/ 3227953 w 6884912"/>
              <a:gd name="connsiteY54" fmla="*/ 297650 h 1161397"/>
              <a:gd name="connsiteX55" fmla="*/ 3510042 w 6884912"/>
              <a:gd name="connsiteY55" fmla="*/ 311820 h 1161397"/>
              <a:gd name="connsiteX56" fmla="*/ 3626773 w 6884912"/>
              <a:gd name="connsiteY56" fmla="*/ 290452 h 1161397"/>
              <a:gd name="connsiteX57" fmla="*/ 3666217 w 6884912"/>
              <a:gd name="connsiteY57" fmla="*/ 273255 h 1161397"/>
              <a:gd name="connsiteX58" fmla="*/ 3732427 w 6884912"/>
              <a:gd name="connsiteY58" fmla="*/ 245039 h 1161397"/>
              <a:gd name="connsiteX59" fmla="*/ 3777022 w 6884912"/>
              <a:gd name="connsiteY59" fmla="*/ 200276 h 1161397"/>
              <a:gd name="connsiteX60" fmla="*/ 3791246 w 6884912"/>
              <a:gd name="connsiteY60" fmla="*/ 189996 h 1161397"/>
              <a:gd name="connsiteX61" fmla="*/ 3819864 w 6884912"/>
              <a:gd name="connsiteY61" fmla="*/ 194605 h 1161397"/>
              <a:gd name="connsiteX62" fmla="*/ 3830398 w 6884912"/>
              <a:gd name="connsiteY62" fmla="*/ 188383 h 1161397"/>
              <a:gd name="connsiteX63" fmla="*/ 3834360 w 6884912"/>
              <a:gd name="connsiteY63" fmla="*/ 188992 h 1161397"/>
              <a:gd name="connsiteX64" fmla="*/ 3843715 w 6884912"/>
              <a:gd name="connsiteY64" fmla="*/ 188752 h 1161397"/>
              <a:gd name="connsiteX65" fmla="*/ 3842609 w 6884912"/>
              <a:gd name="connsiteY65" fmla="*/ 197386 h 1161397"/>
              <a:gd name="connsiteX66" fmla="*/ 3853961 w 6884912"/>
              <a:gd name="connsiteY66" fmla="*/ 213380 h 1161397"/>
              <a:gd name="connsiteX67" fmla="*/ 3907640 w 6884912"/>
              <a:gd name="connsiteY67" fmla="*/ 207568 h 1161397"/>
              <a:gd name="connsiteX68" fmla="*/ 3910449 w 6884912"/>
              <a:gd name="connsiteY68" fmla="*/ 197808 h 1161397"/>
              <a:gd name="connsiteX69" fmla="*/ 3917197 w 6884912"/>
              <a:gd name="connsiteY69" fmla="*/ 196121 h 1161397"/>
              <a:gd name="connsiteX70" fmla="*/ 3922400 w 6884912"/>
              <a:gd name="connsiteY70" fmla="*/ 205056 h 1161397"/>
              <a:gd name="connsiteX71" fmla="*/ 4013061 w 6884912"/>
              <a:gd name="connsiteY71" fmla="*/ 224874 h 1161397"/>
              <a:gd name="connsiteX72" fmla="*/ 4220717 w 6884912"/>
              <a:gd name="connsiteY72" fmla="*/ 192946 h 1161397"/>
              <a:gd name="connsiteX73" fmla="*/ 4228802 w 6884912"/>
              <a:gd name="connsiteY73" fmla="*/ 201468 h 1161397"/>
              <a:gd name="connsiteX74" fmla="*/ 4289361 w 6884912"/>
              <a:gd name="connsiteY74" fmla="*/ 196642 h 1161397"/>
              <a:gd name="connsiteX75" fmla="*/ 4498913 w 6884912"/>
              <a:gd name="connsiteY75" fmla="*/ 118915 h 1161397"/>
              <a:gd name="connsiteX76" fmla="*/ 4617330 w 6884912"/>
              <a:gd name="connsiteY76" fmla="*/ 111163 h 1161397"/>
              <a:gd name="connsiteX77" fmla="*/ 4659778 w 6884912"/>
              <a:gd name="connsiteY77" fmla="*/ 118219 h 1161397"/>
              <a:gd name="connsiteX78" fmla="*/ 4730870 w 6884912"/>
              <a:gd name="connsiteY78" fmla="*/ 129432 h 1161397"/>
              <a:gd name="connsiteX79" fmla="*/ 4844073 w 6884912"/>
              <a:gd name="connsiteY79" fmla="*/ 161768 h 1161397"/>
              <a:gd name="connsiteX80" fmla="*/ 4856454 w 6884912"/>
              <a:gd name="connsiteY80" fmla="*/ 130488 h 1161397"/>
              <a:gd name="connsiteX81" fmla="*/ 4920038 w 6884912"/>
              <a:gd name="connsiteY81" fmla="*/ 140418 h 1161397"/>
              <a:gd name="connsiteX82" fmla="*/ 5016639 w 6884912"/>
              <a:gd name="connsiteY82" fmla="*/ 158905 h 1161397"/>
              <a:gd name="connsiteX83" fmla="*/ 5072009 w 6884912"/>
              <a:gd name="connsiteY83" fmla="*/ 161502 h 1161397"/>
              <a:gd name="connsiteX84" fmla="*/ 5223626 w 6884912"/>
              <a:gd name="connsiteY84" fmla="*/ 177356 h 1161397"/>
              <a:gd name="connsiteX85" fmla="*/ 5375773 w 6884912"/>
              <a:gd name="connsiteY85" fmla="*/ 199913 h 1161397"/>
              <a:gd name="connsiteX86" fmla="*/ 5467502 w 6884912"/>
              <a:gd name="connsiteY86" fmla="*/ 250963 h 1161397"/>
              <a:gd name="connsiteX87" fmla="*/ 5592395 w 6884912"/>
              <a:gd name="connsiteY87" fmla="*/ 265434 h 1161397"/>
              <a:gd name="connsiteX88" fmla="*/ 5613532 w 6884912"/>
              <a:gd name="connsiteY88" fmla="*/ 273379 h 1161397"/>
              <a:gd name="connsiteX89" fmla="*/ 5642173 w 6884912"/>
              <a:gd name="connsiteY89" fmla="*/ 266904 h 1161397"/>
              <a:gd name="connsiteX90" fmla="*/ 5756910 w 6884912"/>
              <a:gd name="connsiteY90" fmla="*/ 239211 h 1161397"/>
              <a:gd name="connsiteX91" fmla="*/ 5846667 w 6884912"/>
              <a:gd name="connsiteY91" fmla="*/ 201786 h 1161397"/>
              <a:gd name="connsiteX92" fmla="*/ 5960732 w 6884912"/>
              <a:gd name="connsiteY92" fmla="*/ 220708 h 1161397"/>
              <a:gd name="connsiteX93" fmla="*/ 6029542 w 6884912"/>
              <a:gd name="connsiteY93" fmla="*/ 210339 h 1161397"/>
              <a:gd name="connsiteX94" fmla="*/ 6141123 w 6884912"/>
              <a:gd name="connsiteY94" fmla="*/ 159923 h 1161397"/>
              <a:gd name="connsiteX95" fmla="*/ 6290640 w 6884912"/>
              <a:gd name="connsiteY95" fmla="*/ 167441 h 1161397"/>
              <a:gd name="connsiteX96" fmla="*/ 6322806 w 6884912"/>
              <a:gd name="connsiteY96" fmla="*/ 213293 h 1161397"/>
              <a:gd name="connsiteX97" fmla="*/ 6380420 w 6884912"/>
              <a:gd name="connsiteY97" fmla="*/ 173195 h 1161397"/>
              <a:gd name="connsiteX98" fmla="*/ 6507891 w 6884912"/>
              <a:gd name="connsiteY98" fmla="*/ 118474 h 1161397"/>
              <a:gd name="connsiteX99" fmla="*/ 6571807 w 6884912"/>
              <a:gd name="connsiteY99" fmla="*/ 98636 h 1161397"/>
              <a:gd name="connsiteX100" fmla="*/ 6671880 w 6884912"/>
              <a:gd name="connsiteY100" fmla="*/ 82931 h 1161397"/>
              <a:gd name="connsiteX101" fmla="*/ 6702266 w 6884912"/>
              <a:gd name="connsiteY101" fmla="*/ 75470 h 1161397"/>
              <a:gd name="connsiteX102" fmla="*/ 6845802 w 6884912"/>
              <a:gd name="connsiteY102" fmla="*/ 24496 h 1161397"/>
              <a:gd name="connsiteX103" fmla="*/ 6884912 w 6884912"/>
              <a:gd name="connsiteY103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11320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548162 w 6884912"/>
              <a:gd name="connsiteY7" fmla="*/ 984908 h 1161397"/>
              <a:gd name="connsiteX8" fmla="*/ 651408 w 6884912"/>
              <a:gd name="connsiteY8" fmla="*/ 984938 h 1161397"/>
              <a:gd name="connsiteX9" fmla="*/ 723108 w 6884912"/>
              <a:gd name="connsiteY9" fmla="*/ 941904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38051 w 6884912"/>
              <a:gd name="connsiteY15" fmla="*/ 702034 h 1161397"/>
              <a:gd name="connsiteX16" fmla="*/ 1158800 w 6884912"/>
              <a:gd name="connsiteY16" fmla="*/ 700004 h 1161397"/>
              <a:gd name="connsiteX17" fmla="*/ 1166947 w 6884912"/>
              <a:gd name="connsiteY17" fmla="*/ 700762 h 1161397"/>
              <a:gd name="connsiteX18" fmla="*/ 1178135 w 6884912"/>
              <a:gd name="connsiteY18" fmla="*/ 698631 h 1161397"/>
              <a:gd name="connsiteX19" fmla="*/ 1178301 w 6884912"/>
              <a:gd name="connsiteY19" fmla="*/ 698094 h 1161397"/>
              <a:gd name="connsiteX20" fmla="*/ 1242716 w 6884912"/>
              <a:gd name="connsiteY20" fmla="*/ 698052 h 1161397"/>
              <a:gd name="connsiteX21" fmla="*/ 1299977 w 6884912"/>
              <a:gd name="connsiteY21" fmla="*/ 639196 h 1161397"/>
              <a:gd name="connsiteX22" fmla="*/ 1326190 w 6884912"/>
              <a:gd name="connsiteY22" fmla="*/ 625955 h 1161397"/>
              <a:gd name="connsiteX23" fmla="*/ 1339600 w 6884912"/>
              <a:gd name="connsiteY23" fmla="*/ 616295 h 1161397"/>
              <a:gd name="connsiteX24" fmla="*/ 1340054 w 6884912"/>
              <a:gd name="connsiteY24" fmla="*/ 614022 h 1161397"/>
              <a:gd name="connsiteX25" fmla="*/ 1391606 w 6884912"/>
              <a:gd name="connsiteY25" fmla="*/ 615229 h 1161397"/>
              <a:gd name="connsiteX26" fmla="*/ 1397565 w 6884912"/>
              <a:gd name="connsiteY26" fmla="*/ 611490 h 1161397"/>
              <a:gd name="connsiteX27" fmla="*/ 1432302 w 6884912"/>
              <a:gd name="connsiteY27" fmla="*/ 617267 h 1161397"/>
              <a:gd name="connsiteX28" fmla="*/ 1449644 w 6884912"/>
              <a:gd name="connsiteY28" fmla="*/ 617591 h 1161397"/>
              <a:gd name="connsiteX29" fmla="*/ 1455793 w 6884912"/>
              <a:gd name="connsiteY29" fmla="*/ 623174 h 1161397"/>
              <a:gd name="connsiteX30" fmla="*/ 1480758 w 6884912"/>
              <a:gd name="connsiteY30" fmla="*/ 620863 h 1161397"/>
              <a:gd name="connsiteX31" fmla="*/ 1483154 w 6884912"/>
              <a:gd name="connsiteY31" fmla="*/ 618527 h 1161397"/>
              <a:gd name="connsiteX32" fmla="*/ 1505495 w 6884912"/>
              <a:gd name="connsiteY32" fmla="*/ 624325 h 1161397"/>
              <a:gd name="connsiteX33" fmla="*/ 1526340 w 6884912"/>
              <a:gd name="connsiteY33" fmla="*/ 638496 h 1161397"/>
              <a:gd name="connsiteX34" fmla="*/ 1731986 w 6884912"/>
              <a:gd name="connsiteY34" fmla="*/ 589682 h 1161397"/>
              <a:gd name="connsiteX35" fmla="*/ 1927935 w 6884912"/>
              <a:gd name="connsiteY35" fmla="*/ 628540 h 1161397"/>
              <a:gd name="connsiteX36" fmla="*/ 2039075 w 6884912"/>
              <a:gd name="connsiteY36" fmla="*/ 599964 h 1161397"/>
              <a:gd name="connsiteX37" fmla="*/ 2066980 w 6884912"/>
              <a:gd name="connsiteY37" fmla="*/ 550413 h 1161397"/>
              <a:gd name="connsiteX38" fmla="*/ 2352236 w 6884912"/>
              <a:gd name="connsiteY38" fmla="*/ 519602 h 1161397"/>
              <a:gd name="connsiteX39" fmla="*/ 2420791 w 6884912"/>
              <a:gd name="connsiteY39" fmla="*/ 492826 h 1161397"/>
              <a:gd name="connsiteX40" fmla="*/ 2489932 w 6884912"/>
              <a:gd name="connsiteY40" fmla="*/ 507864 h 1161397"/>
              <a:gd name="connsiteX41" fmla="*/ 2512917 w 6884912"/>
              <a:gd name="connsiteY41" fmla="*/ 489127 h 1161397"/>
              <a:gd name="connsiteX42" fmla="*/ 2516783 w 6884912"/>
              <a:gd name="connsiteY42" fmla="*/ 485473 h 1161397"/>
              <a:gd name="connsiteX43" fmla="*/ 2534360 w 6884912"/>
              <a:gd name="connsiteY43" fmla="*/ 480064 h 1161397"/>
              <a:gd name="connsiteX44" fmla="*/ 2536691 w 6884912"/>
              <a:gd name="connsiteY44" fmla="*/ 467018 h 1161397"/>
              <a:gd name="connsiteX45" fmla="*/ 2561265 w 6884912"/>
              <a:gd name="connsiteY45" fmla="*/ 450623 h 1161397"/>
              <a:gd name="connsiteX46" fmla="*/ 2594349 w 6884912"/>
              <a:gd name="connsiteY46" fmla="*/ 443884 h 1161397"/>
              <a:gd name="connsiteX47" fmla="*/ 2754324 w 6884912"/>
              <a:gd name="connsiteY47" fmla="*/ 424766 h 1161397"/>
              <a:gd name="connsiteX48" fmla="*/ 2848470 w 6884912"/>
              <a:gd name="connsiteY48" fmla="*/ 405966 h 1161397"/>
              <a:gd name="connsiteX49" fmla="*/ 2881772 w 6884912"/>
              <a:gd name="connsiteY49" fmla="*/ 387260 h 1161397"/>
              <a:gd name="connsiteX50" fmla="*/ 2929932 w 6884912"/>
              <a:gd name="connsiteY50" fmla="*/ 368912 h 1161397"/>
              <a:gd name="connsiteX51" fmla="*/ 3013020 w 6884912"/>
              <a:gd name="connsiteY51" fmla="*/ 327578 h 1161397"/>
              <a:gd name="connsiteX52" fmla="*/ 3222191 w 6884912"/>
              <a:gd name="connsiteY52" fmla="*/ 307887 h 1161397"/>
              <a:gd name="connsiteX53" fmla="*/ 3227953 w 6884912"/>
              <a:gd name="connsiteY53" fmla="*/ 297650 h 1161397"/>
              <a:gd name="connsiteX54" fmla="*/ 3510042 w 6884912"/>
              <a:gd name="connsiteY54" fmla="*/ 311820 h 1161397"/>
              <a:gd name="connsiteX55" fmla="*/ 3626773 w 6884912"/>
              <a:gd name="connsiteY55" fmla="*/ 290452 h 1161397"/>
              <a:gd name="connsiteX56" fmla="*/ 3666217 w 6884912"/>
              <a:gd name="connsiteY56" fmla="*/ 273255 h 1161397"/>
              <a:gd name="connsiteX57" fmla="*/ 3732427 w 6884912"/>
              <a:gd name="connsiteY57" fmla="*/ 245039 h 1161397"/>
              <a:gd name="connsiteX58" fmla="*/ 3777022 w 6884912"/>
              <a:gd name="connsiteY58" fmla="*/ 200276 h 1161397"/>
              <a:gd name="connsiteX59" fmla="*/ 3791246 w 6884912"/>
              <a:gd name="connsiteY59" fmla="*/ 189996 h 1161397"/>
              <a:gd name="connsiteX60" fmla="*/ 3819864 w 6884912"/>
              <a:gd name="connsiteY60" fmla="*/ 194605 h 1161397"/>
              <a:gd name="connsiteX61" fmla="*/ 3830398 w 6884912"/>
              <a:gd name="connsiteY61" fmla="*/ 188383 h 1161397"/>
              <a:gd name="connsiteX62" fmla="*/ 3834360 w 6884912"/>
              <a:gd name="connsiteY62" fmla="*/ 188992 h 1161397"/>
              <a:gd name="connsiteX63" fmla="*/ 3843715 w 6884912"/>
              <a:gd name="connsiteY63" fmla="*/ 188752 h 1161397"/>
              <a:gd name="connsiteX64" fmla="*/ 3842609 w 6884912"/>
              <a:gd name="connsiteY64" fmla="*/ 197386 h 1161397"/>
              <a:gd name="connsiteX65" fmla="*/ 3853961 w 6884912"/>
              <a:gd name="connsiteY65" fmla="*/ 213380 h 1161397"/>
              <a:gd name="connsiteX66" fmla="*/ 3907640 w 6884912"/>
              <a:gd name="connsiteY66" fmla="*/ 207568 h 1161397"/>
              <a:gd name="connsiteX67" fmla="*/ 3910449 w 6884912"/>
              <a:gd name="connsiteY67" fmla="*/ 197808 h 1161397"/>
              <a:gd name="connsiteX68" fmla="*/ 3917197 w 6884912"/>
              <a:gd name="connsiteY68" fmla="*/ 196121 h 1161397"/>
              <a:gd name="connsiteX69" fmla="*/ 3922400 w 6884912"/>
              <a:gd name="connsiteY69" fmla="*/ 205056 h 1161397"/>
              <a:gd name="connsiteX70" fmla="*/ 4013061 w 6884912"/>
              <a:gd name="connsiteY70" fmla="*/ 224874 h 1161397"/>
              <a:gd name="connsiteX71" fmla="*/ 4220717 w 6884912"/>
              <a:gd name="connsiteY71" fmla="*/ 192946 h 1161397"/>
              <a:gd name="connsiteX72" fmla="*/ 4228802 w 6884912"/>
              <a:gd name="connsiteY72" fmla="*/ 201468 h 1161397"/>
              <a:gd name="connsiteX73" fmla="*/ 4289361 w 6884912"/>
              <a:gd name="connsiteY73" fmla="*/ 196642 h 1161397"/>
              <a:gd name="connsiteX74" fmla="*/ 4498913 w 6884912"/>
              <a:gd name="connsiteY74" fmla="*/ 118915 h 1161397"/>
              <a:gd name="connsiteX75" fmla="*/ 4617330 w 6884912"/>
              <a:gd name="connsiteY75" fmla="*/ 111163 h 1161397"/>
              <a:gd name="connsiteX76" fmla="*/ 4659778 w 6884912"/>
              <a:gd name="connsiteY76" fmla="*/ 118219 h 1161397"/>
              <a:gd name="connsiteX77" fmla="*/ 4730870 w 6884912"/>
              <a:gd name="connsiteY77" fmla="*/ 129432 h 1161397"/>
              <a:gd name="connsiteX78" fmla="*/ 4844073 w 6884912"/>
              <a:gd name="connsiteY78" fmla="*/ 161768 h 1161397"/>
              <a:gd name="connsiteX79" fmla="*/ 4856454 w 6884912"/>
              <a:gd name="connsiteY79" fmla="*/ 130488 h 1161397"/>
              <a:gd name="connsiteX80" fmla="*/ 4920038 w 6884912"/>
              <a:gd name="connsiteY80" fmla="*/ 140418 h 1161397"/>
              <a:gd name="connsiteX81" fmla="*/ 5016639 w 6884912"/>
              <a:gd name="connsiteY81" fmla="*/ 158905 h 1161397"/>
              <a:gd name="connsiteX82" fmla="*/ 5072009 w 6884912"/>
              <a:gd name="connsiteY82" fmla="*/ 161502 h 1161397"/>
              <a:gd name="connsiteX83" fmla="*/ 5223626 w 6884912"/>
              <a:gd name="connsiteY83" fmla="*/ 177356 h 1161397"/>
              <a:gd name="connsiteX84" fmla="*/ 5375773 w 6884912"/>
              <a:gd name="connsiteY84" fmla="*/ 199913 h 1161397"/>
              <a:gd name="connsiteX85" fmla="*/ 5467502 w 6884912"/>
              <a:gd name="connsiteY85" fmla="*/ 250963 h 1161397"/>
              <a:gd name="connsiteX86" fmla="*/ 5592395 w 6884912"/>
              <a:gd name="connsiteY86" fmla="*/ 265434 h 1161397"/>
              <a:gd name="connsiteX87" fmla="*/ 5613532 w 6884912"/>
              <a:gd name="connsiteY87" fmla="*/ 273379 h 1161397"/>
              <a:gd name="connsiteX88" fmla="*/ 5642173 w 6884912"/>
              <a:gd name="connsiteY88" fmla="*/ 266904 h 1161397"/>
              <a:gd name="connsiteX89" fmla="*/ 5756910 w 6884912"/>
              <a:gd name="connsiteY89" fmla="*/ 239211 h 1161397"/>
              <a:gd name="connsiteX90" fmla="*/ 5846667 w 6884912"/>
              <a:gd name="connsiteY90" fmla="*/ 201786 h 1161397"/>
              <a:gd name="connsiteX91" fmla="*/ 5960732 w 6884912"/>
              <a:gd name="connsiteY91" fmla="*/ 220708 h 1161397"/>
              <a:gd name="connsiteX92" fmla="*/ 6029542 w 6884912"/>
              <a:gd name="connsiteY92" fmla="*/ 210339 h 1161397"/>
              <a:gd name="connsiteX93" fmla="*/ 6141123 w 6884912"/>
              <a:gd name="connsiteY93" fmla="*/ 159923 h 1161397"/>
              <a:gd name="connsiteX94" fmla="*/ 6290640 w 6884912"/>
              <a:gd name="connsiteY94" fmla="*/ 167441 h 1161397"/>
              <a:gd name="connsiteX95" fmla="*/ 6322806 w 6884912"/>
              <a:gd name="connsiteY95" fmla="*/ 213293 h 1161397"/>
              <a:gd name="connsiteX96" fmla="*/ 6380420 w 6884912"/>
              <a:gd name="connsiteY96" fmla="*/ 173195 h 1161397"/>
              <a:gd name="connsiteX97" fmla="*/ 6507891 w 6884912"/>
              <a:gd name="connsiteY97" fmla="*/ 118474 h 1161397"/>
              <a:gd name="connsiteX98" fmla="*/ 6571807 w 6884912"/>
              <a:gd name="connsiteY98" fmla="*/ 98636 h 1161397"/>
              <a:gd name="connsiteX99" fmla="*/ 6671880 w 6884912"/>
              <a:gd name="connsiteY99" fmla="*/ 82931 h 1161397"/>
              <a:gd name="connsiteX100" fmla="*/ 6702266 w 6884912"/>
              <a:gd name="connsiteY100" fmla="*/ 75470 h 1161397"/>
              <a:gd name="connsiteX101" fmla="*/ 6845802 w 6884912"/>
              <a:gd name="connsiteY101" fmla="*/ 24496 h 1161397"/>
              <a:gd name="connsiteX102" fmla="*/ 6884912 w 6884912"/>
              <a:gd name="connsiteY102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11320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548162 w 6884912"/>
              <a:gd name="connsiteY7" fmla="*/ 984908 h 1161397"/>
              <a:gd name="connsiteX8" fmla="*/ 651408 w 6884912"/>
              <a:gd name="connsiteY8" fmla="*/ 984938 h 1161397"/>
              <a:gd name="connsiteX9" fmla="*/ 723108 w 6884912"/>
              <a:gd name="connsiteY9" fmla="*/ 941904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38051 w 6884912"/>
              <a:gd name="connsiteY15" fmla="*/ 702034 h 1161397"/>
              <a:gd name="connsiteX16" fmla="*/ 1166947 w 6884912"/>
              <a:gd name="connsiteY16" fmla="*/ 700762 h 1161397"/>
              <a:gd name="connsiteX17" fmla="*/ 1178135 w 6884912"/>
              <a:gd name="connsiteY17" fmla="*/ 698631 h 1161397"/>
              <a:gd name="connsiteX18" fmla="*/ 1178301 w 6884912"/>
              <a:gd name="connsiteY18" fmla="*/ 698094 h 1161397"/>
              <a:gd name="connsiteX19" fmla="*/ 1242716 w 6884912"/>
              <a:gd name="connsiteY19" fmla="*/ 698052 h 1161397"/>
              <a:gd name="connsiteX20" fmla="*/ 1299977 w 6884912"/>
              <a:gd name="connsiteY20" fmla="*/ 639196 h 1161397"/>
              <a:gd name="connsiteX21" fmla="*/ 1326190 w 6884912"/>
              <a:gd name="connsiteY21" fmla="*/ 625955 h 1161397"/>
              <a:gd name="connsiteX22" fmla="*/ 1339600 w 6884912"/>
              <a:gd name="connsiteY22" fmla="*/ 616295 h 1161397"/>
              <a:gd name="connsiteX23" fmla="*/ 1340054 w 6884912"/>
              <a:gd name="connsiteY23" fmla="*/ 614022 h 1161397"/>
              <a:gd name="connsiteX24" fmla="*/ 1391606 w 6884912"/>
              <a:gd name="connsiteY24" fmla="*/ 615229 h 1161397"/>
              <a:gd name="connsiteX25" fmla="*/ 1397565 w 6884912"/>
              <a:gd name="connsiteY25" fmla="*/ 611490 h 1161397"/>
              <a:gd name="connsiteX26" fmla="*/ 1432302 w 6884912"/>
              <a:gd name="connsiteY26" fmla="*/ 617267 h 1161397"/>
              <a:gd name="connsiteX27" fmla="*/ 1449644 w 6884912"/>
              <a:gd name="connsiteY27" fmla="*/ 617591 h 1161397"/>
              <a:gd name="connsiteX28" fmla="*/ 1455793 w 6884912"/>
              <a:gd name="connsiteY28" fmla="*/ 623174 h 1161397"/>
              <a:gd name="connsiteX29" fmla="*/ 1480758 w 6884912"/>
              <a:gd name="connsiteY29" fmla="*/ 620863 h 1161397"/>
              <a:gd name="connsiteX30" fmla="*/ 1483154 w 6884912"/>
              <a:gd name="connsiteY30" fmla="*/ 618527 h 1161397"/>
              <a:gd name="connsiteX31" fmla="*/ 1505495 w 6884912"/>
              <a:gd name="connsiteY31" fmla="*/ 624325 h 1161397"/>
              <a:gd name="connsiteX32" fmla="*/ 1526340 w 6884912"/>
              <a:gd name="connsiteY32" fmla="*/ 638496 h 1161397"/>
              <a:gd name="connsiteX33" fmla="*/ 1731986 w 6884912"/>
              <a:gd name="connsiteY33" fmla="*/ 589682 h 1161397"/>
              <a:gd name="connsiteX34" fmla="*/ 1927935 w 6884912"/>
              <a:gd name="connsiteY34" fmla="*/ 628540 h 1161397"/>
              <a:gd name="connsiteX35" fmla="*/ 2039075 w 6884912"/>
              <a:gd name="connsiteY35" fmla="*/ 599964 h 1161397"/>
              <a:gd name="connsiteX36" fmla="*/ 2066980 w 6884912"/>
              <a:gd name="connsiteY36" fmla="*/ 550413 h 1161397"/>
              <a:gd name="connsiteX37" fmla="*/ 2352236 w 6884912"/>
              <a:gd name="connsiteY37" fmla="*/ 519602 h 1161397"/>
              <a:gd name="connsiteX38" fmla="*/ 2420791 w 6884912"/>
              <a:gd name="connsiteY38" fmla="*/ 492826 h 1161397"/>
              <a:gd name="connsiteX39" fmla="*/ 2489932 w 6884912"/>
              <a:gd name="connsiteY39" fmla="*/ 507864 h 1161397"/>
              <a:gd name="connsiteX40" fmla="*/ 2512917 w 6884912"/>
              <a:gd name="connsiteY40" fmla="*/ 489127 h 1161397"/>
              <a:gd name="connsiteX41" fmla="*/ 2516783 w 6884912"/>
              <a:gd name="connsiteY41" fmla="*/ 485473 h 1161397"/>
              <a:gd name="connsiteX42" fmla="*/ 2534360 w 6884912"/>
              <a:gd name="connsiteY42" fmla="*/ 480064 h 1161397"/>
              <a:gd name="connsiteX43" fmla="*/ 2536691 w 6884912"/>
              <a:gd name="connsiteY43" fmla="*/ 467018 h 1161397"/>
              <a:gd name="connsiteX44" fmla="*/ 2561265 w 6884912"/>
              <a:gd name="connsiteY44" fmla="*/ 450623 h 1161397"/>
              <a:gd name="connsiteX45" fmla="*/ 2594349 w 6884912"/>
              <a:gd name="connsiteY45" fmla="*/ 443884 h 1161397"/>
              <a:gd name="connsiteX46" fmla="*/ 2754324 w 6884912"/>
              <a:gd name="connsiteY46" fmla="*/ 424766 h 1161397"/>
              <a:gd name="connsiteX47" fmla="*/ 2848470 w 6884912"/>
              <a:gd name="connsiteY47" fmla="*/ 405966 h 1161397"/>
              <a:gd name="connsiteX48" fmla="*/ 2881772 w 6884912"/>
              <a:gd name="connsiteY48" fmla="*/ 387260 h 1161397"/>
              <a:gd name="connsiteX49" fmla="*/ 2929932 w 6884912"/>
              <a:gd name="connsiteY49" fmla="*/ 368912 h 1161397"/>
              <a:gd name="connsiteX50" fmla="*/ 3013020 w 6884912"/>
              <a:gd name="connsiteY50" fmla="*/ 327578 h 1161397"/>
              <a:gd name="connsiteX51" fmla="*/ 3222191 w 6884912"/>
              <a:gd name="connsiteY51" fmla="*/ 307887 h 1161397"/>
              <a:gd name="connsiteX52" fmla="*/ 3227953 w 6884912"/>
              <a:gd name="connsiteY52" fmla="*/ 297650 h 1161397"/>
              <a:gd name="connsiteX53" fmla="*/ 3510042 w 6884912"/>
              <a:gd name="connsiteY53" fmla="*/ 311820 h 1161397"/>
              <a:gd name="connsiteX54" fmla="*/ 3626773 w 6884912"/>
              <a:gd name="connsiteY54" fmla="*/ 290452 h 1161397"/>
              <a:gd name="connsiteX55" fmla="*/ 3666217 w 6884912"/>
              <a:gd name="connsiteY55" fmla="*/ 273255 h 1161397"/>
              <a:gd name="connsiteX56" fmla="*/ 3732427 w 6884912"/>
              <a:gd name="connsiteY56" fmla="*/ 245039 h 1161397"/>
              <a:gd name="connsiteX57" fmla="*/ 3777022 w 6884912"/>
              <a:gd name="connsiteY57" fmla="*/ 200276 h 1161397"/>
              <a:gd name="connsiteX58" fmla="*/ 3791246 w 6884912"/>
              <a:gd name="connsiteY58" fmla="*/ 189996 h 1161397"/>
              <a:gd name="connsiteX59" fmla="*/ 3819864 w 6884912"/>
              <a:gd name="connsiteY59" fmla="*/ 194605 h 1161397"/>
              <a:gd name="connsiteX60" fmla="*/ 3830398 w 6884912"/>
              <a:gd name="connsiteY60" fmla="*/ 188383 h 1161397"/>
              <a:gd name="connsiteX61" fmla="*/ 3834360 w 6884912"/>
              <a:gd name="connsiteY61" fmla="*/ 188992 h 1161397"/>
              <a:gd name="connsiteX62" fmla="*/ 3843715 w 6884912"/>
              <a:gd name="connsiteY62" fmla="*/ 188752 h 1161397"/>
              <a:gd name="connsiteX63" fmla="*/ 3842609 w 6884912"/>
              <a:gd name="connsiteY63" fmla="*/ 197386 h 1161397"/>
              <a:gd name="connsiteX64" fmla="*/ 3853961 w 6884912"/>
              <a:gd name="connsiteY64" fmla="*/ 213380 h 1161397"/>
              <a:gd name="connsiteX65" fmla="*/ 3907640 w 6884912"/>
              <a:gd name="connsiteY65" fmla="*/ 207568 h 1161397"/>
              <a:gd name="connsiteX66" fmla="*/ 3910449 w 6884912"/>
              <a:gd name="connsiteY66" fmla="*/ 197808 h 1161397"/>
              <a:gd name="connsiteX67" fmla="*/ 3917197 w 6884912"/>
              <a:gd name="connsiteY67" fmla="*/ 196121 h 1161397"/>
              <a:gd name="connsiteX68" fmla="*/ 3922400 w 6884912"/>
              <a:gd name="connsiteY68" fmla="*/ 205056 h 1161397"/>
              <a:gd name="connsiteX69" fmla="*/ 4013061 w 6884912"/>
              <a:gd name="connsiteY69" fmla="*/ 224874 h 1161397"/>
              <a:gd name="connsiteX70" fmla="*/ 4220717 w 6884912"/>
              <a:gd name="connsiteY70" fmla="*/ 192946 h 1161397"/>
              <a:gd name="connsiteX71" fmla="*/ 4228802 w 6884912"/>
              <a:gd name="connsiteY71" fmla="*/ 201468 h 1161397"/>
              <a:gd name="connsiteX72" fmla="*/ 4289361 w 6884912"/>
              <a:gd name="connsiteY72" fmla="*/ 196642 h 1161397"/>
              <a:gd name="connsiteX73" fmla="*/ 4498913 w 6884912"/>
              <a:gd name="connsiteY73" fmla="*/ 118915 h 1161397"/>
              <a:gd name="connsiteX74" fmla="*/ 4617330 w 6884912"/>
              <a:gd name="connsiteY74" fmla="*/ 111163 h 1161397"/>
              <a:gd name="connsiteX75" fmla="*/ 4659778 w 6884912"/>
              <a:gd name="connsiteY75" fmla="*/ 118219 h 1161397"/>
              <a:gd name="connsiteX76" fmla="*/ 4730870 w 6884912"/>
              <a:gd name="connsiteY76" fmla="*/ 129432 h 1161397"/>
              <a:gd name="connsiteX77" fmla="*/ 4844073 w 6884912"/>
              <a:gd name="connsiteY77" fmla="*/ 161768 h 1161397"/>
              <a:gd name="connsiteX78" fmla="*/ 4856454 w 6884912"/>
              <a:gd name="connsiteY78" fmla="*/ 130488 h 1161397"/>
              <a:gd name="connsiteX79" fmla="*/ 4920038 w 6884912"/>
              <a:gd name="connsiteY79" fmla="*/ 140418 h 1161397"/>
              <a:gd name="connsiteX80" fmla="*/ 5016639 w 6884912"/>
              <a:gd name="connsiteY80" fmla="*/ 158905 h 1161397"/>
              <a:gd name="connsiteX81" fmla="*/ 5072009 w 6884912"/>
              <a:gd name="connsiteY81" fmla="*/ 161502 h 1161397"/>
              <a:gd name="connsiteX82" fmla="*/ 5223626 w 6884912"/>
              <a:gd name="connsiteY82" fmla="*/ 177356 h 1161397"/>
              <a:gd name="connsiteX83" fmla="*/ 5375773 w 6884912"/>
              <a:gd name="connsiteY83" fmla="*/ 199913 h 1161397"/>
              <a:gd name="connsiteX84" fmla="*/ 5467502 w 6884912"/>
              <a:gd name="connsiteY84" fmla="*/ 250963 h 1161397"/>
              <a:gd name="connsiteX85" fmla="*/ 5592395 w 6884912"/>
              <a:gd name="connsiteY85" fmla="*/ 265434 h 1161397"/>
              <a:gd name="connsiteX86" fmla="*/ 5613532 w 6884912"/>
              <a:gd name="connsiteY86" fmla="*/ 273379 h 1161397"/>
              <a:gd name="connsiteX87" fmla="*/ 5642173 w 6884912"/>
              <a:gd name="connsiteY87" fmla="*/ 266904 h 1161397"/>
              <a:gd name="connsiteX88" fmla="*/ 5756910 w 6884912"/>
              <a:gd name="connsiteY88" fmla="*/ 239211 h 1161397"/>
              <a:gd name="connsiteX89" fmla="*/ 5846667 w 6884912"/>
              <a:gd name="connsiteY89" fmla="*/ 201786 h 1161397"/>
              <a:gd name="connsiteX90" fmla="*/ 5960732 w 6884912"/>
              <a:gd name="connsiteY90" fmla="*/ 220708 h 1161397"/>
              <a:gd name="connsiteX91" fmla="*/ 6029542 w 6884912"/>
              <a:gd name="connsiteY91" fmla="*/ 210339 h 1161397"/>
              <a:gd name="connsiteX92" fmla="*/ 6141123 w 6884912"/>
              <a:gd name="connsiteY92" fmla="*/ 159923 h 1161397"/>
              <a:gd name="connsiteX93" fmla="*/ 6290640 w 6884912"/>
              <a:gd name="connsiteY93" fmla="*/ 167441 h 1161397"/>
              <a:gd name="connsiteX94" fmla="*/ 6322806 w 6884912"/>
              <a:gd name="connsiteY94" fmla="*/ 213293 h 1161397"/>
              <a:gd name="connsiteX95" fmla="*/ 6380420 w 6884912"/>
              <a:gd name="connsiteY95" fmla="*/ 173195 h 1161397"/>
              <a:gd name="connsiteX96" fmla="*/ 6507891 w 6884912"/>
              <a:gd name="connsiteY96" fmla="*/ 118474 h 1161397"/>
              <a:gd name="connsiteX97" fmla="*/ 6571807 w 6884912"/>
              <a:gd name="connsiteY97" fmla="*/ 98636 h 1161397"/>
              <a:gd name="connsiteX98" fmla="*/ 6671880 w 6884912"/>
              <a:gd name="connsiteY98" fmla="*/ 82931 h 1161397"/>
              <a:gd name="connsiteX99" fmla="*/ 6702266 w 6884912"/>
              <a:gd name="connsiteY99" fmla="*/ 75470 h 1161397"/>
              <a:gd name="connsiteX100" fmla="*/ 6845802 w 6884912"/>
              <a:gd name="connsiteY100" fmla="*/ 24496 h 1161397"/>
              <a:gd name="connsiteX101" fmla="*/ 6884912 w 6884912"/>
              <a:gd name="connsiteY101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11320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548162 w 6884912"/>
              <a:gd name="connsiteY7" fmla="*/ 984908 h 1161397"/>
              <a:gd name="connsiteX8" fmla="*/ 651408 w 6884912"/>
              <a:gd name="connsiteY8" fmla="*/ 984938 h 1161397"/>
              <a:gd name="connsiteX9" fmla="*/ 723108 w 6884912"/>
              <a:gd name="connsiteY9" fmla="*/ 941904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38051 w 6884912"/>
              <a:gd name="connsiteY15" fmla="*/ 702034 h 1161397"/>
              <a:gd name="connsiteX16" fmla="*/ 1178135 w 6884912"/>
              <a:gd name="connsiteY16" fmla="*/ 698631 h 1161397"/>
              <a:gd name="connsiteX17" fmla="*/ 1178301 w 6884912"/>
              <a:gd name="connsiteY17" fmla="*/ 698094 h 1161397"/>
              <a:gd name="connsiteX18" fmla="*/ 1242716 w 6884912"/>
              <a:gd name="connsiteY18" fmla="*/ 698052 h 1161397"/>
              <a:gd name="connsiteX19" fmla="*/ 1299977 w 6884912"/>
              <a:gd name="connsiteY19" fmla="*/ 639196 h 1161397"/>
              <a:gd name="connsiteX20" fmla="*/ 1326190 w 6884912"/>
              <a:gd name="connsiteY20" fmla="*/ 625955 h 1161397"/>
              <a:gd name="connsiteX21" fmla="*/ 1339600 w 6884912"/>
              <a:gd name="connsiteY21" fmla="*/ 616295 h 1161397"/>
              <a:gd name="connsiteX22" fmla="*/ 1340054 w 6884912"/>
              <a:gd name="connsiteY22" fmla="*/ 614022 h 1161397"/>
              <a:gd name="connsiteX23" fmla="*/ 1391606 w 6884912"/>
              <a:gd name="connsiteY23" fmla="*/ 615229 h 1161397"/>
              <a:gd name="connsiteX24" fmla="*/ 1397565 w 6884912"/>
              <a:gd name="connsiteY24" fmla="*/ 611490 h 1161397"/>
              <a:gd name="connsiteX25" fmla="*/ 1432302 w 6884912"/>
              <a:gd name="connsiteY25" fmla="*/ 617267 h 1161397"/>
              <a:gd name="connsiteX26" fmla="*/ 1449644 w 6884912"/>
              <a:gd name="connsiteY26" fmla="*/ 617591 h 1161397"/>
              <a:gd name="connsiteX27" fmla="*/ 1455793 w 6884912"/>
              <a:gd name="connsiteY27" fmla="*/ 623174 h 1161397"/>
              <a:gd name="connsiteX28" fmla="*/ 1480758 w 6884912"/>
              <a:gd name="connsiteY28" fmla="*/ 620863 h 1161397"/>
              <a:gd name="connsiteX29" fmla="*/ 1483154 w 6884912"/>
              <a:gd name="connsiteY29" fmla="*/ 618527 h 1161397"/>
              <a:gd name="connsiteX30" fmla="*/ 1505495 w 6884912"/>
              <a:gd name="connsiteY30" fmla="*/ 624325 h 1161397"/>
              <a:gd name="connsiteX31" fmla="*/ 1526340 w 6884912"/>
              <a:gd name="connsiteY31" fmla="*/ 638496 h 1161397"/>
              <a:gd name="connsiteX32" fmla="*/ 1731986 w 6884912"/>
              <a:gd name="connsiteY32" fmla="*/ 589682 h 1161397"/>
              <a:gd name="connsiteX33" fmla="*/ 1927935 w 6884912"/>
              <a:gd name="connsiteY33" fmla="*/ 628540 h 1161397"/>
              <a:gd name="connsiteX34" fmla="*/ 2039075 w 6884912"/>
              <a:gd name="connsiteY34" fmla="*/ 599964 h 1161397"/>
              <a:gd name="connsiteX35" fmla="*/ 2066980 w 6884912"/>
              <a:gd name="connsiteY35" fmla="*/ 550413 h 1161397"/>
              <a:gd name="connsiteX36" fmla="*/ 2352236 w 6884912"/>
              <a:gd name="connsiteY36" fmla="*/ 519602 h 1161397"/>
              <a:gd name="connsiteX37" fmla="*/ 2420791 w 6884912"/>
              <a:gd name="connsiteY37" fmla="*/ 492826 h 1161397"/>
              <a:gd name="connsiteX38" fmla="*/ 2489932 w 6884912"/>
              <a:gd name="connsiteY38" fmla="*/ 507864 h 1161397"/>
              <a:gd name="connsiteX39" fmla="*/ 2512917 w 6884912"/>
              <a:gd name="connsiteY39" fmla="*/ 489127 h 1161397"/>
              <a:gd name="connsiteX40" fmla="*/ 2516783 w 6884912"/>
              <a:gd name="connsiteY40" fmla="*/ 485473 h 1161397"/>
              <a:gd name="connsiteX41" fmla="*/ 2534360 w 6884912"/>
              <a:gd name="connsiteY41" fmla="*/ 480064 h 1161397"/>
              <a:gd name="connsiteX42" fmla="*/ 2536691 w 6884912"/>
              <a:gd name="connsiteY42" fmla="*/ 467018 h 1161397"/>
              <a:gd name="connsiteX43" fmla="*/ 2561265 w 6884912"/>
              <a:gd name="connsiteY43" fmla="*/ 450623 h 1161397"/>
              <a:gd name="connsiteX44" fmla="*/ 2594349 w 6884912"/>
              <a:gd name="connsiteY44" fmla="*/ 443884 h 1161397"/>
              <a:gd name="connsiteX45" fmla="*/ 2754324 w 6884912"/>
              <a:gd name="connsiteY45" fmla="*/ 424766 h 1161397"/>
              <a:gd name="connsiteX46" fmla="*/ 2848470 w 6884912"/>
              <a:gd name="connsiteY46" fmla="*/ 405966 h 1161397"/>
              <a:gd name="connsiteX47" fmla="*/ 2881772 w 6884912"/>
              <a:gd name="connsiteY47" fmla="*/ 387260 h 1161397"/>
              <a:gd name="connsiteX48" fmla="*/ 2929932 w 6884912"/>
              <a:gd name="connsiteY48" fmla="*/ 368912 h 1161397"/>
              <a:gd name="connsiteX49" fmla="*/ 3013020 w 6884912"/>
              <a:gd name="connsiteY49" fmla="*/ 327578 h 1161397"/>
              <a:gd name="connsiteX50" fmla="*/ 3222191 w 6884912"/>
              <a:gd name="connsiteY50" fmla="*/ 307887 h 1161397"/>
              <a:gd name="connsiteX51" fmla="*/ 3227953 w 6884912"/>
              <a:gd name="connsiteY51" fmla="*/ 297650 h 1161397"/>
              <a:gd name="connsiteX52" fmla="*/ 3510042 w 6884912"/>
              <a:gd name="connsiteY52" fmla="*/ 311820 h 1161397"/>
              <a:gd name="connsiteX53" fmla="*/ 3626773 w 6884912"/>
              <a:gd name="connsiteY53" fmla="*/ 290452 h 1161397"/>
              <a:gd name="connsiteX54" fmla="*/ 3666217 w 6884912"/>
              <a:gd name="connsiteY54" fmla="*/ 273255 h 1161397"/>
              <a:gd name="connsiteX55" fmla="*/ 3732427 w 6884912"/>
              <a:gd name="connsiteY55" fmla="*/ 245039 h 1161397"/>
              <a:gd name="connsiteX56" fmla="*/ 3777022 w 6884912"/>
              <a:gd name="connsiteY56" fmla="*/ 200276 h 1161397"/>
              <a:gd name="connsiteX57" fmla="*/ 3791246 w 6884912"/>
              <a:gd name="connsiteY57" fmla="*/ 189996 h 1161397"/>
              <a:gd name="connsiteX58" fmla="*/ 3819864 w 6884912"/>
              <a:gd name="connsiteY58" fmla="*/ 194605 h 1161397"/>
              <a:gd name="connsiteX59" fmla="*/ 3830398 w 6884912"/>
              <a:gd name="connsiteY59" fmla="*/ 188383 h 1161397"/>
              <a:gd name="connsiteX60" fmla="*/ 3834360 w 6884912"/>
              <a:gd name="connsiteY60" fmla="*/ 188992 h 1161397"/>
              <a:gd name="connsiteX61" fmla="*/ 3843715 w 6884912"/>
              <a:gd name="connsiteY61" fmla="*/ 188752 h 1161397"/>
              <a:gd name="connsiteX62" fmla="*/ 3842609 w 6884912"/>
              <a:gd name="connsiteY62" fmla="*/ 197386 h 1161397"/>
              <a:gd name="connsiteX63" fmla="*/ 3853961 w 6884912"/>
              <a:gd name="connsiteY63" fmla="*/ 213380 h 1161397"/>
              <a:gd name="connsiteX64" fmla="*/ 3907640 w 6884912"/>
              <a:gd name="connsiteY64" fmla="*/ 207568 h 1161397"/>
              <a:gd name="connsiteX65" fmla="*/ 3910449 w 6884912"/>
              <a:gd name="connsiteY65" fmla="*/ 197808 h 1161397"/>
              <a:gd name="connsiteX66" fmla="*/ 3917197 w 6884912"/>
              <a:gd name="connsiteY66" fmla="*/ 196121 h 1161397"/>
              <a:gd name="connsiteX67" fmla="*/ 3922400 w 6884912"/>
              <a:gd name="connsiteY67" fmla="*/ 205056 h 1161397"/>
              <a:gd name="connsiteX68" fmla="*/ 4013061 w 6884912"/>
              <a:gd name="connsiteY68" fmla="*/ 224874 h 1161397"/>
              <a:gd name="connsiteX69" fmla="*/ 4220717 w 6884912"/>
              <a:gd name="connsiteY69" fmla="*/ 192946 h 1161397"/>
              <a:gd name="connsiteX70" fmla="*/ 4228802 w 6884912"/>
              <a:gd name="connsiteY70" fmla="*/ 201468 h 1161397"/>
              <a:gd name="connsiteX71" fmla="*/ 4289361 w 6884912"/>
              <a:gd name="connsiteY71" fmla="*/ 196642 h 1161397"/>
              <a:gd name="connsiteX72" fmla="*/ 4498913 w 6884912"/>
              <a:gd name="connsiteY72" fmla="*/ 118915 h 1161397"/>
              <a:gd name="connsiteX73" fmla="*/ 4617330 w 6884912"/>
              <a:gd name="connsiteY73" fmla="*/ 111163 h 1161397"/>
              <a:gd name="connsiteX74" fmla="*/ 4659778 w 6884912"/>
              <a:gd name="connsiteY74" fmla="*/ 118219 h 1161397"/>
              <a:gd name="connsiteX75" fmla="*/ 4730870 w 6884912"/>
              <a:gd name="connsiteY75" fmla="*/ 129432 h 1161397"/>
              <a:gd name="connsiteX76" fmla="*/ 4844073 w 6884912"/>
              <a:gd name="connsiteY76" fmla="*/ 161768 h 1161397"/>
              <a:gd name="connsiteX77" fmla="*/ 4856454 w 6884912"/>
              <a:gd name="connsiteY77" fmla="*/ 130488 h 1161397"/>
              <a:gd name="connsiteX78" fmla="*/ 4920038 w 6884912"/>
              <a:gd name="connsiteY78" fmla="*/ 140418 h 1161397"/>
              <a:gd name="connsiteX79" fmla="*/ 5016639 w 6884912"/>
              <a:gd name="connsiteY79" fmla="*/ 158905 h 1161397"/>
              <a:gd name="connsiteX80" fmla="*/ 5072009 w 6884912"/>
              <a:gd name="connsiteY80" fmla="*/ 161502 h 1161397"/>
              <a:gd name="connsiteX81" fmla="*/ 5223626 w 6884912"/>
              <a:gd name="connsiteY81" fmla="*/ 177356 h 1161397"/>
              <a:gd name="connsiteX82" fmla="*/ 5375773 w 6884912"/>
              <a:gd name="connsiteY82" fmla="*/ 199913 h 1161397"/>
              <a:gd name="connsiteX83" fmla="*/ 5467502 w 6884912"/>
              <a:gd name="connsiteY83" fmla="*/ 250963 h 1161397"/>
              <a:gd name="connsiteX84" fmla="*/ 5592395 w 6884912"/>
              <a:gd name="connsiteY84" fmla="*/ 265434 h 1161397"/>
              <a:gd name="connsiteX85" fmla="*/ 5613532 w 6884912"/>
              <a:gd name="connsiteY85" fmla="*/ 273379 h 1161397"/>
              <a:gd name="connsiteX86" fmla="*/ 5642173 w 6884912"/>
              <a:gd name="connsiteY86" fmla="*/ 266904 h 1161397"/>
              <a:gd name="connsiteX87" fmla="*/ 5756910 w 6884912"/>
              <a:gd name="connsiteY87" fmla="*/ 239211 h 1161397"/>
              <a:gd name="connsiteX88" fmla="*/ 5846667 w 6884912"/>
              <a:gd name="connsiteY88" fmla="*/ 201786 h 1161397"/>
              <a:gd name="connsiteX89" fmla="*/ 5960732 w 6884912"/>
              <a:gd name="connsiteY89" fmla="*/ 220708 h 1161397"/>
              <a:gd name="connsiteX90" fmla="*/ 6029542 w 6884912"/>
              <a:gd name="connsiteY90" fmla="*/ 210339 h 1161397"/>
              <a:gd name="connsiteX91" fmla="*/ 6141123 w 6884912"/>
              <a:gd name="connsiteY91" fmla="*/ 159923 h 1161397"/>
              <a:gd name="connsiteX92" fmla="*/ 6290640 w 6884912"/>
              <a:gd name="connsiteY92" fmla="*/ 167441 h 1161397"/>
              <a:gd name="connsiteX93" fmla="*/ 6322806 w 6884912"/>
              <a:gd name="connsiteY93" fmla="*/ 213293 h 1161397"/>
              <a:gd name="connsiteX94" fmla="*/ 6380420 w 6884912"/>
              <a:gd name="connsiteY94" fmla="*/ 173195 h 1161397"/>
              <a:gd name="connsiteX95" fmla="*/ 6507891 w 6884912"/>
              <a:gd name="connsiteY95" fmla="*/ 118474 h 1161397"/>
              <a:gd name="connsiteX96" fmla="*/ 6571807 w 6884912"/>
              <a:gd name="connsiteY96" fmla="*/ 98636 h 1161397"/>
              <a:gd name="connsiteX97" fmla="*/ 6671880 w 6884912"/>
              <a:gd name="connsiteY97" fmla="*/ 82931 h 1161397"/>
              <a:gd name="connsiteX98" fmla="*/ 6702266 w 6884912"/>
              <a:gd name="connsiteY98" fmla="*/ 75470 h 1161397"/>
              <a:gd name="connsiteX99" fmla="*/ 6845802 w 6884912"/>
              <a:gd name="connsiteY99" fmla="*/ 24496 h 1161397"/>
              <a:gd name="connsiteX100" fmla="*/ 6884912 w 6884912"/>
              <a:gd name="connsiteY100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11320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548162 w 6884912"/>
              <a:gd name="connsiteY7" fmla="*/ 984908 h 1161397"/>
              <a:gd name="connsiteX8" fmla="*/ 651408 w 6884912"/>
              <a:gd name="connsiteY8" fmla="*/ 984938 h 1161397"/>
              <a:gd name="connsiteX9" fmla="*/ 723108 w 6884912"/>
              <a:gd name="connsiteY9" fmla="*/ 941904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78135 w 6884912"/>
              <a:gd name="connsiteY15" fmla="*/ 698631 h 1161397"/>
              <a:gd name="connsiteX16" fmla="*/ 1178301 w 6884912"/>
              <a:gd name="connsiteY16" fmla="*/ 698094 h 1161397"/>
              <a:gd name="connsiteX17" fmla="*/ 1242716 w 6884912"/>
              <a:gd name="connsiteY17" fmla="*/ 698052 h 1161397"/>
              <a:gd name="connsiteX18" fmla="*/ 1299977 w 6884912"/>
              <a:gd name="connsiteY18" fmla="*/ 639196 h 1161397"/>
              <a:gd name="connsiteX19" fmla="*/ 1326190 w 6884912"/>
              <a:gd name="connsiteY19" fmla="*/ 625955 h 1161397"/>
              <a:gd name="connsiteX20" fmla="*/ 1339600 w 6884912"/>
              <a:gd name="connsiteY20" fmla="*/ 616295 h 1161397"/>
              <a:gd name="connsiteX21" fmla="*/ 1340054 w 6884912"/>
              <a:gd name="connsiteY21" fmla="*/ 614022 h 1161397"/>
              <a:gd name="connsiteX22" fmla="*/ 1391606 w 6884912"/>
              <a:gd name="connsiteY22" fmla="*/ 615229 h 1161397"/>
              <a:gd name="connsiteX23" fmla="*/ 1397565 w 6884912"/>
              <a:gd name="connsiteY23" fmla="*/ 611490 h 1161397"/>
              <a:gd name="connsiteX24" fmla="*/ 1432302 w 6884912"/>
              <a:gd name="connsiteY24" fmla="*/ 617267 h 1161397"/>
              <a:gd name="connsiteX25" fmla="*/ 1449644 w 6884912"/>
              <a:gd name="connsiteY25" fmla="*/ 617591 h 1161397"/>
              <a:gd name="connsiteX26" fmla="*/ 1455793 w 6884912"/>
              <a:gd name="connsiteY26" fmla="*/ 623174 h 1161397"/>
              <a:gd name="connsiteX27" fmla="*/ 1480758 w 6884912"/>
              <a:gd name="connsiteY27" fmla="*/ 620863 h 1161397"/>
              <a:gd name="connsiteX28" fmla="*/ 1483154 w 6884912"/>
              <a:gd name="connsiteY28" fmla="*/ 618527 h 1161397"/>
              <a:gd name="connsiteX29" fmla="*/ 1505495 w 6884912"/>
              <a:gd name="connsiteY29" fmla="*/ 624325 h 1161397"/>
              <a:gd name="connsiteX30" fmla="*/ 1526340 w 6884912"/>
              <a:gd name="connsiteY30" fmla="*/ 638496 h 1161397"/>
              <a:gd name="connsiteX31" fmla="*/ 1731986 w 6884912"/>
              <a:gd name="connsiteY31" fmla="*/ 589682 h 1161397"/>
              <a:gd name="connsiteX32" fmla="*/ 1927935 w 6884912"/>
              <a:gd name="connsiteY32" fmla="*/ 628540 h 1161397"/>
              <a:gd name="connsiteX33" fmla="*/ 2039075 w 6884912"/>
              <a:gd name="connsiteY33" fmla="*/ 599964 h 1161397"/>
              <a:gd name="connsiteX34" fmla="*/ 2066980 w 6884912"/>
              <a:gd name="connsiteY34" fmla="*/ 550413 h 1161397"/>
              <a:gd name="connsiteX35" fmla="*/ 2352236 w 6884912"/>
              <a:gd name="connsiteY35" fmla="*/ 519602 h 1161397"/>
              <a:gd name="connsiteX36" fmla="*/ 2420791 w 6884912"/>
              <a:gd name="connsiteY36" fmla="*/ 492826 h 1161397"/>
              <a:gd name="connsiteX37" fmla="*/ 2489932 w 6884912"/>
              <a:gd name="connsiteY37" fmla="*/ 507864 h 1161397"/>
              <a:gd name="connsiteX38" fmla="*/ 2512917 w 6884912"/>
              <a:gd name="connsiteY38" fmla="*/ 489127 h 1161397"/>
              <a:gd name="connsiteX39" fmla="*/ 2516783 w 6884912"/>
              <a:gd name="connsiteY39" fmla="*/ 485473 h 1161397"/>
              <a:gd name="connsiteX40" fmla="*/ 2534360 w 6884912"/>
              <a:gd name="connsiteY40" fmla="*/ 480064 h 1161397"/>
              <a:gd name="connsiteX41" fmla="*/ 2536691 w 6884912"/>
              <a:gd name="connsiteY41" fmla="*/ 467018 h 1161397"/>
              <a:gd name="connsiteX42" fmla="*/ 2561265 w 6884912"/>
              <a:gd name="connsiteY42" fmla="*/ 450623 h 1161397"/>
              <a:gd name="connsiteX43" fmla="*/ 2594349 w 6884912"/>
              <a:gd name="connsiteY43" fmla="*/ 443884 h 1161397"/>
              <a:gd name="connsiteX44" fmla="*/ 2754324 w 6884912"/>
              <a:gd name="connsiteY44" fmla="*/ 424766 h 1161397"/>
              <a:gd name="connsiteX45" fmla="*/ 2848470 w 6884912"/>
              <a:gd name="connsiteY45" fmla="*/ 405966 h 1161397"/>
              <a:gd name="connsiteX46" fmla="*/ 2881772 w 6884912"/>
              <a:gd name="connsiteY46" fmla="*/ 387260 h 1161397"/>
              <a:gd name="connsiteX47" fmla="*/ 2929932 w 6884912"/>
              <a:gd name="connsiteY47" fmla="*/ 368912 h 1161397"/>
              <a:gd name="connsiteX48" fmla="*/ 3013020 w 6884912"/>
              <a:gd name="connsiteY48" fmla="*/ 327578 h 1161397"/>
              <a:gd name="connsiteX49" fmla="*/ 3222191 w 6884912"/>
              <a:gd name="connsiteY49" fmla="*/ 307887 h 1161397"/>
              <a:gd name="connsiteX50" fmla="*/ 3227953 w 6884912"/>
              <a:gd name="connsiteY50" fmla="*/ 297650 h 1161397"/>
              <a:gd name="connsiteX51" fmla="*/ 3510042 w 6884912"/>
              <a:gd name="connsiteY51" fmla="*/ 311820 h 1161397"/>
              <a:gd name="connsiteX52" fmla="*/ 3626773 w 6884912"/>
              <a:gd name="connsiteY52" fmla="*/ 290452 h 1161397"/>
              <a:gd name="connsiteX53" fmla="*/ 3666217 w 6884912"/>
              <a:gd name="connsiteY53" fmla="*/ 273255 h 1161397"/>
              <a:gd name="connsiteX54" fmla="*/ 3732427 w 6884912"/>
              <a:gd name="connsiteY54" fmla="*/ 245039 h 1161397"/>
              <a:gd name="connsiteX55" fmla="*/ 3777022 w 6884912"/>
              <a:gd name="connsiteY55" fmla="*/ 200276 h 1161397"/>
              <a:gd name="connsiteX56" fmla="*/ 3791246 w 6884912"/>
              <a:gd name="connsiteY56" fmla="*/ 189996 h 1161397"/>
              <a:gd name="connsiteX57" fmla="*/ 3819864 w 6884912"/>
              <a:gd name="connsiteY57" fmla="*/ 194605 h 1161397"/>
              <a:gd name="connsiteX58" fmla="*/ 3830398 w 6884912"/>
              <a:gd name="connsiteY58" fmla="*/ 188383 h 1161397"/>
              <a:gd name="connsiteX59" fmla="*/ 3834360 w 6884912"/>
              <a:gd name="connsiteY59" fmla="*/ 188992 h 1161397"/>
              <a:gd name="connsiteX60" fmla="*/ 3843715 w 6884912"/>
              <a:gd name="connsiteY60" fmla="*/ 188752 h 1161397"/>
              <a:gd name="connsiteX61" fmla="*/ 3842609 w 6884912"/>
              <a:gd name="connsiteY61" fmla="*/ 197386 h 1161397"/>
              <a:gd name="connsiteX62" fmla="*/ 3853961 w 6884912"/>
              <a:gd name="connsiteY62" fmla="*/ 213380 h 1161397"/>
              <a:gd name="connsiteX63" fmla="*/ 3907640 w 6884912"/>
              <a:gd name="connsiteY63" fmla="*/ 207568 h 1161397"/>
              <a:gd name="connsiteX64" fmla="*/ 3910449 w 6884912"/>
              <a:gd name="connsiteY64" fmla="*/ 197808 h 1161397"/>
              <a:gd name="connsiteX65" fmla="*/ 3917197 w 6884912"/>
              <a:gd name="connsiteY65" fmla="*/ 196121 h 1161397"/>
              <a:gd name="connsiteX66" fmla="*/ 3922400 w 6884912"/>
              <a:gd name="connsiteY66" fmla="*/ 205056 h 1161397"/>
              <a:gd name="connsiteX67" fmla="*/ 4013061 w 6884912"/>
              <a:gd name="connsiteY67" fmla="*/ 224874 h 1161397"/>
              <a:gd name="connsiteX68" fmla="*/ 4220717 w 6884912"/>
              <a:gd name="connsiteY68" fmla="*/ 192946 h 1161397"/>
              <a:gd name="connsiteX69" fmla="*/ 4228802 w 6884912"/>
              <a:gd name="connsiteY69" fmla="*/ 201468 h 1161397"/>
              <a:gd name="connsiteX70" fmla="*/ 4289361 w 6884912"/>
              <a:gd name="connsiteY70" fmla="*/ 196642 h 1161397"/>
              <a:gd name="connsiteX71" fmla="*/ 4498913 w 6884912"/>
              <a:gd name="connsiteY71" fmla="*/ 118915 h 1161397"/>
              <a:gd name="connsiteX72" fmla="*/ 4617330 w 6884912"/>
              <a:gd name="connsiteY72" fmla="*/ 111163 h 1161397"/>
              <a:gd name="connsiteX73" fmla="*/ 4659778 w 6884912"/>
              <a:gd name="connsiteY73" fmla="*/ 118219 h 1161397"/>
              <a:gd name="connsiteX74" fmla="*/ 4730870 w 6884912"/>
              <a:gd name="connsiteY74" fmla="*/ 129432 h 1161397"/>
              <a:gd name="connsiteX75" fmla="*/ 4844073 w 6884912"/>
              <a:gd name="connsiteY75" fmla="*/ 161768 h 1161397"/>
              <a:gd name="connsiteX76" fmla="*/ 4856454 w 6884912"/>
              <a:gd name="connsiteY76" fmla="*/ 130488 h 1161397"/>
              <a:gd name="connsiteX77" fmla="*/ 4920038 w 6884912"/>
              <a:gd name="connsiteY77" fmla="*/ 140418 h 1161397"/>
              <a:gd name="connsiteX78" fmla="*/ 5016639 w 6884912"/>
              <a:gd name="connsiteY78" fmla="*/ 158905 h 1161397"/>
              <a:gd name="connsiteX79" fmla="*/ 5072009 w 6884912"/>
              <a:gd name="connsiteY79" fmla="*/ 161502 h 1161397"/>
              <a:gd name="connsiteX80" fmla="*/ 5223626 w 6884912"/>
              <a:gd name="connsiteY80" fmla="*/ 177356 h 1161397"/>
              <a:gd name="connsiteX81" fmla="*/ 5375773 w 6884912"/>
              <a:gd name="connsiteY81" fmla="*/ 199913 h 1161397"/>
              <a:gd name="connsiteX82" fmla="*/ 5467502 w 6884912"/>
              <a:gd name="connsiteY82" fmla="*/ 250963 h 1161397"/>
              <a:gd name="connsiteX83" fmla="*/ 5592395 w 6884912"/>
              <a:gd name="connsiteY83" fmla="*/ 265434 h 1161397"/>
              <a:gd name="connsiteX84" fmla="*/ 5613532 w 6884912"/>
              <a:gd name="connsiteY84" fmla="*/ 273379 h 1161397"/>
              <a:gd name="connsiteX85" fmla="*/ 5642173 w 6884912"/>
              <a:gd name="connsiteY85" fmla="*/ 266904 h 1161397"/>
              <a:gd name="connsiteX86" fmla="*/ 5756910 w 6884912"/>
              <a:gd name="connsiteY86" fmla="*/ 239211 h 1161397"/>
              <a:gd name="connsiteX87" fmla="*/ 5846667 w 6884912"/>
              <a:gd name="connsiteY87" fmla="*/ 201786 h 1161397"/>
              <a:gd name="connsiteX88" fmla="*/ 5960732 w 6884912"/>
              <a:gd name="connsiteY88" fmla="*/ 220708 h 1161397"/>
              <a:gd name="connsiteX89" fmla="*/ 6029542 w 6884912"/>
              <a:gd name="connsiteY89" fmla="*/ 210339 h 1161397"/>
              <a:gd name="connsiteX90" fmla="*/ 6141123 w 6884912"/>
              <a:gd name="connsiteY90" fmla="*/ 159923 h 1161397"/>
              <a:gd name="connsiteX91" fmla="*/ 6290640 w 6884912"/>
              <a:gd name="connsiteY91" fmla="*/ 167441 h 1161397"/>
              <a:gd name="connsiteX92" fmla="*/ 6322806 w 6884912"/>
              <a:gd name="connsiteY92" fmla="*/ 213293 h 1161397"/>
              <a:gd name="connsiteX93" fmla="*/ 6380420 w 6884912"/>
              <a:gd name="connsiteY93" fmla="*/ 173195 h 1161397"/>
              <a:gd name="connsiteX94" fmla="*/ 6507891 w 6884912"/>
              <a:gd name="connsiteY94" fmla="*/ 118474 h 1161397"/>
              <a:gd name="connsiteX95" fmla="*/ 6571807 w 6884912"/>
              <a:gd name="connsiteY95" fmla="*/ 98636 h 1161397"/>
              <a:gd name="connsiteX96" fmla="*/ 6671880 w 6884912"/>
              <a:gd name="connsiteY96" fmla="*/ 82931 h 1161397"/>
              <a:gd name="connsiteX97" fmla="*/ 6702266 w 6884912"/>
              <a:gd name="connsiteY97" fmla="*/ 75470 h 1161397"/>
              <a:gd name="connsiteX98" fmla="*/ 6845802 w 6884912"/>
              <a:gd name="connsiteY98" fmla="*/ 24496 h 1161397"/>
              <a:gd name="connsiteX99" fmla="*/ 6884912 w 6884912"/>
              <a:gd name="connsiteY99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11320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548162 w 6884912"/>
              <a:gd name="connsiteY7" fmla="*/ 984908 h 1161397"/>
              <a:gd name="connsiteX8" fmla="*/ 651408 w 6884912"/>
              <a:gd name="connsiteY8" fmla="*/ 984938 h 1161397"/>
              <a:gd name="connsiteX9" fmla="*/ 723108 w 6884912"/>
              <a:gd name="connsiteY9" fmla="*/ 941904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78135 w 6884912"/>
              <a:gd name="connsiteY15" fmla="*/ 698631 h 1161397"/>
              <a:gd name="connsiteX16" fmla="*/ 1242716 w 6884912"/>
              <a:gd name="connsiteY16" fmla="*/ 698052 h 1161397"/>
              <a:gd name="connsiteX17" fmla="*/ 1299977 w 6884912"/>
              <a:gd name="connsiteY17" fmla="*/ 639196 h 1161397"/>
              <a:gd name="connsiteX18" fmla="*/ 1326190 w 6884912"/>
              <a:gd name="connsiteY18" fmla="*/ 625955 h 1161397"/>
              <a:gd name="connsiteX19" fmla="*/ 1339600 w 6884912"/>
              <a:gd name="connsiteY19" fmla="*/ 616295 h 1161397"/>
              <a:gd name="connsiteX20" fmla="*/ 1340054 w 6884912"/>
              <a:gd name="connsiteY20" fmla="*/ 614022 h 1161397"/>
              <a:gd name="connsiteX21" fmla="*/ 1391606 w 6884912"/>
              <a:gd name="connsiteY21" fmla="*/ 615229 h 1161397"/>
              <a:gd name="connsiteX22" fmla="*/ 1397565 w 6884912"/>
              <a:gd name="connsiteY22" fmla="*/ 611490 h 1161397"/>
              <a:gd name="connsiteX23" fmla="*/ 1432302 w 6884912"/>
              <a:gd name="connsiteY23" fmla="*/ 617267 h 1161397"/>
              <a:gd name="connsiteX24" fmla="*/ 1449644 w 6884912"/>
              <a:gd name="connsiteY24" fmla="*/ 617591 h 1161397"/>
              <a:gd name="connsiteX25" fmla="*/ 1455793 w 6884912"/>
              <a:gd name="connsiteY25" fmla="*/ 623174 h 1161397"/>
              <a:gd name="connsiteX26" fmla="*/ 1480758 w 6884912"/>
              <a:gd name="connsiteY26" fmla="*/ 620863 h 1161397"/>
              <a:gd name="connsiteX27" fmla="*/ 1483154 w 6884912"/>
              <a:gd name="connsiteY27" fmla="*/ 618527 h 1161397"/>
              <a:gd name="connsiteX28" fmla="*/ 1505495 w 6884912"/>
              <a:gd name="connsiteY28" fmla="*/ 624325 h 1161397"/>
              <a:gd name="connsiteX29" fmla="*/ 1526340 w 6884912"/>
              <a:gd name="connsiteY29" fmla="*/ 638496 h 1161397"/>
              <a:gd name="connsiteX30" fmla="*/ 1731986 w 6884912"/>
              <a:gd name="connsiteY30" fmla="*/ 589682 h 1161397"/>
              <a:gd name="connsiteX31" fmla="*/ 1927935 w 6884912"/>
              <a:gd name="connsiteY31" fmla="*/ 628540 h 1161397"/>
              <a:gd name="connsiteX32" fmla="*/ 2039075 w 6884912"/>
              <a:gd name="connsiteY32" fmla="*/ 599964 h 1161397"/>
              <a:gd name="connsiteX33" fmla="*/ 2066980 w 6884912"/>
              <a:gd name="connsiteY33" fmla="*/ 550413 h 1161397"/>
              <a:gd name="connsiteX34" fmla="*/ 2352236 w 6884912"/>
              <a:gd name="connsiteY34" fmla="*/ 519602 h 1161397"/>
              <a:gd name="connsiteX35" fmla="*/ 2420791 w 6884912"/>
              <a:gd name="connsiteY35" fmla="*/ 492826 h 1161397"/>
              <a:gd name="connsiteX36" fmla="*/ 2489932 w 6884912"/>
              <a:gd name="connsiteY36" fmla="*/ 507864 h 1161397"/>
              <a:gd name="connsiteX37" fmla="*/ 2512917 w 6884912"/>
              <a:gd name="connsiteY37" fmla="*/ 489127 h 1161397"/>
              <a:gd name="connsiteX38" fmla="*/ 2516783 w 6884912"/>
              <a:gd name="connsiteY38" fmla="*/ 485473 h 1161397"/>
              <a:gd name="connsiteX39" fmla="*/ 2534360 w 6884912"/>
              <a:gd name="connsiteY39" fmla="*/ 480064 h 1161397"/>
              <a:gd name="connsiteX40" fmla="*/ 2536691 w 6884912"/>
              <a:gd name="connsiteY40" fmla="*/ 467018 h 1161397"/>
              <a:gd name="connsiteX41" fmla="*/ 2561265 w 6884912"/>
              <a:gd name="connsiteY41" fmla="*/ 450623 h 1161397"/>
              <a:gd name="connsiteX42" fmla="*/ 2594349 w 6884912"/>
              <a:gd name="connsiteY42" fmla="*/ 443884 h 1161397"/>
              <a:gd name="connsiteX43" fmla="*/ 2754324 w 6884912"/>
              <a:gd name="connsiteY43" fmla="*/ 424766 h 1161397"/>
              <a:gd name="connsiteX44" fmla="*/ 2848470 w 6884912"/>
              <a:gd name="connsiteY44" fmla="*/ 405966 h 1161397"/>
              <a:gd name="connsiteX45" fmla="*/ 2881772 w 6884912"/>
              <a:gd name="connsiteY45" fmla="*/ 387260 h 1161397"/>
              <a:gd name="connsiteX46" fmla="*/ 2929932 w 6884912"/>
              <a:gd name="connsiteY46" fmla="*/ 368912 h 1161397"/>
              <a:gd name="connsiteX47" fmla="*/ 3013020 w 6884912"/>
              <a:gd name="connsiteY47" fmla="*/ 327578 h 1161397"/>
              <a:gd name="connsiteX48" fmla="*/ 3222191 w 6884912"/>
              <a:gd name="connsiteY48" fmla="*/ 307887 h 1161397"/>
              <a:gd name="connsiteX49" fmla="*/ 3227953 w 6884912"/>
              <a:gd name="connsiteY49" fmla="*/ 297650 h 1161397"/>
              <a:gd name="connsiteX50" fmla="*/ 3510042 w 6884912"/>
              <a:gd name="connsiteY50" fmla="*/ 311820 h 1161397"/>
              <a:gd name="connsiteX51" fmla="*/ 3626773 w 6884912"/>
              <a:gd name="connsiteY51" fmla="*/ 290452 h 1161397"/>
              <a:gd name="connsiteX52" fmla="*/ 3666217 w 6884912"/>
              <a:gd name="connsiteY52" fmla="*/ 273255 h 1161397"/>
              <a:gd name="connsiteX53" fmla="*/ 3732427 w 6884912"/>
              <a:gd name="connsiteY53" fmla="*/ 245039 h 1161397"/>
              <a:gd name="connsiteX54" fmla="*/ 3777022 w 6884912"/>
              <a:gd name="connsiteY54" fmla="*/ 200276 h 1161397"/>
              <a:gd name="connsiteX55" fmla="*/ 3791246 w 6884912"/>
              <a:gd name="connsiteY55" fmla="*/ 189996 h 1161397"/>
              <a:gd name="connsiteX56" fmla="*/ 3819864 w 6884912"/>
              <a:gd name="connsiteY56" fmla="*/ 194605 h 1161397"/>
              <a:gd name="connsiteX57" fmla="*/ 3830398 w 6884912"/>
              <a:gd name="connsiteY57" fmla="*/ 188383 h 1161397"/>
              <a:gd name="connsiteX58" fmla="*/ 3834360 w 6884912"/>
              <a:gd name="connsiteY58" fmla="*/ 188992 h 1161397"/>
              <a:gd name="connsiteX59" fmla="*/ 3843715 w 6884912"/>
              <a:gd name="connsiteY59" fmla="*/ 188752 h 1161397"/>
              <a:gd name="connsiteX60" fmla="*/ 3842609 w 6884912"/>
              <a:gd name="connsiteY60" fmla="*/ 197386 h 1161397"/>
              <a:gd name="connsiteX61" fmla="*/ 3853961 w 6884912"/>
              <a:gd name="connsiteY61" fmla="*/ 213380 h 1161397"/>
              <a:gd name="connsiteX62" fmla="*/ 3907640 w 6884912"/>
              <a:gd name="connsiteY62" fmla="*/ 207568 h 1161397"/>
              <a:gd name="connsiteX63" fmla="*/ 3910449 w 6884912"/>
              <a:gd name="connsiteY63" fmla="*/ 197808 h 1161397"/>
              <a:gd name="connsiteX64" fmla="*/ 3917197 w 6884912"/>
              <a:gd name="connsiteY64" fmla="*/ 196121 h 1161397"/>
              <a:gd name="connsiteX65" fmla="*/ 3922400 w 6884912"/>
              <a:gd name="connsiteY65" fmla="*/ 205056 h 1161397"/>
              <a:gd name="connsiteX66" fmla="*/ 4013061 w 6884912"/>
              <a:gd name="connsiteY66" fmla="*/ 224874 h 1161397"/>
              <a:gd name="connsiteX67" fmla="*/ 4220717 w 6884912"/>
              <a:gd name="connsiteY67" fmla="*/ 192946 h 1161397"/>
              <a:gd name="connsiteX68" fmla="*/ 4228802 w 6884912"/>
              <a:gd name="connsiteY68" fmla="*/ 201468 h 1161397"/>
              <a:gd name="connsiteX69" fmla="*/ 4289361 w 6884912"/>
              <a:gd name="connsiteY69" fmla="*/ 196642 h 1161397"/>
              <a:gd name="connsiteX70" fmla="*/ 4498913 w 6884912"/>
              <a:gd name="connsiteY70" fmla="*/ 118915 h 1161397"/>
              <a:gd name="connsiteX71" fmla="*/ 4617330 w 6884912"/>
              <a:gd name="connsiteY71" fmla="*/ 111163 h 1161397"/>
              <a:gd name="connsiteX72" fmla="*/ 4659778 w 6884912"/>
              <a:gd name="connsiteY72" fmla="*/ 118219 h 1161397"/>
              <a:gd name="connsiteX73" fmla="*/ 4730870 w 6884912"/>
              <a:gd name="connsiteY73" fmla="*/ 129432 h 1161397"/>
              <a:gd name="connsiteX74" fmla="*/ 4844073 w 6884912"/>
              <a:gd name="connsiteY74" fmla="*/ 161768 h 1161397"/>
              <a:gd name="connsiteX75" fmla="*/ 4856454 w 6884912"/>
              <a:gd name="connsiteY75" fmla="*/ 130488 h 1161397"/>
              <a:gd name="connsiteX76" fmla="*/ 4920038 w 6884912"/>
              <a:gd name="connsiteY76" fmla="*/ 140418 h 1161397"/>
              <a:gd name="connsiteX77" fmla="*/ 5016639 w 6884912"/>
              <a:gd name="connsiteY77" fmla="*/ 158905 h 1161397"/>
              <a:gd name="connsiteX78" fmla="*/ 5072009 w 6884912"/>
              <a:gd name="connsiteY78" fmla="*/ 161502 h 1161397"/>
              <a:gd name="connsiteX79" fmla="*/ 5223626 w 6884912"/>
              <a:gd name="connsiteY79" fmla="*/ 177356 h 1161397"/>
              <a:gd name="connsiteX80" fmla="*/ 5375773 w 6884912"/>
              <a:gd name="connsiteY80" fmla="*/ 199913 h 1161397"/>
              <a:gd name="connsiteX81" fmla="*/ 5467502 w 6884912"/>
              <a:gd name="connsiteY81" fmla="*/ 250963 h 1161397"/>
              <a:gd name="connsiteX82" fmla="*/ 5592395 w 6884912"/>
              <a:gd name="connsiteY82" fmla="*/ 265434 h 1161397"/>
              <a:gd name="connsiteX83" fmla="*/ 5613532 w 6884912"/>
              <a:gd name="connsiteY83" fmla="*/ 273379 h 1161397"/>
              <a:gd name="connsiteX84" fmla="*/ 5642173 w 6884912"/>
              <a:gd name="connsiteY84" fmla="*/ 266904 h 1161397"/>
              <a:gd name="connsiteX85" fmla="*/ 5756910 w 6884912"/>
              <a:gd name="connsiteY85" fmla="*/ 239211 h 1161397"/>
              <a:gd name="connsiteX86" fmla="*/ 5846667 w 6884912"/>
              <a:gd name="connsiteY86" fmla="*/ 201786 h 1161397"/>
              <a:gd name="connsiteX87" fmla="*/ 5960732 w 6884912"/>
              <a:gd name="connsiteY87" fmla="*/ 220708 h 1161397"/>
              <a:gd name="connsiteX88" fmla="*/ 6029542 w 6884912"/>
              <a:gd name="connsiteY88" fmla="*/ 210339 h 1161397"/>
              <a:gd name="connsiteX89" fmla="*/ 6141123 w 6884912"/>
              <a:gd name="connsiteY89" fmla="*/ 159923 h 1161397"/>
              <a:gd name="connsiteX90" fmla="*/ 6290640 w 6884912"/>
              <a:gd name="connsiteY90" fmla="*/ 167441 h 1161397"/>
              <a:gd name="connsiteX91" fmla="*/ 6322806 w 6884912"/>
              <a:gd name="connsiteY91" fmla="*/ 213293 h 1161397"/>
              <a:gd name="connsiteX92" fmla="*/ 6380420 w 6884912"/>
              <a:gd name="connsiteY92" fmla="*/ 173195 h 1161397"/>
              <a:gd name="connsiteX93" fmla="*/ 6507891 w 6884912"/>
              <a:gd name="connsiteY93" fmla="*/ 118474 h 1161397"/>
              <a:gd name="connsiteX94" fmla="*/ 6571807 w 6884912"/>
              <a:gd name="connsiteY94" fmla="*/ 98636 h 1161397"/>
              <a:gd name="connsiteX95" fmla="*/ 6671880 w 6884912"/>
              <a:gd name="connsiteY95" fmla="*/ 82931 h 1161397"/>
              <a:gd name="connsiteX96" fmla="*/ 6702266 w 6884912"/>
              <a:gd name="connsiteY96" fmla="*/ 75470 h 1161397"/>
              <a:gd name="connsiteX97" fmla="*/ 6845802 w 6884912"/>
              <a:gd name="connsiteY97" fmla="*/ 24496 h 1161397"/>
              <a:gd name="connsiteX98" fmla="*/ 6884912 w 6884912"/>
              <a:gd name="connsiteY98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11320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548162 w 6884912"/>
              <a:gd name="connsiteY7" fmla="*/ 984908 h 1161397"/>
              <a:gd name="connsiteX8" fmla="*/ 651408 w 6884912"/>
              <a:gd name="connsiteY8" fmla="*/ 984938 h 1161397"/>
              <a:gd name="connsiteX9" fmla="*/ 723108 w 6884912"/>
              <a:gd name="connsiteY9" fmla="*/ 941904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207847 w 6884912"/>
              <a:gd name="connsiteY15" fmla="*/ 689087 h 1161397"/>
              <a:gd name="connsiteX16" fmla="*/ 1242716 w 6884912"/>
              <a:gd name="connsiteY16" fmla="*/ 698052 h 1161397"/>
              <a:gd name="connsiteX17" fmla="*/ 1299977 w 6884912"/>
              <a:gd name="connsiteY17" fmla="*/ 639196 h 1161397"/>
              <a:gd name="connsiteX18" fmla="*/ 1326190 w 6884912"/>
              <a:gd name="connsiteY18" fmla="*/ 625955 h 1161397"/>
              <a:gd name="connsiteX19" fmla="*/ 1339600 w 6884912"/>
              <a:gd name="connsiteY19" fmla="*/ 616295 h 1161397"/>
              <a:gd name="connsiteX20" fmla="*/ 1340054 w 6884912"/>
              <a:gd name="connsiteY20" fmla="*/ 614022 h 1161397"/>
              <a:gd name="connsiteX21" fmla="*/ 1391606 w 6884912"/>
              <a:gd name="connsiteY21" fmla="*/ 615229 h 1161397"/>
              <a:gd name="connsiteX22" fmla="*/ 1397565 w 6884912"/>
              <a:gd name="connsiteY22" fmla="*/ 611490 h 1161397"/>
              <a:gd name="connsiteX23" fmla="*/ 1432302 w 6884912"/>
              <a:gd name="connsiteY23" fmla="*/ 617267 h 1161397"/>
              <a:gd name="connsiteX24" fmla="*/ 1449644 w 6884912"/>
              <a:gd name="connsiteY24" fmla="*/ 617591 h 1161397"/>
              <a:gd name="connsiteX25" fmla="*/ 1455793 w 6884912"/>
              <a:gd name="connsiteY25" fmla="*/ 623174 h 1161397"/>
              <a:gd name="connsiteX26" fmla="*/ 1480758 w 6884912"/>
              <a:gd name="connsiteY26" fmla="*/ 620863 h 1161397"/>
              <a:gd name="connsiteX27" fmla="*/ 1483154 w 6884912"/>
              <a:gd name="connsiteY27" fmla="*/ 618527 h 1161397"/>
              <a:gd name="connsiteX28" fmla="*/ 1505495 w 6884912"/>
              <a:gd name="connsiteY28" fmla="*/ 624325 h 1161397"/>
              <a:gd name="connsiteX29" fmla="*/ 1526340 w 6884912"/>
              <a:gd name="connsiteY29" fmla="*/ 638496 h 1161397"/>
              <a:gd name="connsiteX30" fmla="*/ 1731986 w 6884912"/>
              <a:gd name="connsiteY30" fmla="*/ 589682 h 1161397"/>
              <a:gd name="connsiteX31" fmla="*/ 1927935 w 6884912"/>
              <a:gd name="connsiteY31" fmla="*/ 628540 h 1161397"/>
              <a:gd name="connsiteX32" fmla="*/ 2039075 w 6884912"/>
              <a:gd name="connsiteY32" fmla="*/ 599964 h 1161397"/>
              <a:gd name="connsiteX33" fmla="*/ 2066980 w 6884912"/>
              <a:gd name="connsiteY33" fmla="*/ 550413 h 1161397"/>
              <a:gd name="connsiteX34" fmla="*/ 2352236 w 6884912"/>
              <a:gd name="connsiteY34" fmla="*/ 519602 h 1161397"/>
              <a:gd name="connsiteX35" fmla="*/ 2420791 w 6884912"/>
              <a:gd name="connsiteY35" fmla="*/ 492826 h 1161397"/>
              <a:gd name="connsiteX36" fmla="*/ 2489932 w 6884912"/>
              <a:gd name="connsiteY36" fmla="*/ 507864 h 1161397"/>
              <a:gd name="connsiteX37" fmla="*/ 2512917 w 6884912"/>
              <a:gd name="connsiteY37" fmla="*/ 489127 h 1161397"/>
              <a:gd name="connsiteX38" fmla="*/ 2516783 w 6884912"/>
              <a:gd name="connsiteY38" fmla="*/ 485473 h 1161397"/>
              <a:gd name="connsiteX39" fmla="*/ 2534360 w 6884912"/>
              <a:gd name="connsiteY39" fmla="*/ 480064 h 1161397"/>
              <a:gd name="connsiteX40" fmla="*/ 2536691 w 6884912"/>
              <a:gd name="connsiteY40" fmla="*/ 467018 h 1161397"/>
              <a:gd name="connsiteX41" fmla="*/ 2561265 w 6884912"/>
              <a:gd name="connsiteY41" fmla="*/ 450623 h 1161397"/>
              <a:gd name="connsiteX42" fmla="*/ 2594349 w 6884912"/>
              <a:gd name="connsiteY42" fmla="*/ 443884 h 1161397"/>
              <a:gd name="connsiteX43" fmla="*/ 2754324 w 6884912"/>
              <a:gd name="connsiteY43" fmla="*/ 424766 h 1161397"/>
              <a:gd name="connsiteX44" fmla="*/ 2848470 w 6884912"/>
              <a:gd name="connsiteY44" fmla="*/ 405966 h 1161397"/>
              <a:gd name="connsiteX45" fmla="*/ 2881772 w 6884912"/>
              <a:gd name="connsiteY45" fmla="*/ 387260 h 1161397"/>
              <a:gd name="connsiteX46" fmla="*/ 2929932 w 6884912"/>
              <a:gd name="connsiteY46" fmla="*/ 368912 h 1161397"/>
              <a:gd name="connsiteX47" fmla="*/ 3013020 w 6884912"/>
              <a:gd name="connsiteY47" fmla="*/ 327578 h 1161397"/>
              <a:gd name="connsiteX48" fmla="*/ 3222191 w 6884912"/>
              <a:gd name="connsiteY48" fmla="*/ 307887 h 1161397"/>
              <a:gd name="connsiteX49" fmla="*/ 3227953 w 6884912"/>
              <a:gd name="connsiteY49" fmla="*/ 297650 h 1161397"/>
              <a:gd name="connsiteX50" fmla="*/ 3510042 w 6884912"/>
              <a:gd name="connsiteY50" fmla="*/ 311820 h 1161397"/>
              <a:gd name="connsiteX51" fmla="*/ 3626773 w 6884912"/>
              <a:gd name="connsiteY51" fmla="*/ 290452 h 1161397"/>
              <a:gd name="connsiteX52" fmla="*/ 3666217 w 6884912"/>
              <a:gd name="connsiteY52" fmla="*/ 273255 h 1161397"/>
              <a:gd name="connsiteX53" fmla="*/ 3732427 w 6884912"/>
              <a:gd name="connsiteY53" fmla="*/ 245039 h 1161397"/>
              <a:gd name="connsiteX54" fmla="*/ 3777022 w 6884912"/>
              <a:gd name="connsiteY54" fmla="*/ 200276 h 1161397"/>
              <a:gd name="connsiteX55" fmla="*/ 3791246 w 6884912"/>
              <a:gd name="connsiteY55" fmla="*/ 189996 h 1161397"/>
              <a:gd name="connsiteX56" fmla="*/ 3819864 w 6884912"/>
              <a:gd name="connsiteY56" fmla="*/ 194605 h 1161397"/>
              <a:gd name="connsiteX57" fmla="*/ 3830398 w 6884912"/>
              <a:gd name="connsiteY57" fmla="*/ 188383 h 1161397"/>
              <a:gd name="connsiteX58" fmla="*/ 3834360 w 6884912"/>
              <a:gd name="connsiteY58" fmla="*/ 188992 h 1161397"/>
              <a:gd name="connsiteX59" fmla="*/ 3843715 w 6884912"/>
              <a:gd name="connsiteY59" fmla="*/ 188752 h 1161397"/>
              <a:gd name="connsiteX60" fmla="*/ 3842609 w 6884912"/>
              <a:gd name="connsiteY60" fmla="*/ 197386 h 1161397"/>
              <a:gd name="connsiteX61" fmla="*/ 3853961 w 6884912"/>
              <a:gd name="connsiteY61" fmla="*/ 213380 h 1161397"/>
              <a:gd name="connsiteX62" fmla="*/ 3907640 w 6884912"/>
              <a:gd name="connsiteY62" fmla="*/ 207568 h 1161397"/>
              <a:gd name="connsiteX63" fmla="*/ 3910449 w 6884912"/>
              <a:gd name="connsiteY63" fmla="*/ 197808 h 1161397"/>
              <a:gd name="connsiteX64" fmla="*/ 3917197 w 6884912"/>
              <a:gd name="connsiteY64" fmla="*/ 196121 h 1161397"/>
              <a:gd name="connsiteX65" fmla="*/ 3922400 w 6884912"/>
              <a:gd name="connsiteY65" fmla="*/ 205056 h 1161397"/>
              <a:gd name="connsiteX66" fmla="*/ 4013061 w 6884912"/>
              <a:gd name="connsiteY66" fmla="*/ 224874 h 1161397"/>
              <a:gd name="connsiteX67" fmla="*/ 4220717 w 6884912"/>
              <a:gd name="connsiteY67" fmla="*/ 192946 h 1161397"/>
              <a:gd name="connsiteX68" fmla="*/ 4228802 w 6884912"/>
              <a:gd name="connsiteY68" fmla="*/ 201468 h 1161397"/>
              <a:gd name="connsiteX69" fmla="*/ 4289361 w 6884912"/>
              <a:gd name="connsiteY69" fmla="*/ 196642 h 1161397"/>
              <a:gd name="connsiteX70" fmla="*/ 4498913 w 6884912"/>
              <a:gd name="connsiteY70" fmla="*/ 118915 h 1161397"/>
              <a:gd name="connsiteX71" fmla="*/ 4617330 w 6884912"/>
              <a:gd name="connsiteY71" fmla="*/ 111163 h 1161397"/>
              <a:gd name="connsiteX72" fmla="*/ 4659778 w 6884912"/>
              <a:gd name="connsiteY72" fmla="*/ 118219 h 1161397"/>
              <a:gd name="connsiteX73" fmla="*/ 4730870 w 6884912"/>
              <a:gd name="connsiteY73" fmla="*/ 129432 h 1161397"/>
              <a:gd name="connsiteX74" fmla="*/ 4844073 w 6884912"/>
              <a:gd name="connsiteY74" fmla="*/ 161768 h 1161397"/>
              <a:gd name="connsiteX75" fmla="*/ 4856454 w 6884912"/>
              <a:gd name="connsiteY75" fmla="*/ 130488 h 1161397"/>
              <a:gd name="connsiteX76" fmla="*/ 4920038 w 6884912"/>
              <a:gd name="connsiteY76" fmla="*/ 140418 h 1161397"/>
              <a:gd name="connsiteX77" fmla="*/ 5016639 w 6884912"/>
              <a:gd name="connsiteY77" fmla="*/ 158905 h 1161397"/>
              <a:gd name="connsiteX78" fmla="*/ 5072009 w 6884912"/>
              <a:gd name="connsiteY78" fmla="*/ 161502 h 1161397"/>
              <a:gd name="connsiteX79" fmla="*/ 5223626 w 6884912"/>
              <a:gd name="connsiteY79" fmla="*/ 177356 h 1161397"/>
              <a:gd name="connsiteX80" fmla="*/ 5375773 w 6884912"/>
              <a:gd name="connsiteY80" fmla="*/ 199913 h 1161397"/>
              <a:gd name="connsiteX81" fmla="*/ 5467502 w 6884912"/>
              <a:gd name="connsiteY81" fmla="*/ 250963 h 1161397"/>
              <a:gd name="connsiteX82" fmla="*/ 5592395 w 6884912"/>
              <a:gd name="connsiteY82" fmla="*/ 265434 h 1161397"/>
              <a:gd name="connsiteX83" fmla="*/ 5613532 w 6884912"/>
              <a:gd name="connsiteY83" fmla="*/ 273379 h 1161397"/>
              <a:gd name="connsiteX84" fmla="*/ 5642173 w 6884912"/>
              <a:gd name="connsiteY84" fmla="*/ 266904 h 1161397"/>
              <a:gd name="connsiteX85" fmla="*/ 5756910 w 6884912"/>
              <a:gd name="connsiteY85" fmla="*/ 239211 h 1161397"/>
              <a:gd name="connsiteX86" fmla="*/ 5846667 w 6884912"/>
              <a:gd name="connsiteY86" fmla="*/ 201786 h 1161397"/>
              <a:gd name="connsiteX87" fmla="*/ 5960732 w 6884912"/>
              <a:gd name="connsiteY87" fmla="*/ 220708 h 1161397"/>
              <a:gd name="connsiteX88" fmla="*/ 6029542 w 6884912"/>
              <a:gd name="connsiteY88" fmla="*/ 210339 h 1161397"/>
              <a:gd name="connsiteX89" fmla="*/ 6141123 w 6884912"/>
              <a:gd name="connsiteY89" fmla="*/ 159923 h 1161397"/>
              <a:gd name="connsiteX90" fmla="*/ 6290640 w 6884912"/>
              <a:gd name="connsiteY90" fmla="*/ 167441 h 1161397"/>
              <a:gd name="connsiteX91" fmla="*/ 6322806 w 6884912"/>
              <a:gd name="connsiteY91" fmla="*/ 213293 h 1161397"/>
              <a:gd name="connsiteX92" fmla="*/ 6380420 w 6884912"/>
              <a:gd name="connsiteY92" fmla="*/ 173195 h 1161397"/>
              <a:gd name="connsiteX93" fmla="*/ 6507891 w 6884912"/>
              <a:gd name="connsiteY93" fmla="*/ 118474 h 1161397"/>
              <a:gd name="connsiteX94" fmla="*/ 6571807 w 6884912"/>
              <a:gd name="connsiteY94" fmla="*/ 98636 h 1161397"/>
              <a:gd name="connsiteX95" fmla="*/ 6671880 w 6884912"/>
              <a:gd name="connsiteY95" fmla="*/ 82931 h 1161397"/>
              <a:gd name="connsiteX96" fmla="*/ 6702266 w 6884912"/>
              <a:gd name="connsiteY96" fmla="*/ 75470 h 1161397"/>
              <a:gd name="connsiteX97" fmla="*/ 6845802 w 6884912"/>
              <a:gd name="connsiteY97" fmla="*/ 24496 h 1161397"/>
              <a:gd name="connsiteX98" fmla="*/ 6884912 w 6884912"/>
              <a:gd name="connsiteY98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11320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548162 w 6884912"/>
              <a:gd name="connsiteY7" fmla="*/ 984908 h 1161397"/>
              <a:gd name="connsiteX8" fmla="*/ 651408 w 6884912"/>
              <a:gd name="connsiteY8" fmla="*/ 984938 h 1161397"/>
              <a:gd name="connsiteX9" fmla="*/ 723108 w 6884912"/>
              <a:gd name="connsiteY9" fmla="*/ 941904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7166 w 6884912"/>
              <a:gd name="connsiteY14" fmla="*/ 744338 h 1161397"/>
              <a:gd name="connsiteX15" fmla="*/ 1207847 w 6884912"/>
              <a:gd name="connsiteY15" fmla="*/ 689087 h 1161397"/>
              <a:gd name="connsiteX16" fmla="*/ 1242716 w 6884912"/>
              <a:gd name="connsiteY16" fmla="*/ 698052 h 1161397"/>
              <a:gd name="connsiteX17" fmla="*/ 1299977 w 6884912"/>
              <a:gd name="connsiteY17" fmla="*/ 639196 h 1161397"/>
              <a:gd name="connsiteX18" fmla="*/ 1326190 w 6884912"/>
              <a:gd name="connsiteY18" fmla="*/ 625955 h 1161397"/>
              <a:gd name="connsiteX19" fmla="*/ 1339600 w 6884912"/>
              <a:gd name="connsiteY19" fmla="*/ 616295 h 1161397"/>
              <a:gd name="connsiteX20" fmla="*/ 1340054 w 6884912"/>
              <a:gd name="connsiteY20" fmla="*/ 614022 h 1161397"/>
              <a:gd name="connsiteX21" fmla="*/ 1391606 w 6884912"/>
              <a:gd name="connsiteY21" fmla="*/ 615229 h 1161397"/>
              <a:gd name="connsiteX22" fmla="*/ 1397565 w 6884912"/>
              <a:gd name="connsiteY22" fmla="*/ 611490 h 1161397"/>
              <a:gd name="connsiteX23" fmla="*/ 1432302 w 6884912"/>
              <a:gd name="connsiteY23" fmla="*/ 617267 h 1161397"/>
              <a:gd name="connsiteX24" fmla="*/ 1449644 w 6884912"/>
              <a:gd name="connsiteY24" fmla="*/ 617591 h 1161397"/>
              <a:gd name="connsiteX25" fmla="*/ 1455793 w 6884912"/>
              <a:gd name="connsiteY25" fmla="*/ 623174 h 1161397"/>
              <a:gd name="connsiteX26" fmla="*/ 1480758 w 6884912"/>
              <a:gd name="connsiteY26" fmla="*/ 620863 h 1161397"/>
              <a:gd name="connsiteX27" fmla="*/ 1483154 w 6884912"/>
              <a:gd name="connsiteY27" fmla="*/ 618527 h 1161397"/>
              <a:gd name="connsiteX28" fmla="*/ 1505495 w 6884912"/>
              <a:gd name="connsiteY28" fmla="*/ 624325 h 1161397"/>
              <a:gd name="connsiteX29" fmla="*/ 1526340 w 6884912"/>
              <a:gd name="connsiteY29" fmla="*/ 638496 h 1161397"/>
              <a:gd name="connsiteX30" fmla="*/ 1731986 w 6884912"/>
              <a:gd name="connsiteY30" fmla="*/ 589682 h 1161397"/>
              <a:gd name="connsiteX31" fmla="*/ 1927935 w 6884912"/>
              <a:gd name="connsiteY31" fmla="*/ 628540 h 1161397"/>
              <a:gd name="connsiteX32" fmla="*/ 2039075 w 6884912"/>
              <a:gd name="connsiteY32" fmla="*/ 599964 h 1161397"/>
              <a:gd name="connsiteX33" fmla="*/ 2066980 w 6884912"/>
              <a:gd name="connsiteY33" fmla="*/ 550413 h 1161397"/>
              <a:gd name="connsiteX34" fmla="*/ 2352236 w 6884912"/>
              <a:gd name="connsiteY34" fmla="*/ 519602 h 1161397"/>
              <a:gd name="connsiteX35" fmla="*/ 2420791 w 6884912"/>
              <a:gd name="connsiteY35" fmla="*/ 492826 h 1161397"/>
              <a:gd name="connsiteX36" fmla="*/ 2489932 w 6884912"/>
              <a:gd name="connsiteY36" fmla="*/ 507864 h 1161397"/>
              <a:gd name="connsiteX37" fmla="*/ 2512917 w 6884912"/>
              <a:gd name="connsiteY37" fmla="*/ 489127 h 1161397"/>
              <a:gd name="connsiteX38" fmla="*/ 2516783 w 6884912"/>
              <a:gd name="connsiteY38" fmla="*/ 485473 h 1161397"/>
              <a:gd name="connsiteX39" fmla="*/ 2534360 w 6884912"/>
              <a:gd name="connsiteY39" fmla="*/ 480064 h 1161397"/>
              <a:gd name="connsiteX40" fmla="*/ 2536691 w 6884912"/>
              <a:gd name="connsiteY40" fmla="*/ 467018 h 1161397"/>
              <a:gd name="connsiteX41" fmla="*/ 2561265 w 6884912"/>
              <a:gd name="connsiteY41" fmla="*/ 450623 h 1161397"/>
              <a:gd name="connsiteX42" fmla="*/ 2594349 w 6884912"/>
              <a:gd name="connsiteY42" fmla="*/ 443884 h 1161397"/>
              <a:gd name="connsiteX43" fmla="*/ 2754324 w 6884912"/>
              <a:gd name="connsiteY43" fmla="*/ 424766 h 1161397"/>
              <a:gd name="connsiteX44" fmla="*/ 2848470 w 6884912"/>
              <a:gd name="connsiteY44" fmla="*/ 405966 h 1161397"/>
              <a:gd name="connsiteX45" fmla="*/ 2881772 w 6884912"/>
              <a:gd name="connsiteY45" fmla="*/ 387260 h 1161397"/>
              <a:gd name="connsiteX46" fmla="*/ 2929932 w 6884912"/>
              <a:gd name="connsiteY46" fmla="*/ 368912 h 1161397"/>
              <a:gd name="connsiteX47" fmla="*/ 3013020 w 6884912"/>
              <a:gd name="connsiteY47" fmla="*/ 327578 h 1161397"/>
              <a:gd name="connsiteX48" fmla="*/ 3222191 w 6884912"/>
              <a:gd name="connsiteY48" fmla="*/ 307887 h 1161397"/>
              <a:gd name="connsiteX49" fmla="*/ 3227953 w 6884912"/>
              <a:gd name="connsiteY49" fmla="*/ 297650 h 1161397"/>
              <a:gd name="connsiteX50" fmla="*/ 3510042 w 6884912"/>
              <a:gd name="connsiteY50" fmla="*/ 311820 h 1161397"/>
              <a:gd name="connsiteX51" fmla="*/ 3626773 w 6884912"/>
              <a:gd name="connsiteY51" fmla="*/ 290452 h 1161397"/>
              <a:gd name="connsiteX52" fmla="*/ 3666217 w 6884912"/>
              <a:gd name="connsiteY52" fmla="*/ 273255 h 1161397"/>
              <a:gd name="connsiteX53" fmla="*/ 3732427 w 6884912"/>
              <a:gd name="connsiteY53" fmla="*/ 245039 h 1161397"/>
              <a:gd name="connsiteX54" fmla="*/ 3777022 w 6884912"/>
              <a:gd name="connsiteY54" fmla="*/ 200276 h 1161397"/>
              <a:gd name="connsiteX55" fmla="*/ 3791246 w 6884912"/>
              <a:gd name="connsiteY55" fmla="*/ 189996 h 1161397"/>
              <a:gd name="connsiteX56" fmla="*/ 3819864 w 6884912"/>
              <a:gd name="connsiteY56" fmla="*/ 194605 h 1161397"/>
              <a:gd name="connsiteX57" fmla="*/ 3830398 w 6884912"/>
              <a:gd name="connsiteY57" fmla="*/ 188383 h 1161397"/>
              <a:gd name="connsiteX58" fmla="*/ 3834360 w 6884912"/>
              <a:gd name="connsiteY58" fmla="*/ 188992 h 1161397"/>
              <a:gd name="connsiteX59" fmla="*/ 3843715 w 6884912"/>
              <a:gd name="connsiteY59" fmla="*/ 188752 h 1161397"/>
              <a:gd name="connsiteX60" fmla="*/ 3842609 w 6884912"/>
              <a:gd name="connsiteY60" fmla="*/ 197386 h 1161397"/>
              <a:gd name="connsiteX61" fmla="*/ 3853961 w 6884912"/>
              <a:gd name="connsiteY61" fmla="*/ 213380 h 1161397"/>
              <a:gd name="connsiteX62" fmla="*/ 3907640 w 6884912"/>
              <a:gd name="connsiteY62" fmla="*/ 207568 h 1161397"/>
              <a:gd name="connsiteX63" fmla="*/ 3910449 w 6884912"/>
              <a:gd name="connsiteY63" fmla="*/ 197808 h 1161397"/>
              <a:gd name="connsiteX64" fmla="*/ 3917197 w 6884912"/>
              <a:gd name="connsiteY64" fmla="*/ 196121 h 1161397"/>
              <a:gd name="connsiteX65" fmla="*/ 3922400 w 6884912"/>
              <a:gd name="connsiteY65" fmla="*/ 205056 h 1161397"/>
              <a:gd name="connsiteX66" fmla="*/ 4013061 w 6884912"/>
              <a:gd name="connsiteY66" fmla="*/ 224874 h 1161397"/>
              <a:gd name="connsiteX67" fmla="*/ 4220717 w 6884912"/>
              <a:gd name="connsiteY67" fmla="*/ 192946 h 1161397"/>
              <a:gd name="connsiteX68" fmla="*/ 4228802 w 6884912"/>
              <a:gd name="connsiteY68" fmla="*/ 201468 h 1161397"/>
              <a:gd name="connsiteX69" fmla="*/ 4289361 w 6884912"/>
              <a:gd name="connsiteY69" fmla="*/ 196642 h 1161397"/>
              <a:gd name="connsiteX70" fmla="*/ 4498913 w 6884912"/>
              <a:gd name="connsiteY70" fmla="*/ 118915 h 1161397"/>
              <a:gd name="connsiteX71" fmla="*/ 4617330 w 6884912"/>
              <a:gd name="connsiteY71" fmla="*/ 111163 h 1161397"/>
              <a:gd name="connsiteX72" fmla="*/ 4659778 w 6884912"/>
              <a:gd name="connsiteY72" fmla="*/ 118219 h 1161397"/>
              <a:gd name="connsiteX73" fmla="*/ 4730870 w 6884912"/>
              <a:gd name="connsiteY73" fmla="*/ 129432 h 1161397"/>
              <a:gd name="connsiteX74" fmla="*/ 4844073 w 6884912"/>
              <a:gd name="connsiteY74" fmla="*/ 161768 h 1161397"/>
              <a:gd name="connsiteX75" fmla="*/ 4856454 w 6884912"/>
              <a:gd name="connsiteY75" fmla="*/ 130488 h 1161397"/>
              <a:gd name="connsiteX76" fmla="*/ 4920038 w 6884912"/>
              <a:gd name="connsiteY76" fmla="*/ 140418 h 1161397"/>
              <a:gd name="connsiteX77" fmla="*/ 5016639 w 6884912"/>
              <a:gd name="connsiteY77" fmla="*/ 158905 h 1161397"/>
              <a:gd name="connsiteX78" fmla="*/ 5072009 w 6884912"/>
              <a:gd name="connsiteY78" fmla="*/ 161502 h 1161397"/>
              <a:gd name="connsiteX79" fmla="*/ 5223626 w 6884912"/>
              <a:gd name="connsiteY79" fmla="*/ 177356 h 1161397"/>
              <a:gd name="connsiteX80" fmla="*/ 5375773 w 6884912"/>
              <a:gd name="connsiteY80" fmla="*/ 199913 h 1161397"/>
              <a:gd name="connsiteX81" fmla="*/ 5467502 w 6884912"/>
              <a:gd name="connsiteY81" fmla="*/ 250963 h 1161397"/>
              <a:gd name="connsiteX82" fmla="*/ 5592395 w 6884912"/>
              <a:gd name="connsiteY82" fmla="*/ 265434 h 1161397"/>
              <a:gd name="connsiteX83" fmla="*/ 5613532 w 6884912"/>
              <a:gd name="connsiteY83" fmla="*/ 273379 h 1161397"/>
              <a:gd name="connsiteX84" fmla="*/ 5642173 w 6884912"/>
              <a:gd name="connsiteY84" fmla="*/ 266904 h 1161397"/>
              <a:gd name="connsiteX85" fmla="*/ 5756910 w 6884912"/>
              <a:gd name="connsiteY85" fmla="*/ 239211 h 1161397"/>
              <a:gd name="connsiteX86" fmla="*/ 5846667 w 6884912"/>
              <a:gd name="connsiteY86" fmla="*/ 201786 h 1161397"/>
              <a:gd name="connsiteX87" fmla="*/ 5960732 w 6884912"/>
              <a:gd name="connsiteY87" fmla="*/ 220708 h 1161397"/>
              <a:gd name="connsiteX88" fmla="*/ 6029542 w 6884912"/>
              <a:gd name="connsiteY88" fmla="*/ 210339 h 1161397"/>
              <a:gd name="connsiteX89" fmla="*/ 6141123 w 6884912"/>
              <a:gd name="connsiteY89" fmla="*/ 159923 h 1161397"/>
              <a:gd name="connsiteX90" fmla="*/ 6290640 w 6884912"/>
              <a:gd name="connsiteY90" fmla="*/ 167441 h 1161397"/>
              <a:gd name="connsiteX91" fmla="*/ 6322806 w 6884912"/>
              <a:gd name="connsiteY91" fmla="*/ 213293 h 1161397"/>
              <a:gd name="connsiteX92" fmla="*/ 6380420 w 6884912"/>
              <a:gd name="connsiteY92" fmla="*/ 173195 h 1161397"/>
              <a:gd name="connsiteX93" fmla="*/ 6507891 w 6884912"/>
              <a:gd name="connsiteY93" fmla="*/ 118474 h 1161397"/>
              <a:gd name="connsiteX94" fmla="*/ 6571807 w 6884912"/>
              <a:gd name="connsiteY94" fmla="*/ 98636 h 1161397"/>
              <a:gd name="connsiteX95" fmla="*/ 6671880 w 6884912"/>
              <a:gd name="connsiteY95" fmla="*/ 82931 h 1161397"/>
              <a:gd name="connsiteX96" fmla="*/ 6702266 w 6884912"/>
              <a:gd name="connsiteY96" fmla="*/ 75470 h 1161397"/>
              <a:gd name="connsiteX97" fmla="*/ 6845802 w 6884912"/>
              <a:gd name="connsiteY97" fmla="*/ 24496 h 1161397"/>
              <a:gd name="connsiteX98" fmla="*/ 6884912 w 6884912"/>
              <a:gd name="connsiteY98" fmla="*/ 0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088181"/>
                  <a:pt x="115388" y="1111320"/>
                </a:cubicBezTo>
                <a:cubicBezTo>
                  <a:pt x="146435" y="1096221"/>
                  <a:pt x="156823" y="1079485"/>
                  <a:pt x="213420" y="1056868"/>
                </a:cubicBezTo>
                <a:cubicBezTo>
                  <a:pt x="288217" y="1040787"/>
                  <a:pt x="383333" y="1044881"/>
                  <a:pt x="454970" y="1023343"/>
                </a:cubicBezTo>
                <a:cubicBezTo>
                  <a:pt x="440966" y="999969"/>
                  <a:pt x="571419" y="1006841"/>
                  <a:pt x="548162" y="984908"/>
                </a:cubicBezTo>
                <a:cubicBezTo>
                  <a:pt x="561321" y="956563"/>
                  <a:pt x="637415" y="1010272"/>
                  <a:pt x="651408" y="984938"/>
                </a:cubicBezTo>
                <a:cubicBezTo>
                  <a:pt x="671652" y="980952"/>
                  <a:pt x="698726" y="950833"/>
                  <a:pt x="723108" y="941904"/>
                </a:cubicBezTo>
                <a:cubicBezTo>
                  <a:pt x="760262" y="946949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6251" y="768649"/>
                  <a:pt x="1137166" y="744338"/>
                </a:cubicBezTo>
                <a:lnTo>
                  <a:pt x="1207847" y="689087"/>
                </a:lnTo>
                <a:cubicBezTo>
                  <a:pt x="1226429" y="687736"/>
                  <a:pt x="1222409" y="707958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cubicBezTo>
                  <a:pt x="1339751" y="615537"/>
                  <a:pt x="1339903" y="614780"/>
                  <a:pt x="1340054" y="614022"/>
                </a:cubicBez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61730" y="317407"/>
                  <a:pt x="3186369" y="312875"/>
                  <a:pt x="3222191" y="307887"/>
                </a:cubicBezTo>
                <a:cubicBezTo>
                  <a:pt x="3223593" y="304249"/>
                  <a:pt x="3179978" y="296995"/>
                  <a:pt x="3227953" y="297650"/>
                </a:cubicBezTo>
                <a:cubicBezTo>
                  <a:pt x="3275928" y="298306"/>
                  <a:pt x="3443572" y="313020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62781" y="222856"/>
                  <a:pt x="4184760" y="196847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61586" y="136690"/>
                  <a:pt x="4823142" y="161592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7769" y="214252"/>
                  <a:pt x="6349573" y="188998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lnTo>
                  <a:pt x="6884912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Graphic 17" descr="Network">
            <a:extLst>
              <a:ext uri="{FF2B5EF4-FFF2-40B4-BE49-F238E27FC236}">
                <a16:creationId xmlns:a16="http://schemas.microsoft.com/office/drawing/2014/main" id="{7A847CCE-984E-8404-85E5-683619AC45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2924" y="2130705"/>
            <a:ext cx="3021806" cy="3021806"/>
          </a:xfrm>
          <a:prstGeom prst="rect">
            <a:avLst/>
          </a:prstGeom>
        </p:spPr>
      </p:pic>
      <p:graphicFrame>
        <p:nvGraphicFramePr>
          <p:cNvPr id="212" name="TextBox 2">
            <a:extLst>
              <a:ext uri="{FF2B5EF4-FFF2-40B4-BE49-F238E27FC236}">
                <a16:creationId xmlns:a16="http://schemas.microsoft.com/office/drawing/2014/main" id="{93B61F6A-063A-1F5B-4126-BAE4105BE33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71947703"/>
              </p:ext>
            </p:extLst>
          </p:nvPr>
        </p:nvGraphicFramePr>
        <p:xfrm>
          <a:off x="4036218" y="2194101"/>
          <a:ext cx="4362272" cy="39085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005A0B-2A4D-2557-A474-418C4BB61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9" name="Rectangle 218">
            <a:extLst>
              <a:ext uri="{FF2B5EF4-FFF2-40B4-BE49-F238E27FC236}">
                <a16:creationId xmlns:a16="http://schemas.microsoft.com/office/drawing/2014/main" id="{549B9B5C-C02A-E959-3E24-3CE5204884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206D06-DE50-B882-BB5F-CD856C295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6218" y="609600"/>
            <a:ext cx="4362271" cy="133083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CIA Triad – SolarWinds</a:t>
            </a:r>
          </a:p>
        </p:txBody>
      </p:sp>
      <p:sp>
        <p:nvSpPr>
          <p:cNvPr id="220" name="Freeform: Shape 219">
            <a:extLst>
              <a:ext uri="{FF2B5EF4-FFF2-40B4-BE49-F238E27FC236}">
                <a16:creationId xmlns:a16="http://schemas.microsoft.com/office/drawing/2014/main" id="{8B2CE10E-0BEC-1B3A-84DE-7D311CD326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652260" cy="767978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21" name="Freeform: Shape 220">
            <a:extLst>
              <a:ext uri="{FF2B5EF4-FFF2-40B4-BE49-F238E27FC236}">
                <a16:creationId xmlns:a16="http://schemas.microsoft.com/office/drawing/2014/main" id="{7CCDD441-0EB9-A797-4332-0943DF8D42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4314" y="6027658"/>
            <a:ext cx="5929686" cy="830343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287859 w 6884912"/>
              <a:gd name="connsiteY60" fmla="*/ 287558 h 1161397"/>
              <a:gd name="connsiteX61" fmla="*/ 3510042 w 6884912"/>
              <a:gd name="connsiteY61" fmla="*/ 311820 h 1161397"/>
              <a:gd name="connsiteX62" fmla="*/ 3626773 w 6884912"/>
              <a:gd name="connsiteY62" fmla="*/ 290452 h 1161397"/>
              <a:gd name="connsiteX63" fmla="*/ 3666217 w 6884912"/>
              <a:gd name="connsiteY63" fmla="*/ 273255 h 1161397"/>
              <a:gd name="connsiteX64" fmla="*/ 3732427 w 6884912"/>
              <a:gd name="connsiteY64" fmla="*/ 245039 h 1161397"/>
              <a:gd name="connsiteX65" fmla="*/ 3777022 w 6884912"/>
              <a:gd name="connsiteY65" fmla="*/ 200276 h 1161397"/>
              <a:gd name="connsiteX66" fmla="*/ 3791246 w 6884912"/>
              <a:gd name="connsiteY66" fmla="*/ 189996 h 1161397"/>
              <a:gd name="connsiteX67" fmla="*/ 3819864 w 6884912"/>
              <a:gd name="connsiteY67" fmla="*/ 194605 h 1161397"/>
              <a:gd name="connsiteX68" fmla="*/ 3830398 w 6884912"/>
              <a:gd name="connsiteY68" fmla="*/ 188383 h 1161397"/>
              <a:gd name="connsiteX69" fmla="*/ 3834360 w 6884912"/>
              <a:gd name="connsiteY69" fmla="*/ 188992 h 1161397"/>
              <a:gd name="connsiteX70" fmla="*/ 3843715 w 6884912"/>
              <a:gd name="connsiteY70" fmla="*/ 188752 h 1161397"/>
              <a:gd name="connsiteX71" fmla="*/ 3842609 w 6884912"/>
              <a:gd name="connsiteY71" fmla="*/ 197386 h 1161397"/>
              <a:gd name="connsiteX72" fmla="*/ 3853961 w 6884912"/>
              <a:gd name="connsiteY72" fmla="*/ 213380 h 1161397"/>
              <a:gd name="connsiteX73" fmla="*/ 3907640 w 6884912"/>
              <a:gd name="connsiteY73" fmla="*/ 207568 h 1161397"/>
              <a:gd name="connsiteX74" fmla="*/ 3910449 w 6884912"/>
              <a:gd name="connsiteY74" fmla="*/ 197808 h 1161397"/>
              <a:gd name="connsiteX75" fmla="*/ 3917197 w 6884912"/>
              <a:gd name="connsiteY75" fmla="*/ 196121 h 1161397"/>
              <a:gd name="connsiteX76" fmla="*/ 3922400 w 6884912"/>
              <a:gd name="connsiteY76" fmla="*/ 205056 h 1161397"/>
              <a:gd name="connsiteX77" fmla="*/ 4013061 w 6884912"/>
              <a:gd name="connsiteY77" fmla="*/ 224874 h 1161397"/>
              <a:gd name="connsiteX78" fmla="*/ 4134285 w 6884912"/>
              <a:gd name="connsiteY78" fmla="*/ 235592 h 1161397"/>
              <a:gd name="connsiteX79" fmla="*/ 4220717 w 6884912"/>
              <a:gd name="connsiteY79" fmla="*/ 192946 h 1161397"/>
              <a:gd name="connsiteX80" fmla="*/ 4228802 w 6884912"/>
              <a:gd name="connsiteY80" fmla="*/ 201468 h 1161397"/>
              <a:gd name="connsiteX81" fmla="*/ 4289361 w 6884912"/>
              <a:gd name="connsiteY81" fmla="*/ 196642 h 1161397"/>
              <a:gd name="connsiteX82" fmla="*/ 4498913 w 6884912"/>
              <a:gd name="connsiteY82" fmla="*/ 118915 h 1161397"/>
              <a:gd name="connsiteX83" fmla="*/ 4617330 w 6884912"/>
              <a:gd name="connsiteY83" fmla="*/ 111163 h 1161397"/>
              <a:gd name="connsiteX84" fmla="*/ 4659778 w 6884912"/>
              <a:gd name="connsiteY84" fmla="*/ 118219 h 1161397"/>
              <a:gd name="connsiteX85" fmla="*/ 4730870 w 6884912"/>
              <a:gd name="connsiteY85" fmla="*/ 129432 h 1161397"/>
              <a:gd name="connsiteX86" fmla="*/ 4785037 w 6884912"/>
              <a:gd name="connsiteY86" fmla="*/ 161964 h 1161397"/>
              <a:gd name="connsiteX87" fmla="*/ 4844073 w 6884912"/>
              <a:gd name="connsiteY87" fmla="*/ 161768 h 1161397"/>
              <a:gd name="connsiteX88" fmla="*/ 4856454 w 6884912"/>
              <a:gd name="connsiteY88" fmla="*/ 130488 h 1161397"/>
              <a:gd name="connsiteX89" fmla="*/ 4920038 w 6884912"/>
              <a:gd name="connsiteY89" fmla="*/ 140418 h 1161397"/>
              <a:gd name="connsiteX90" fmla="*/ 5016639 w 6884912"/>
              <a:gd name="connsiteY90" fmla="*/ 158905 h 1161397"/>
              <a:gd name="connsiteX91" fmla="*/ 5072009 w 6884912"/>
              <a:gd name="connsiteY91" fmla="*/ 161502 h 1161397"/>
              <a:gd name="connsiteX92" fmla="*/ 5223626 w 6884912"/>
              <a:gd name="connsiteY92" fmla="*/ 177356 h 1161397"/>
              <a:gd name="connsiteX93" fmla="*/ 5375773 w 6884912"/>
              <a:gd name="connsiteY93" fmla="*/ 199913 h 1161397"/>
              <a:gd name="connsiteX94" fmla="*/ 5467502 w 6884912"/>
              <a:gd name="connsiteY94" fmla="*/ 250963 h 1161397"/>
              <a:gd name="connsiteX95" fmla="*/ 5592395 w 6884912"/>
              <a:gd name="connsiteY95" fmla="*/ 265434 h 1161397"/>
              <a:gd name="connsiteX96" fmla="*/ 5613532 w 6884912"/>
              <a:gd name="connsiteY96" fmla="*/ 273379 h 1161397"/>
              <a:gd name="connsiteX97" fmla="*/ 5642173 w 6884912"/>
              <a:gd name="connsiteY97" fmla="*/ 266904 h 1161397"/>
              <a:gd name="connsiteX98" fmla="*/ 5756910 w 6884912"/>
              <a:gd name="connsiteY98" fmla="*/ 239211 h 1161397"/>
              <a:gd name="connsiteX99" fmla="*/ 5846667 w 6884912"/>
              <a:gd name="connsiteY99" fmla="*/ 201786 h 1161397"/>
              <a:gd name="connsiteX100" fmla="*/ 5960732 w 6884912"/>
              <a:gd name="connsiteY100" fmla="*/ 220708 h 1161397"/>
              <a:gd name="connsiteX101" fmla="*/ 6029542 w 6884912"/>
              <a:gd name="connsiteY101" fmla="*/ 210339 h 1161397"/>
              <a:gd name="connsiteX102" fmla="*/ 6141123 w 6884912"/>
              <a:gd name="connsiteY102" fmla="*/ 159923 h 1161397"/>
              <a:gd name="connsiteX103" fmla="*/ 6290640 w 6884912"/>
              <a:gd name="connsiteY103" fmla="*/ 167441 h 1161397"/>
              <a:gd name="connsiteX104" fmla="*/ 6322806 w 6884912"/>
              <a:gd name="connsiteY104" fmla="*/ 213293 h 1161397"/>
              <a:gd name="connsiteX105" fmla="*/ 6364914 w 6884912"/>
              <a:gd name="connsiteY105" fmla="*/ 240140 h 1161397"/>
              <a:gd name="connsiteX106" fmla="*/ 6380420 w 6884912"/>
              <a:gd name="connsiteY106" fmla="*/ 173195 h 1161397"/>
              <a:gd name="connsiteX107" fmla="*/ 6507891 w 6884912"/>
              <a:gd name="connsiteY107" fmla="*/ 118474 h 1161397"/>
              <a:gd name="connsiteX108" fmla="*/ 6571807 w 6884912"/>
              <a:gd name="connsiteY108" fmla="*/ 98636 h 1161397"/>
              <a:gd name="connsiteX109" fmla="*/ 6671880 w 6884912"/>
              <a:gd name="connsiteY109" fmla="*/ 82931 h 1161397"/>
              <a:gd name="connsiteX110" fmla="*/ 6702266 w 6884912"/>
              <a:gd name="connsiteY110" fmla="*/ 75470 h 1161397"/>
              <a:gd name="connsiteX111" fmla="*/ 6845802 w 6884912"/>
              <a:gd name="connsiteY111" fmla="*/ 24496 h 1161397"/>
              <a:gd name="connsiteX112" fmla="*/ 6884912 w 6884912"/>
              <a:gd name="connsiteY112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287859 w 6884912"/>
              <a:gd name="connsiteY60" fmla="*/ 287558 h 1161397"/>
              <a:gd name="connsiteX61" fmla="*/ 3510042 w 6884912"/>
              <a:gd name="connsiteY61" fmla="*/ 311820 h 1161397"/>
              <a:gd name="connsiteX62" fmla="*/ 3626773 w 6884912"/>
              <a:gd name="connsiteY62" fmla="*/ 290452 h 1161397"/>
              <a:gd name="connsiteX63" fmla="*/ 3666217 w 6884912"/>
              <a:gd name="connsiteY63" fmla="*/ 273255 h 1161397"/>
              <a:gd name="connsiteX64" fmla="*/ 3732427 w 6884912"/>
              <a:gd name="connsiteY64" fmla="*/ 245039 h 1161397"/>
              <a:gd name="connsiteX65" fmla="*/ 3777022 w 6884912"/>
              <a:gd name="connsiteY65" fmla="*/ 200276 h 1161397"/>
              <a:gd name="connsiteX66" fmla="*/ 3791246 w 6884912"/>
              <a:gd name="connsiteY66" fmla="*/ 189996 h 1161397"/>
              <a:gd name="connsiteX67" fmla="*/ 3819864 w 6884912"/>
              <a:gd name="connsiteY67" fmla="*/ 194605 h 1161397"/>
              <a:gd name="connsiteX68" fmla="*/ 3830398 w 6884912"/>
              <a:gd name="connsiteY68" fmla="*/ 188383 h 1161397"/>
              <a:gd name="connsiteX69" fmla="*/ 3834360 w 6884912"/>
              <a:gd name="connsiteY69" fmla="*/ 188992 h 1161397"/>
              <a:gd name="connsiteX70" fmla="*/ 3843715 w 6884912"/>
              <a:gd name="connsiteY70" fmla="*/ 188752 h 1161397"/>
              <a:gd name="connsiteX71" fmla="*/ 3842609 w 6884912"/>
              <a:gd name="connsiteY71" fmla="*/ 197386 h 1161397"/>
              <a:gd name="connsiteX72" fmla="*/ 3853961 w 6884912"/>
              <a:gd name="connsiteY72" fmla="*/ 213380 h 1161397"/>
              <a:gd name="connsiteX73" fmla="*/ 3907640 w 6884912"/>
              <a:gd name="connsiteY73" fmla="*/ 207568 h 1161397"/>
              <a:gd name="connsiteX74" fmla="*/ 3910449 w 6884912"/>
              <a:gd name="connsiteY74" fmla="*/ 197808 h 1161397"/>
              <a:gd name="connsiteX75" fmla="*/ 3917197 w 6884912"/>
              <a:gd name="connsiteY75" fmla="*/ 196121 h 1161397"/>
              <a:gd name="connsiteX76" fmla="*/ 3922400 w 6884912"/>
              <a:gd name="connsiteY76" fmla="*/ 205056 h 1161397"/>
              <a:gd name="connsiteX77" fmla="*/ 4013061 w 6884912"/>
              <a:gd name="connsiteY77" fmla="*/ 224874 h 1161397"/>
              <a:gd name="connsiteX78" fmla="*/ 4220717 w 6884912"/>
              <a:gd name="connsiteY78" fmla="*/ 192946 h 1161397"/>
              <a:gd name="connsiteX79" fmla="*/ 4228802 w 6884912"/>
              <a:gd name="connsiteY79" fmla="*/ 201468 h 1161397"/>
              <a:gd name="connsiteX80" fmla="*/ 4289361 w 6884912"/>
              <a:gd name="connsiteY80" fmla="*/ 196642 h 1161397"/>
              <a:gd name="connsiteX81" fmla="*/ 4498913 w 6884912"/>
              <a:gd name="connsiteY81" fmla="*/ 118915 h 1161397"/>
              <a:gd name="connsiteX82" fmla="*/ 4617330 w 6884912"/>
              <a:gd name="connsiteY82" fmla="*/ 111163 h 1161397"/>
              <a:gd name="connsiteX83" fmla="*/ 4659778 w 6884912"/>
              <a:gd name="connsiteY83" fmla="*/ 118219 h 1161397"/>
              <a:gd name="connsiteX84" fmla="*/ 4730870 w 6884912"/>
              <a:gd name="connsiteY84" fmla="*/ 129432 h 1161397"/>
              <a:gd name="connsiteX85" fmla="*/ 4785037 w 6884912"/>
              <a:gd name="connsiteY85" fmla="*/ 161964 h 1161397"/>
              <a:gd name="connsiteX86" fmla="*/ 4844073 w 6884912"/>
              <a:gd name="connsiteY86" fmla="*/ 161768 h 1161397"/>
              <a:gd name="connsiteX87" fmla="*/ 4856454 w 6884912"/>
              <a:gd name="connsiteY87" fmla="*/ 130488 h 1161397"/>
              <a:gd name="connsiteX88" fmla="*/ 4920038 w 6884912"/>
              <a:gd name="connsiteY88" fmla="*/ 140418 h 1161397"/>
              <a:gd name="connsiteX89" fmla="*/ 5016639 w 6884912"/>
              <a:gd name="connsiteY89" fmla="*/ 158905 h 1161397"/>
              <a:gd name="connsiteX90" fmla="*/ 5072009 w 6884912"/>
              <a:gd name="connsiteY90" fmla="*/ 161502 h 1161397"/>
              <a:gd name="connsiteX91" fmla="*/ 5223626 w 6884912"/>
              <a:gd name="connsiteY91" fmla="*/ 177356 h 1161397"/>
              <a:gd name="connsiteX92" fmla="*/ 5375773 w 6884912"/>
              <a:gd name="connsiteY92" fmla="*/ 199913 h 1161397"/>
              <a:gd name="connsiteX93" fmla="*/ 5467502 w 6884912"/>
              <a:gd name="connsiteY93" fmla="*/ 250963 h 1161397"/>
              <a:gd name="connsiteX94" fmla="*/ 5592395 w 6884912"/>
              <a:gd name="connsiteY94" fmla="*/ 265434 h 1161397"/>
              <a:gd name="connsiteX95" fmla="*/ 5613532 w 6884912"/>
              <a:gd name="connsiteY95" fmla="*/ 273379 h 1161397"/>
              <a:gd name="connsiteX96" fmla="*/ 5642173 w 6884912"/>
              <a:gd name="connsiteY96" fmla="*/ 266904 h 1161397"/>
              <a:gd name="connsiteX97" fmla="*/ 5756910 w 6884912"/>
              <a:gd name="connsiteY97" fmla="*/ 239211 h 1161397"/>
              <a:gd name="connsiteX98" fmla="*/ 5846667 w 6884912"/>
              <a:gd name="connsiteY98" fmla="*/ 201786 h 1161397"/>
              <a:gd name="connsiteX99" fmla="*/ 5960732 w 6884912"/>
              <a:gd name="connsiteY99" fmla="*/ 220708 h 1161397"/>
              <a:gd name="connsiteX100" fmla="*/ 6029542 w 6884912"/>
              <a:gd name="connsiteY100" fmla="*/ 210339 h 1161397"/>
              <a:gd name="connsiteX101" fmla="*/ 6141123 w 6884912"/>
              <a:gd name="connsiteY101" fmla="*/ 159923 h 1161397"/>
              <a:gd name="connsiteX102" fmla="*/ 6290640 w 6884912"/>
              <a:gd name="connsiteY102" fmla="*/ 167441 h 1161397"/>
              <a:gd name="connsiteX103" fmla="*/ 6322806 w 6884912"/>
              <a:gd name="connsiteY103" fmla="*/ 213293 h 1161397"/>
              <a:gd name="connsiteX104" fmla="*/ 6364914 w 6884912"/>
              <a:gd name="connsiteY104" fmla="*/ 240140 h 1161397"/>
              <a:gd name="connsiteX105" fmla="*/ 6380420 w 6884912"/>
              <a:gd name="connsiteY105" fmla="*/ 173195 h 1161397"/>
              <a:gd name="connsiteX106" fmla="*/ 6507891 w 6884912"/>
              <a:gd name="connsiteY106" fmla="*/ 118474 h 1161397"/>
              <a:gd name="connsiteX107" fmla="*/ 6571807 w 6884912"/>
              <a:gd name="connsiteY107" fmla="*/ 98636 h 1161397"/>
              <a:gd name="connsiteX108" fmla="*/ 6671880 w 6884912"/>
              <a:gd name="connsiteY108" fmla="*/ 82931 h 1161397"/>
              <a:gd name="connsiteX109" fmla="*/ 6702266 w 6884912"/>
              <a:gd name="connsiteY109" fmla="*/ 75470 h 1161397"/>
              <a:gd name="connsiteX110" fmla="*/ 6845802 w 6884912"/>
              <a:gd name="connsiteY110" fmla="*/ 24496 h 1161397"/>
              <a:gd name="connsiteX111" fmla="*/ 6884912 w 6884912"/>
              <a:gd name="connsiteY111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287859 w 6884912"/>
              <a:gd name="connsiteY60" fmla="*/ 287558 h 1161397"/>
              <a:gd name="connsiteX61" fmla="*/ 3510042 w 6884912"/>
              <a:gd name="connsiteY61" fmla="*/ 311820 h 1161397"/>
              <a:gd name="connsiteX62" fmla="*/ 3626773 w 6884912"/>
              <a:gd name="connsiteY62" fmla="*/ 290452 h 1161397"/>
              <a:gd name="connsiteX63" fmla="*/ 3666217 w 6884912"/>
              <a:gd name="connsiteY63" fmla="*/ 273255 h 1161397"/>
              <a:gd name="connsiteX64" fmla="*/ 3732427 w 6884912"/>
              <a:gd name="connsiteY64" fmla="*/ 245039 h 1161397"/>
              <a:gd name="connsiteX65" fmla="*/ 3777022 w 6884912"/>
              <a:gd name="connsiteY65" fmla="*/ 200276 h 1161397"/>
              <a:gd name="connsiteX66" fmla="*/ 3791246 w 6884912"/>
              <a:gd name="connsiteY66" fmla="*/ 189996 h 1161397"/>
              <a:gd name="connsiteX67" fmla="*/ 3819864 w 6884912"/>
              <a:gd name="connsiteY67" fmla="*/ 194605 h 1161397"/>
              <a:gd name="connsiteX68" fmla="*/ 3830398 w 6884912"/>
              <a:gd name="connsiteY68" fmla="*/ 188383 h 1161397"/>
              <a:gd name="connsiteX69" fmla="*/ 3834360 w 6884912"/>
              <a:gd name="connsiteY69" fmla="*/ 188992 h 1161397"/>
              <a:gd name="connsiteX70" fmla="*/ 3843715 w 6884912"/>
              <a:gd name="connsiteY70" fmla="*/ 188752 h 1161397"/>
              <a:gd name="connsiteX71" fmla="*/ 3842609 w 6884912"/>
              <a:gd name="connsiteY71" fmla="*/ 197386 h 1161397"/>
              <a:gd name="connsiteX72" fmla="*/ 3853961 w 6884912"/>
              <a:gd name="connsiteY72" fmla="*/ 213380 h 1161397"/>
              <a:gd name="connsiteX73" fmla="*/ 3907640 w 6884912"/>
              <a:gd name="connsiteY73" fmla="*/ 207568 h 1161397"/>
              <a:gd name="connsiteX74" fmla="*/ 3910449 w 6884912"/>
              <a:gd name="connsiteY74" fmla="*/ 197808 h 1161397"/>
              <a:gd name="connsiteX75" fmla="*/ 3917197 w 6884912"/>
              <a:gd name="connsiteY75" fmla="*/ 196121 h 1161397"/>
              <a:gd name="connsiteX76" fmla="*/ 3922400 w 6884912"/>
              <a:gd name="connsiteY76" fmla="*/ 205056 h 1161397"/>
              <a:gd name="connsiteX77" fmla="*/ 4013061 w 6884912"/>
              <a:gd name="connsiteY77" fmla="*/ 224874 h 1161397"/>
              <a:gd name="connsiteX78" fmla="*/ 4220717 w 6884912"/>
              <a:gd name="connsiteY78" fmla="*/ 192946 h 1161397"/>
              <a:gd name="connsiteX79" fmla="*/ 4228802 w 6884912"/>
              <a:gd name="connsiteY79" fmla="*/ 201468 h 1161397"/>
              <a:gd name="connsiteX80" fmla="*/ 4289361 w 6884912"/>
              <a:gd name="connsiteY80" fmla="*/ 196642 h 1161397"/>
              <a:gd name="connsiteX81" fmla="*/ 4498913 w 6884912"/>
              <a:gd name="connsiteY81" fmla="*/ 118915 h 1161397"/>
              <a:gd name="connsiteX82" fmla="*/ 4617330 w 6884912"/>
              <a:gd name="connsiteY82" fmla="*/ 111163 h 1161397"/>
              <a:gd name="connsiteX83" fmla="*/ 4659778 w 6884912"/>
              <a:gd name="connsiteY83" fmla="*/ 118219 h 1161397"/>
              <a:gd name="connsiteX84" fmla="*/ 4730870 w 6884912"/>
              <a:gd name="connsiteY84" fmla="*/ 129432 h 1161397"/>
              <a:gd name="connsiteX85" fmla="*/ 4785037 w 6884912"/>
              <a:gd name="connsiteY85" fmla="*/ 161964 h 1161397"/>
              <a:gd name="connsiteX86" fmla="*/ 4844073 w 6884912"/>
              <a:gd name="connsiteY86" fmla="*/ 161768 h 1161397"/>
              <a:gd name="connsiteX87" fmla="*/ 4856454 w 6884912"/>
              <a:gd name="connsiteY87" fmla="*/ 130488 h 1161397"/>
              <a:gd name="connsiteX88" fmla="*/ 4920038 w 6884912"/>
              <a:gd name="connsiteY88" fmla="*/ 140418 h 1161397"/>
              <a:gd name="connsiteX89" fmla="*/ 5016639 w 6884912"/>
              <a:gd name="connsiteY89" fmla="*/ 158905 h 1161397"/>
              <a:gd name="connsiteX90" fmla="*/ 5072009 w 6884912"/>
              <a:gd name="connsiteY90" fmla="*/ 161502 h 1161397"/>
              <a:gd name="connsiteX91" fmla="*/ 5223626 w 6884912"/>
              <a:gd name="connsiteY91" fmla="*/ 177356 h 1161397"/>
              <a:gd name="connsiteX92" fmla="*/ 5375773 w 6884912"/>
              <a:gd name="connsiteY92" fmla="*/ 199913 h 1161397"/>
              <a:gd name="connsiteX93" fmla="*/ 5467502 w 6884912"/>
              <a:gd name="connsiteY93" fmla="*/ 250963 h 1161397"/>
              <a:gd name="connsiteX94" fmla="*/ 5592395 w 6884912"/>
              <a:gd name="connsiteY94" fmla="*/ 265434 h 1161397"/>
              <a:gd name="connsiteX95" fmla="*/ 5613532 w 6884912"/>
              <a:gd name="connsiteY95" fmla="*/ 273379 h 1161397"/>
              <a:gd name="connsiteX96" fmla="*/ 5642173 w 6884912"/>
              <a:gd name="connsiteY96" fmla="*/ 266904 h 1161397"/>
              <a:gd name="connsiteX97" fmla="*/ 5756910 w 6884912"/>
              <a:gd name="connsiteY97" fmla="*/ 239211 h 1161397"/>
              <a:gd name="connsiteX98" fmla="*/ 5846667 w 6884912"/>
              <a:gd name="connsiteY98" fmla="*/ 201786 h 1161397"/>
              <a:gd name="connsiteX99" fmla="*/ 5960732 w 6884912"/>
              <a:gd name="connsiteY99" fmla="*/ 220708 h 1161397"/>
              <a:gd name="connsiteX100" fmla="*/ 6029542 w 6884912"/>
              <a:gd name="connsiteY100" fmla="*/ 210339 h 1161397"/>
              <a:gd name="connsiteX101" fmla="*/ 6141123 w 6884912"/>
              <a:gd name="connsiteY101" fmla="*/ 159923 h 1161397"/>
              <a:gd name="connsiteX102" fmla="*/ 6290640 w 6884912"/>
              <a:gd name="connsiteY102" fmla="*/ 167441 h 1161397"/>
              <a:gd name="connsiteX103" fmla="*/ 6322806 w 6884912"/>
              <a:gd name="connsiteY103" fmla="*/ 213293 h 1161397"/>
              <a:gd name="connsiteX104" fmla="*/ 6380420 w 6884912"/>
              <a:gd name="connsiteY104" fmla="*/ 173195 h 1161397"/>
              <a:gd name="connsiteX105" fmla="*/ 6507891 w 6884912"/>
              <a:gd name="connsiteY105" fmla="*/ 118474 h 1161397"/>
              <a:gd name="connsiteX106" fmla="*/ 6571807 w 6884912"/>
              <a:gd name="connsiteY106" fmla="*/ 98636 h 1161397"/>
              <a:gd name="connsiteX107" fmla="*/ 6671880 w 6884912"/>
              <a:gd name="connsiteY107" fmla="*/ 82931 h 1161397"/>
              <a:gd name="connsiteX108" fmla="*/ 6702266 w 6884912"/>
              <a:gd name="connsiteY108" fmla="*/ 75470 h 1161397"/>
              <a:gd name="connsiteX109" fmla="*/ 6845802 w 6884912"/>
              <a:gd name="connsiteY109" fmla="*/ 24496 h 1161397"/>
              <a:gd name="connsiteX110" fmla="*/ 6884912 w 6884912"/>
              <a:gd name="connsiteY110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510042 w 6884912"/>
              <a:gd name="connsiteY60" fmla="*/ 311820 h 1161397"/>
              <a:gd name="connsiteX61" fmla="*/ 3626773 w 6884912"/>
              <a:gd name="connsiteY61" fmla="*/ 290452 h 1161397"/>
              <a:gd name="connsiteX62" fmla="*/ 3666217 w 6884912"/>
              <a:gd name="connsiteY62" fmla="*/ 273255 h 1161397"/>
              <a:gd name="connsiteX63" fmla="*/ 3732427 w 6884912"/>
              <a:gd name="connsiteY63" fmla="*/ 245039 h 1161397"/>
              <a:gd name="connsiteX64" fmla="*/ 3777022 w 6884912"/>
              <a:gd name="connsiteY64" fmla="*/ 200276 h 1161397"/>
              <a:gd name="connsiteX65" fmla="*/ 3791246 w 6884912"/>
              <a:gd name="connsiteY65" fmla="*/ 189996 h 1161397"/>
              <a:gd name="connsiteX66" fmla="*/ 3819864 w 6884912"/>
              <a:gd name="connsiteY66" fmla="*/ 194605 h 1161397"/>
              <a:gd name="connsiteX67" fmla="*/ 3830398 w 6884912"/>
              <a:gd name="connsiteY67" fmla="*/ 188383 h 1161397"/>
              <a:gd name="connsiteX68" fmla="*/ 3834360 w 6884912"/>
              <a:gd name="connsiteY68" fmla="*/ 188992 h 1161397"/>
              <a:gd name="connsiteX69" fmla="*/ 3843715 w 6884912"/>
              <a:gd name="connsiteY69" fmla="*/ 188752 h 1161397"/>
              <a:gd name="connsiteX70" fmla="*/ 3842609 w 6884912"/>
              <a:gd name="connsiteY70" fmla="*/ 197386 h 1161397"/>
              <a:gd name="connsiteX71" fmla="*/ 3853961 w 6884912"/>
              <a:gd name="connsiteY71" fmla="*/ 213380 h 1161397"/>
              <a:gd name="connsiteX72" fmla="*/ 3907640 w 6884912"/>
              <a:gd name="connsiteY72" fmla="*/ 207568 h 1161397"/>
              <a:gd name="connsiteX73" fmla="*/ 3910449 w 6884912"/>
              <a:gd name="connsiteY73" fmla="*/ 197808 h 1161397"/>
              <a:gd name="connsiteX74" fmla="*/ 3917197 w 6884912"/>
              <a:gd name="connsiteY74" fmla="*/ 196121 h 1161397"/>
              <a:gd name="connsiteX75" fmla="*/ 3922400 w 6884912"/>
              <a:gd name="connsiteY75" fmla="*/ 205056 h 1161397"/>
              <a:gd name="connsiteX76" fmla="*/ 4013061 w 6884912"/>
              <a:gd name="connsiteY76" fmla="*/ 224874 h 1161397"/>
              <a:gd name="connsiteX77" fmla="*/ 4220717 w 6884912"/>
              <a:gd name="connsiteY77" fmla="*/ 192946 h 1161397"/>
              <a:gd name="connsiteX78" fmla="*/ 4228802 w 6884912"/>
              <a:gd name="connsiteY78" fmla="*/ 201468 h 1161397"/>
              <a:gd name="connsiteX79" fmla="*/ 4289361 w 6884912"/>
              <a:gd name="connsiteY79" fmla="*/ 196642 h 1161397"/>
              <a:gd name="connsiteX80" fmla="*/ 4498913 w 6884912"/>
              <a:gd name="connsiteY80" fmla="*/ 118915 h 1161397"/>
              <a:gd name="connsiteX81" fmla="*/ 4617330 w 6884912"/>
              <a:gd name="connsiteY81" fmla="*/ 111163 h 1161397"/>
              <a:gd name="connsiteX82" fmla="*/ 4659778 w 6884912"/>
              <a:gd name="connsiteY82" fmla="*/ 118219 h 1161397"/>
              <a:gd name="connsiteX83" fmla="*/ 4730870 w 6884912"/>
              <a:gd name="connsiteY83" fmla="*/ 129432 h 1161397"/>
              <a:gd name="connsiteX84" fmla="*/ 4785037 w 6884912"/>
              <a:gd name="connsiteY84" fmla="*/ 161964 h 1161397"/>
              <a:gd name="connsiteX85" fmla="*/ 4844073 w 6884912"/>
              <a:gd name="connsiteY85" fmla="*/ 161768 h 1161397"/>
              <a:gd name="connsiteX86" fmla="*/ 4856454 w 6884912"/>
              <a:gd name="connsiteY86" fmla="*/ 130488 h 1161397"/>
              <a:gd name="connsiteX87" fmla="*/ 4920038 w 6884912"/>
              <a:gd name="connsiteY87" fmla="*/ 140418 h 1161397"/>
              <a:gd name="connsiteX88" fmla="*/ 5016639 w 6884912"/>
              <a:gd name="connsiteY88" fmla="*/ 158905 h 1161397"/>
              <a:gd name="connsiteX89" fmla="*/ 5072009 w 6884912"/>
              <a:gd name="connsiteY89" fmla="*/ 161502 h 1161397"/>
              <a:gd name="connsiteX90" fmla="*/ 5223626 w 6884912"/>
              <a:gd name="connsiteY90" fmla="*/ 177356 h 1161397"/>
              <a:gd name="connsiteX91" fmla="*/ 5375773 w 6884912"/>
              <a:gd name="connsiteY91" fmla="*/ 199913 h 1161397"/>
              <a:gd name="connsiteX92" fmla="*/ 5467502 w 6884912"/>
              <a:gd name="connsiteY92" fmla="*/ 250963 h 1161397"/>
              <a:gd name="connsiteX93" fmla="*/ 5592395 w 6884912"/>
              <a:gd name="connsiteY93" fmla="*/ 265434 h 1161397"/>
              <a:gd name="connsiteX94" fmla="*/ 5613532 w 6884912"/>
              <a:gd name="connsiteY94" fmla="*/ 273379 h 1161397"/>
              <a:gd name="connsiteX95" fmla="*/ 5642173 w 6884912"/>
              <a:gd name="connsiteY95" fmla="*/ 266904 h 1161397"/>
              <a:gd name="connsiteX96" fmla="*/ 5756910 w 6884912"/>
              <a:gd name="connsiteY96" fmla="*/ 239211 h 1161397"/>
              <a:gd name="connsiteX97" fmla="*/ 5846667 w 6884912"/>
              <a:gd name="connsiteY97" fmla="*/ 201786 h 1161397"/>
              <a:gd name="connsiteX98" fmla="*/ 5960732 w 6884912"/>
              <a:gd name="connsiteY98" fmla="*/ 220708 h 1161397"/>
              <a:gd name="connsiteX99" fmla="*/ 6029542 w 6884912"/>
              <a:gd name="connsiteY99" fmla="*/ 210339 h 1161397"/>
              <a:gd name="connsiteX100" fmla="*/ 6141123 w 6884912"/>
              <a:gd name="connsiteY100" fmla="*/ 159923 h 1161397"/>
              <a:gd name="connsiteX101" fmla="*/ 6290640 w 6884912"/>
              <a:gd name="connsiteY101" fmla="*/ 167441 h 1161397"/>
              <a:gd name="connsiteX102" fmla="*/ 6322806 w 6884912"/>
              <a:gd name="connsiteY102" fmla="*/ 213293 h 1161397"/>
              <a:gd name="connsiteX103" fmla="*/ 6380420 w 6884912"/>
              <a:gd name="connsiteY103" fmla="*/ 173195 h 1161397"/>
              <a:gd name="connsiteX104" fmla="*/ 6507891 w 6884912"/>
              <a:gd name="connsiteY104" fmla="*/ 118474 h 1161397"/>
              <a:gd name="connsiteX105" fmla="*/ 6571807 w 6884912"/>
              <a:gd name="connsiteY105" fmla="*/ 98636 h 1161397"/>
              <a:gd name="connsiteX106" fmla="*/ 6671880 w 6884912"/>
              <a:gd name="connsiteY106" fmla="*/ 82931 h 1161397"/>
              <a:gd name="connsiteX107" fmla="*/ 6702266 w 6884912"/>
              <a:gd name="connsiteY107" fmla="*/ 75470 h 1161397"/>
              <a:gd name="connsiteX108" fmla="*/ 6845802 w 6884912"/>
              <a:gd name="connsiteY108" fmla="*/ 24496 h 1161397"/>
              <a:gd name="connsiteX109" fmla="*/ 6884912 w 6884912"/>
              <a:gd name="connsiteY109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510042 w 6884912"/>
              <a:gd name="connsiteY60" fmla="*/ 311820 h 1161397"/>
              <a:gd name="connsiteX61" fmla="*/ 3626773 w 6884912"/>
              <a:gd name="connsiteY61" fmla="*/ 290452 h 1161397"/>
              <a:gd name="connsiteX62" fmla="*/ 3666217 w 6884912"/>
              <a:gd name="connsiteY62" fmla="*/ 273255 h 1161397"/>
              <a:gd name="connsiteX63" fmla="*/ 3732427 w 6884912"/>
              <a:gd name="connsiteY63" fmla="*/ 245039 h 1161397"/>
              <a:gd name="connsiteX64" fmla="*/ 3777022 w 6884912"/>
              <a:gd name="connsiteY64" fmla="*/ 200276 h 1161397"/>
              <a:gd name="connsiteX65" fmla="*/ 3791246 w 6884912"/>
              <a:gd name="connsiteY65" fmla="*/ 189996 h 1161397"/>
              <a:gd name="connsiteX66" fmla="*/ 3819864 w 6884912"/>
              <a:gd name="connsiteY66" fmla="*/ 194605 h 1161397"/>
              <a:gd name="connsiteX67" fmla="*/ 3830398 w 6884912"/>
              <a:gd name="connsiteY67" fmla="*/ 188383 h 1161397"/>
              <a:gd name="connsiteX68" fmla="*/ 3834360 w 6884912"/>
              <a:gd name="connsiteY68" fmla="*/ 188992 h 1161397"/>
              <a:gd name="connsiteX69" fmla="*/ 3843715 w 6884912"/>
              <a:gd name="connsiteY69" fmla="*/ 188752 h 1161397"/>
              <a:gd name="connsiteX70" fmla="*/ 3842609 w 6884912"/>
              <a:gd name="connsiteY70" fmla="*/ 197386 h 1161397"/>
              <a:gd name="connsiteX71" fmla="*/ 3853961 w 6884912"/>
              <a:gd name="connsiteY71" fmla="*/ 213380 h 1161397"/>
              <a:gd name="connsiteX72" fmla="*/ 3907640 w 6884912"/>
              <a:gd name="connsiteY72" fmla="*/ 207568 h 1161397"/>
              <a:gd name="connsiteX73" fmla="*/ 3910449 w 6884912"/>
              <a:gd name="connsiteY73" fmla="*/ 197808 h 1161397"/>
              <a:gd name="connsiteX74" fmla="*/ 3917197 w 6884912"/>
              <a:gd name="connsiteY74" fmla="*/ 196121 h 1161397"/>
              <a:gd name="connsiteX75" fmla="*/ 3922400 w 6884912"/>
              <a:gd name="connsiteY75" fmla="*/ 205056 h 1161397"/>
              <a:gd name="connsiteX76" fmla="*/ 4013061 w 6884912"/>
              <a:gd name="connsiteY76" fmla="*/ 224874 h 1161397"/>
              <a:gd name="connsiteX77" fmla="*/ 4220717 w 6884912"/>
              <a:gd name="connsiteY77" fmla="*/ 192946 h 1161397"/>
              <a:gd name="connsiteX78" fmla="*/ 4228802 w 6884912"/>
              <a:gd name="connsiteY78" fmla="*/ 201468 h 1161397"/>
              <a:gd name="connsiteX79" fmla="*/ 4289361 w 6884912"/>
              <a:gd name="connsiteY79" fmla="*/ 196642 h 1161397"/>
              <a:gd name="connsiteX80" fmla="*/ 4498913 w 6884912"/>
              <a:gd name="connsiteY80" fmla="*/ 118915 h 1161397"/>
              <a:gd name="connsiteX81" fmla="*/ 4617330 w 6884912"/>
              <a:gd name="connsiteY81" fmla="*/ 111163 h 1161397"/>
              <a:gd name="connsiteX82" fmla="*/ 4659778 w 6884912"/>
              <a:gd name="connsiteY82" fmla="*/ 118219 h 1161397"/>
              <a:gd name="connsiteX83" fmla="*/ 4730870 w 6884912"/>
              <a:gd name="connsiteY83" fmla="*/ 129432 h 1161397"/>
              <a:gd name="connsiteX84" fmla="*/ 4844073 w 6884912"/>
              <a:gd name="connsiteY84" fmla="*/ 161768 h 1161397"/>
              <a:gd name="connsiteX85" fmla="*/ 4856454 w 6884912"/>
              <a:gd name="connsiteY85" fmla="*/ 130488 h 1161397"/>
              <a:gd name="connsiteX86" fmla="*/ 4920038 w 6884912"/>
              <a:gd name="connsiteY86" fmla="*/ 140418 h 1161397"/>
              <a:gd name="connsiteX87" fmla="*/ 5016639 w 6884912"/>
              <a:gd name="connsiteY87" fmla="*/ 158905 h 1161397"/>
              <a:gd name="connsiteX88" fmla="*/ 5072009 w 6884912"/>
              <a:gd name="connsiteY88" fmla="*/ 161502 h 1161397"/>
              <a:gd name="connsiteX89" fmla="*/ 5223626 w 6884912"/>
              <a:gd name="connsiteY89" fmla="*/ 177356 h 1161397"/>
              <a:gd name="connsiteX90" fmla="*/ 5375773 w 6884912"/>
              <a:gd name="connsiteY90" fmla="*/ 199913 h 1161397"/>
              <a:gd name="connsiteX91" fmla="*/ 5467502 w 6884912"/>
              <a:gd name="connsiteY91" fmla="*/ 250963 h 1161397"/>
              <a:gd name="connsiteX92" fmla="*/ 5592395 w 6884912"/>
              <a:gd name="connsiteY92" fmla="*/ 265434 h 1161397"/>
              <a:gd name="connsiteX93" fmla="*/ 5613532 w 6884912"/>
              <a:gd name="connsiteY93" fmla="*/ 273379 h 1161397"/>
              <a:gd name="connsiteX94" fmla="*/ 5642173 w 6884912"/>
              <a:gd name="connsiteY94" fmla="*/ 266904 h 1161397"/>
              <a:gd name="connsiteX95" fmla="*/ 5756910 w 6884912"/>
              <a:gd name="connsiteY95" fmla="*/ 239211 h 1161397"/>
              <a:gd name="connsiteX96" fmla="*/ 5846667 w 6884912"/>
              <a:gd name="connsiteY96" fmla="*/ 201786 h 1161397"/>
              <a:gd name="connsiteX97" fmla="*/ 5960732 w 6884912"/>
              <a:gd name="connsiteY97" fmla="*/ 220708 h 1161397"/>
              <a:gd name="connsiteX98" fmla="*/ 6029542 w 6884912"/>
              <a:gd name="connsiteY98" fmla="*/ 210339 h 1161397"/>
              <a:gd name="connsiteX99" fmla="*/ 6141123 w 6884912"/>
              <a:gd name="connsiteY99" fmla="*/ 159923 h 1161397"/>
              <a:gd name="connsiteX100" fmla="*/ 6290640 w 6884912"/>
              <a:gd name="connsiteY100" fmla="*/ 167441 h 1161397"/>
              <a:gd name="connsiteX101" fmla="*/ 6322806 w 6884912"/>
              <a:gd name="connsiteY101" fmla="*/ 213293 h 1161397"/>
              <a:gd name="connsiteX102" fmla="*/ 6380420 w 6884912"/>
              <a:gd name="connsiteY102" fmla="*/ 173195 h 1161397"/>
              <a:gd name="connsiteX103" fmla="*/ 6507891 w 6884912"/>
              <a:gd name="connsiteY103" fmla="*/ 118474 h 1161397"/>
              <a:gd name="connsiteX104" fmla="*/ 6571807 w 6884912"/>
              <a:gd name="connsiteY104" fmla="*/ 98636 h 1161397"/>
              <a:gd name="connsiteX105" fmla="*/ 6671880 w 6884912"/>
              <a:gd name="connsiteY105" fmla="*/ 82931 h 1161397"/>
              <a:gd name="connsiteX106" fmla="*/ 6702266 w 6884912"/>
              <a:gd name="connsiteY106" fmla="*/ 75470 h 1161397"/>
              <a:gd name="connsiteX107" fmla="*/ 6845802 w 6884912"/>
              <a:gd name="connsiteY107" fmla="*/ 24496 h 1161397"/>
              <a:gd name="connsiteX108" fmla="*/ 6884912 w 6884912"/>
              <a:gd name="connsiteY108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478946 w 6884912"/>
              <a:gd name="connsiteY7" fmla="*/ 1106011 h 1161397"/>
              <a:gd name="connsiteX8" fmla="*/ 512111 w 6884912"/>
              <a:gd name="connsiteY8" fmla="*/ 1085599 h 1161397"/>
              <a:gd name="connsiteX9" fmla="*/ 567875 w 6884912"/>
              <a:gd name="connsiteY9" fmla="*/ 1051976 h 1161397"/>
              <a:gd name="connsiteX10" fmla="*/ 601644 w 6884912"/>
              <a:gd name="connsiteY10" fmla="*/ 1003997 h 1161397"/>
              <a:gd name="connsiteX11" fmla="*/ 651408 w 6884912"/>
              <a:gd name="connsiteY11" fmla="*/ 984938 h 1161397"/>
              <a:gd name="connsiteX12" fmla="*/ 673197 w 6884912"/>
              <a:gd name="connsiteY12" fmla="*/ 1010060 h 1161397"/>
              <a:gd name="connsiteX13" fmla="*/ 723108 w 6884912"/>
              <a:gd name="connsiteY13" fmla="*/ 980081 h 1161397"/>
              <a:gd name="connsiteX14" fmla="*/ 797699 w 6884912"/>
              <a:gd name="connsiteY14" fmla="*/ 931362 h 1161397"/>
              <a:gd name="connsiteX15" fmla="*/ 843359 w 6884912"/>
              <a:gd name="connsiteY15" fmla="*/ 910894 h 1161397"/>
              <a:gd name="connsiteX16" fmla="*/ 965215 w 6884912"/>
              <a:gd name="connsiteY16" fmla="*/ 846701 h 1161397"/>
              <a:gd name="connsiteX17" fmla="*/ 1085080 w 6884912"/>
              <a:gd name="connsiteY17" fmla="*/ 776086 h 1161397"/>
              <a:gd name="connsiteX18" fmla="*/ 1131224 w 6884912"/>
              <a:gd name="connsiteY18" fmla="*/ 706160 h 1161397"/>
              <a:gd name="connsiteX19" fmla="*/ 1138051 w 6884912"/>
              <a:gd name="connsiteY19" fmla="*/ 702034 h 1161397"/>
              <a:gd name="connsiteX20" fmla="*/ 1158800 w 6884912"/>
              <a:gd name="connsiteY20" fmla="*/ 700004 h 1161397"/>
              <a:gd name="connsiteX21" fmla="*/ 1166947 w 6884912"/>
              <a:gd name="connsiteY21" fmla="*/ 700762 h 1161397"/>
              <a:gd name="connsiteX22" fmla="*/ 1178135 w 6884912"/>
              <a:gd name="connsiteY22" fmla="*/ 698631 h 1161397"/>
              <a:gd name="connsiteX23" fmla="*/ 1178301 w 6884912"/>
              <a:gd name="connsiteY23" fmla="*/ 698094 h 1161397"/>
              <a:gd name="connsiteX24" fmla="*/ 1188995 w 6884912"/>
              <a:gd name="connsiteY24" fmla="*/ 697048 h 1161397"/>
              <a:gd name="connsiteX25" fmla="*/ 1242716 w 6884912"/>
              <a:gd name="connsiteY25" fmla="*/ 698052 h 1161397"/>
              <a:gd name="connsiteX26" fmla="*/ 1299977 w 6884912"/>
              <a:gd name="connsiteY26" fmla="*/ 639196 h 1161397"/>
              <a:gd name="connsiteX27" fmla="*/ 1326190 w 6884912"/>
              <a:gd name="connsiteY27" fmla="*/ 625955 h 1161397"/>
              <a:gd name="connsiteX28" fmla="*/ 1339600 w 6884912"/>
              <a:gd name="connsiteY28" fmla="*/ 616295 h 1161397"/>
              <a:gd name="connsiteX29" fmla="*/ 1340054 w 6884912"/>
              <a:gd name="connsiteY29" fmla="*/ 614022 h 1161397"/>
              <a:gd name="connsiteX30" fmla="*/ 1391606 w 6884912"/>
              <a:gd name="connsiteY30" fmla="*/ 615229 h 1161397"/>
              <a:gd name="connsiteX31" fmla="*/ 1397565 w 6884912"/>
              <a:gd name="connsiteY31" fmla="*/ 611490 h 1161397"/>
              <a:gd name="connsiteX32" fmla="*/ 1432302 w 6884912"/>
              <a:gd name="connsiteY32" fmla="*/ 617267 h 1161397"/>
              <a:gd name="connsiteX33" fmla="*/ 1449644 w 6884912"/>
              <a:gd name="connsiteY33" fmla="*/ 617591 h 1161397"/>
              <a:gd name="connsiteX34" fmla="*/ 1455793 w 6884912"/>
              <a:gd name="connsiteY34" fmla="*/ 623174 h 1161397"/>
              <a:gd name="connsiteX35" fmla="*/ 1480758 w 6884912"/>
              <a:gd name="connsiteY35" fmla="*/ 620863 h 1161397"/>
              <a:gd name="connsiteX36" fmla="*/ 1483154 w 6884912"/>
              <a:gd name="connsiteY36" fmla="*/ 618527 h 1161397"/>
              <a:gd name="connsiteX37" fmla="*/ 1505495 w 6884912"/>
              <a:gd name="connsiteY37" fmla="*/ 624325 h 1161397"/>
              <a:gd name="connsiteX38" fmla="*/ 1526340 w 6884912"/>
              <a:gd name="connsiteY38" fmla="*/ 638496 h 1161397"/>
              <a:gd name="connsiteX39" fmla="*/ 1731986 w 6884912"/>
              <a:gd name="connsiteY39" fmla="*/ 589682 h 1161397"/>
              <a:gd name="connsiteX40" fmla="*/ 1927935 w 6884912"/>
              <a:gd name="connsiteY40" fmla="*/ 628540 h 1161397"/>
              <a:gd name="connsiteX41" fmla="*/ 2039075 w 6884912"/>
              <a:gd name="connsiteY41" fmla="*/ 599964 h 1161397"/>
              <a:gd name="connsiteX42" fmla="*/ 2066980 w 6884912"/>
              <a:gd name="connsiteY42" fmla="*/ 550413 h 1161397"/>
              <a:gd name="connsiteX43" fmla="*/ 2352236 w 6884912"/>
              <a:gd name="connsiteY43" fmla="*/ 519602 h 1161397"/>
              <a:gd name="connsiteX44" fmla="*/ 2420791 w 6884912"/>
              <a:gd name="connsiteY44" fmla="*/ 492826 h 1161397"/>
              <a:gd name="connsiteX45" fmla="*/ 2489932 w 6884912"/>
              <a:gd name="connsiteY45" fmla="*/ 507864 h 1161397"/>
              <a:gd name="connsiteX46" fmla="*/ 2512917 w 6884912"/>
              <a:gd name="connsiteY46" fmla="*/ 489127 h 1161397"/>
              <a:gd name="connsiteX47" fmla="*/ 2516783 w 6884912"/>
              <a:gd name="connsiteY47" fmla="*/ 485473 h 1161397"/>
              <a:gd name="connsiteX48" fmla="*/ 2534360 w 6884912"/>
              <a:gd name="connsiteY48" fmla="*/ 480064 h 1161397"/>
              <a:gd name="connsiteX49" fmla="*/ 2536691 w 6884912"/>
              <a:gd name="connsiteY49" fmla="*/ 467018 h 1161397"/>
              <a:gd name="connsiteX50" fmla="*/ 2561265 w 6884912"/>
              <a:gd name="connsiteY50" fmla="*/ 450623 h 1161397"/>
              <a:gd name="connsiteX51" fmla="*/ 2594349 w 6884912"/>
              <a:gd name="connsiteY51" fmla="*/ 443884 h 1161397"/>
              <a:gd name="connsiteX52" fmla="*/ 2754324 w 6884912"/>
              <a:gd name="connsiteY52" fmla="*/ 424766 h 1161397"/>
              <a:gd name="connsiteX53" fmla="*/ 2848470 w 6884912"/>
              <a:gd name="connsiteY53" fmla="*/ 405966 h 1161397"/>
              <a:gd name="connsiteX54" fmla="*/ 2881772 w 6884912"/>
              <a:gd name="connsiteY54" fmla="*/ 387260 h 1161397"/>
              <a:gd name="connsiteX55" fmla="*/ 2929932 w 6884912"/>
              <a:gd name="connsiteY55" fmla="*/ 368912 h 1161397"/>
              <a:gd name="connsiteX56" fmla="*/ 3013020 w 6884912"/>
              <a:gd name="connsiteY56" fmla="*/ 327578 h 1161397"/>
              <a:gd name="connsiteX57" fmla="*/ 3222191 w 6884912"/>
              <a:gd name="connsiteY57" fmla="*/ 307887 h 1161397"/>
              <a:gd name="connsiteX58" fmla="*/ 3227953 w 6884912"/>
              <a:gd name="connsiteY58" fmla="*/ 297650 h 1161397"/>
              <a:gd name="connsiteX59" fmla="*/ 3510042 w 6884912"/>
              <a:gd name="connsiteY59" fmla="*/ 311820 h 1161397"/>
              <a:gd name="connsiteX60" fmla="*/ 3626773 w 6884912"/>
              <a:gd name="connsiteY60" fmla="*/ 290452 h 1161397"/>
              <a:gd name="connsiteX61" fmla="*/ 3666217 w 6884912"/>
              <a:gd name="connsiteY61" fmla="*/ 273255 h 1161397"/>
              <a:gd name="connsiteX62" fmla="*/ 3732427 w 6884912"/>
              <a:gd name="connsiteY62" fmla="*/ 245039 h 1161397"/>
              <a:gd name="connsiteX63" fmla="*/ 3777022 w 6884912"/>
              <a:gd name="connsiteY63" fmla="*/ 200276 h 1161397"/>
              <a:gd name="connsiteX64" fmla="*/ 3791246 w 6884912"/>
              <a:gd name="connsiteY64" fmla="*/ 189996 h 1161397"/>
              <a:gd name="connsiteX65" fmla="*/ 3819864 w 6884912"/>
              <a:gd name="connsiteY65" fmla="*/ 194605 h 1161397"/>
              <a:gd name="connsiteX66" fmla="*/ 3830398 w 6884912"/>
              <a:gd name="connsiteY66" fmla="*/ 188383 h 1161397"/>
              <a:gd name="connsiteX67" fmla="*/ 3834360 w 6884912"/>
              <a:gd name="connsiteY67" fmla="*/ 188992 h 1161397"/>
              <a:gd name="connsiteX68" fmla="*/ 3843715 w 6884912"/>
              <a:gd name="connsiteY68" fmla="*/ 188752 h 1161397"/>
              <a:gd name="connsiteX69" fmla="*/ 3842609 w 6884912"/>
              <a:gd name="connsiteY69" fmla="*/ 197386 h 1161397"/>
              <a:gd name="connsiteX70" fmla="*/ 3853961 w 6884912"/>
              <a:gd name="connsiteY70" fmla="*/ 213380 h 1161397"/>
              <a:gd name="connsiteX71" fmla="*/ 3907640 w 6884912"/>
              <a:gd name="connsiteY71" fmla="*/ 207568 h 1161397"/>
              <a:gd name="connsiteX72" fmla="*/ 3910449 w 6884912"/>
              <a:gd name="connsiteY72" fmla="*/ 197808 h 1161397"/>
              <a:gd name="connsiteX73" fmla="*/ 3917197 w 6884912"/>
              <a:gd name="connsiteY73" fmla="*/ 196121 h 1161397"/>
              <a:gd name="connsiteX74" fmla="*/ 3922400 w 6884912"/>
              <a:gd name="connsiteY74" fmla="*/ 205056 h 1161397"/>
              <a:gd name="connsiteX75" fmla="*/ 4013061 w 6884912"/>
              <a:gd name="connsiteY75" fmla="*/ 224874 h 1161397"/>
              <a:gd name="connsiteX76" fmla="*/ 4220717 w 6884912"/>
              <a:gd name="connsiteY76" fmla="*/ 192946 h 1161397"/>
              <a:gd name="connsiteX77" fmla="*/ 4228802 w 6884912"/>
              <a:gd name="connsiteY77" fmla="*/ 201468 h 1161397"/>
              <a:gd name="connsiteX78" fmla="*/ 4289361 w 6884912"/>
              <a:gd name="connsiteY78" fmla="*/ 196642 h 1161397"/>
              <a:gd name="connsiteX79" fmla="*/ 4498913 w 6884912"/>
              <a:gd name="connsiteY79" fmla="*/ 118915 h 1161397"/>
              <a:gd name="connsiteX80" fmla="*/ 4617330 w 6884912"/>
              <a:gd name="connsiteY80" fmla="*/ 111163 h 1161397"/>
              <a:gd name="connsiteX81" fmla="*/ 4659778 w 6884912"/>
              <a:gd name="connsiteY81" fmla="*/ 118219 h 1161397"/>
              <a:gd name="connsiteX82" fmla="*/ 4730870 w 6884912"/>
              <a:gd name="connsiteY82" fmla="*/ 129432 h 1161397"/>
              <a:gd name="connsiteX83" fmla="*/ 4844073 w 6884912"/>
              <a:gd name="connsiteY83" fmla="*/ 161768 h 1161397"/>
              <a:gd name="connsiteX84" fmla="*/ 4856454 w 6884912"/>
              <a:gd name="connsiteY84" fmla="*/ 130488 h 1161397"/>
              <a:gd name="connsiteX85" fmla="*/ 4920038 w 6884912"/>
              <a:gd name="connsiteY85" fmla="*/ 140418 h 1161397"/>
              <a:gd name="connsiteX86" fmla="*/ 5016639 w 6884912"/>
              <a:gd name="connsiteY86" fmla="*/ 158905 h 1161397"/>
              <a:gd name="connsiteX87" fmla="*/ 5072009 w 6884912"/>
              <a:gd name="connsiteY87" fmla="*/ 161502 h 1161397"/>
              <a:gd name="connsiteX88" fmla="*/ 5223626 w 6884912"/>
              <a:gd name="connsiteY88" fmla="*/ 177356 h 1161397"/>
              <a:gd name="connsiteX89" fmla="*/ 5375773 w 6884912"/>
              <a:gd name="connsiteY89" fmla="*/ 199913 h 1161397"/>
              <a:gd name="connsiteX90" fmla="*/ 5467502 w 6884912"/>
              <a:gd name="connsiteY90" fmla="*/ 250963 h 1161397"/>
              <a:gd name="connsiteX91" fmla="*/ 5592395 w 6884912"/>
              <a:gd name="connsiteY91" fmla="*/ 265434 h 1161397"/>
              <a:gd name="connsiteX92" fmla="*/ 5613532 w 6884912"/>
              <a:gd name="connsiteY92" fmla="*/ 273379 h 1161397"/>
              <a:gd name="connsiteX93" fmla="*/ 5642173 w 6884912"/>
              <a:gd name="connsiteY93" fmla="*/ 266904 h 1161397"/>
              <a:gd name="connsiteX94" fmla="*/ 5756910 w 6884912"/>
              <a:gd name="connsiteY94" fmla="*/ 239211 h 1161397"/>
              <a:gd name="connsiteX95" fmla="*/ 5846667 w 6884912"/>
              <a:gd name="connsiteY95" fmla="*/ 201786 h 1161397"/>
              <a:gd name="connsiteX96" fmla="*/ 5960732 w 6884912"/>
              <a:gd name="connsiteY96" fmla="*/ 220708 h 1161397"/>
              <a:gd name="connsiteX97" fmla="*/ 6029542 w 6884912"/>
              <a:gd name="connsiteY97" fmla="*/ 210339 h 1161397"/>
              <a:gd name="connsiteX98" fmla="*/ 6141123 w 6884912"/>
              <a:gd name="connsiteY98" fmla="*/ 159923 h 1161397"/>
              <a:gd name="connsiteX99" fmla="*/ 6290640 w 6884912"/>
              <a:gd name="connsiteY99" fmla="*/ 167441 h 1161397"/>
              <a:gd name="connsiteX100" fmla="*/ 6322806 w 6884912"/>
              <a:gd name="connsiteY100" fmla="*/ 213293 h 1161397"/>
              <a:gd name="connsiteX101" fmla="*/ 6380420 w 6884912"/>
              <a:gd name="connsiteY101" fmla="*/ 173195 h 1161397"/>
              <a:gd name="connsiteX102" fmla="*/ 6507891 w 6884912"/>
              <a:gd name="connsiteY102" fmla="*/ 118474 h 1161397"/>
              <a:gd name="connsiteX103" fmla="*/ 6571807 w 6884912"/>
              <a:gd name="connsiteY103" fmla="*/ 98636 h 1161397"/>
              <a:gd name="connsiteX104" fmla="*/ 6671880 w 6884912"/>
              <a:gd name="connsiteY104" fmla="*/ 82931 h 1161397"/>
              <a:gd name="connsiteX105" fmla="*/ 6702266 w 6884912"/>
              <a:gd name="connsiteY105" fmla="*/ 75470 h 1161397"/>
              <a:gd name="connsiteX106" fmla="*/ 6845802 w 6884912"/>
              <a:gd name="connsiteY106" fmla="*/ 24496 h 1161397"/>
              <a:gd name="connsiteX107" fmla="*/ 6884912 w 6884912"/>
              <a:gd name="connsiteY107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512111 w 6884912"/>
              <a:gd name="connsiteY7" fmla="*/ 1085599 h 1161397"/>
              <a:gd name="connsiteX8" fmla="*/ 567875 w 6884912"/>
              <a:gd name="connsiteY8" fmla="*/ 1051976 h 1161397"/>
              <a:gd name="connsiteX9" fmla="*/ 601644 w 6884912"/>
              <a:gd name="connsiteY9" fmla="*/ 1003997 h 1161397"/>
              <a:gd name="connsiteX10" fmla="*/ 651408 w 6884912"/>
              <a:gd name="connsiteY10" fmla="*/ 984938 h 1161397"/>
              <a:gd name="connsiteX11" fmla="*/ 673197 w 6884912"/>
              <a:gd name="connsiteY11" fmla="*/ 1010060 h 1161397"/>
              <a:gd name="connsiteX12" fmla="*/ 723108 w 6884912"/>
              <a:gd name="connsiteY12" fmla="*/ 980081 h 1161397"/>
              <a:gd name="connsiteX13" fmla="*/ 797699 w 6884912"/>
              <a:gd name="connsiteY13" fmla="*/ 931362 h 1161397"/>
              <a:gd name="connsiteX14" fmla="*/ 843359 w 6884912"/>
              <a:gd name="connsiteY14" fmla="*/ 910894 h 1161397"/>
              <a:gd name="connsiteX15" fmla="*/ 965215 w 6884912"/>
              <a:gd name="connsiteY15" fmla="*/ 846701 h 1161397"/>
              <a:gd name="connsiteX16" fmla="*/ 1085080 w 6884912"/>
              <a:gd name="connsiteY16" fmla="*/ 776086 h 1161397"/>
              <a:gd name="connsiteX17" fmla="*/ 1131224 w 6884912"/>
              <a:gd name="connsiteY17" fmla="*/ 706160 h 1161397"/>
              <a:gd name="connsiteX18" fmla="*/ 1138051 w 6884912"/>
              <a:gd name="connsiteY18" fmla="*/ 702034 h 1161397"/>
              <a:gd name="connsiteX19" fmla="*/ 1158800 w 6884912"/>
              <a:gd name="connsiteY19" fmla="*/ 700004 h 1161397"/>
              <a:gd name="connsiteX20" fmla="*/ 1166947 w 6884912"/>
              <a:gd name="connsiteY20" fmla="*/ 700762 h 1161397"/>
              <a:gd name="connsiteX21" fmla="*/ 1178135 w 6884912"/>
              <a:gd name="connsiteY21" fmla="*/ 698631 h 1161397"/>
              <a:gd name="connsiteX22" fmla="*/ 1178301 w 6884912"/>
              <a:gd name="connsiteY22" fmla="*/ 698094 h 1161397"/>
              <a:gd name="connsiteX23" fmla="*/ 1188995 w 6884912"/>
              <a:gd name="connsiteY23" fmla="*/ 697048 h 1161397"/>
              <a:gd name="connsiteX24" fmla="*/ 1242716 w 6884912"/>
              <a:gd name="connsiteY24" fmla="*/ 698052 h 1161397"/>
              <a:gd name="connsiteX25" fmla="*/ 1299977 w 6884912"/>
              <a:gd name="connsiteY25" fmla="*/ 639196 h 1161397"/>
              <a:gd name="connsiteX26" fmla="*/ 1326190 w 6884912"/>
              <a:gd name="connsiteY26" fmla="*/ 625955 h 1161397"/>
              <a:gd name="connsiteX27" fmla="*/ 1339600 w 6884912"/>
              <a:gd name="connsiteY27" fmla="*/ 616295 h 1161397"/>
              <a:gd name="connsiteX28" fmla="*/ 1340054 w 6884912"/>
              <a:gd name="connsiteY28" fmla="*/ 614022 h 1161397"/>
              <a:gd name="connsiteX29" fmla="*/ 1391606 w 6884912"/>
              <a:gd name="connsiteY29" fmla="*/ 615229 h 1161397"/>
              <a:gd name="connsiteX30" fmla="*/ 1397565 w 6884912"/>
              <a:gd name="connsiteY30" fmla="*/ 611490 h 1161397"/>
              <a:gd name="connsiteX31" fmla="*/ 1432302 w 6884912"/>
              <a:gd name="connsiteY31" fmla="*/ 617267 h 1161397"/>
              <a:gd name="connsiteX32" fmla="*/ 1449644 w 6884912"/>
              <a:gd name="connsiteY32" fmla="*/ 617591 h 1161397"/>
              <a:gd name="connsiteX33" fmla="*/ 1455793 w 6884912"/>
              <a:gd name="connsiteY33" fmla="*/ 623174 h 1161397"/>
              <a:gd name="connsiteX34" fmla="*/ 1480758 w 6884912"/>
              <a:gd name="connsiteY34" fmla="*/ 620863 h 1161397"/>
              <a:gd name="connsiteX35" fmla="*/ 1483154 w 6884912"/>
              <a:gd name="connsiteY35" fmla="*/ 618527 h 1161397"/>
              <a:gd name="connsiteX36" fmla="*/ 1505495 w 6884912"/>
              <a:gd name="connsiteY36" fmla="*/ 624325 h 1161397"/>
              <a:gd name="connsiteX37" fmla="*/ 1526340 w 6884912"/>
              <a:gd name="connsiteY37" fmla="*/ 638496 h 1161397"/>
              <a:gd name="connsiteX38" fmla="*/ 1731986 w 6884912"/>
              <a:gd name="connsiteY38" fmla="*/ 589682 h 1161397"/>
              <a:gd name="connsiteX39" fmla="*/ 1927935 w 6884912"/>
              <a:gd name="connsiteY39" fmla="*/ 628540 h 1161397"/>
              <a:gd name="connsiteX40" fmla="*/ 2039075 w 6884912"/>
              <a:gd name="connsiteY40" fmla="*/ 599964 h 1161397"/>
              <a:gd name="connsiteX41" fmla="*/ 2066980 w 6884912"/>
              <a:gd name="connsiteY41" fmla="*/ 550413 h 1161397"/>
              <a:gd name="connsiteX42" fmla="*/ 2352236 w 6884912"/>
              <a:gd name="connsiteY42" fmla="*/ 519602 h 1161397"/>
              <a:gd name="connsiteX43" fmla="*/ 2420791 w 6884912"/>
              <a:gd name="connsiteY43" fmla="*/ 492826 h 1161397"/>
              <a:gd name="connsiteX44" fmla="*/ 2489932 w 6884912"/>
              <a:gd name="connsiteY44" fmla="*/ 507864 h 1161397"/>
              <a:gd name="connsiteX45" fmla="*/ 2512917 w 6884912"/>
              <a:gd name="connsiteY45" fmla="*/ 489127 h 1161397"/>
              <a:gd name="connsiteX46" fmla="*/ 2516783 w 6884912"/>
              <a:gd name="connsiteY46" fmla="*/ 485473 h 1161397"/>
              <a:gd name="connsiteX47" fmla="*/ 2534360 w 6884912"/>
              <a:gd name="connsiteY47" fmla="*/ 480064 h 1161397"/>
              <a:gd name="connsiteX48" fmla="*/ 2536691 w 6884912"/>
              <a:gd name="connsiteY48" fmla="*/ 467018 h 1161397"/>
              <a:gd name="connsiteX49" fmla="*/ 2561265 w 6884912"/>
              <a:gd name="connsiteY49" fmla="*/ 450623 h 1161397"/>
              <a:gd name="connsiteX50" fmla="*/ 2594349 w 6884912"/>
              <a:gd name="connsiteY50" fmla="*/ 443884 h 1161397"/>
              <a:gd name="connsiteX51" fmla="*/ 2754324 w 6884912"/>
              <a:gd name="connsiteY51" fmla="*/ 424766 h 1161397"/>
              <a:gd name="connsiteX52" fmla="*/ 2848470 w 6884912"/>
              <a:gd name="connsiteY52" fmla="*/ 405966 h 1161397"/>
              <a:gd name="connsiteX53" fmla="*/ 2881772 w 6884912"/>
              <a:gd name="connsiteY53" fmla="*/ 387260 h 1161397"/>
              <a:gd name="connsiteX54" fmla="*/ 2929932 w 6884912"/>
              <a:gd name="connsiteY54" fmla="*/ 368912 h 1161397"/>
              <a:gd name="connsiteX55" fmla="*/ 3013020 w 6884912"/>
              <a:gd name="connsiteY55" fmla="*/ 327578 h 1161397"/>
              <a:gd name="connsiteX56" fmla="*/ 3222191 w 6884912"/>
              <a:gd name="connsiteY56" fmla="*/ 307887 h 1161397"/>
              <a:gd name="connsiteX57" fmla="*/ 3227953 w 6884912"/>
              <a:gd name="connsiteY57" fmla="*/ 297650 h 1161397"/>
              <a:gd name="connsiteX58" fmla="*/ 3510042 w 6884912"/>
              <a:gd name="connsiteY58" fmla="*/ 311820 h 1161397"/>
              <a:gd name="connsiteX59" fmla="*/ 3626773 w 6884912"/>
              <a:gd name="connsiteY59" fmla="*/ 290452 h 1161397"/>
              <a:gd name="connsiteX60" fmla="*/ 3666217 w 6884912"/>
              <a:gd name="connsiteY60" fmla="*/ 273255 h 1161397"/>
              <a:gd name="connsiteX61" fmla="*/ 3732427 w 6884912"/>
              <a:gd name="connsiteY61" fmla="*/ 245039 h 1161397"/>
              <a:gd name="connsiteX62" fmla="*/ 3777022 w 6884912"/>
              <a:gd name="connsiteY62" fmla="*/ 200276 h 1161397"/>
              <a:gd name="connsiteX63" fmla="*/ 3791246 w 6884912"/>
              <a:gd name="connsiteY63" fmla="*/ 189996 h 1161397"/>
              <a:gd name="connsiteX64" fmla="*/ 3819864 w 6884912"/>
              <a:gd name="connsiteY64" fmla="*/ 194605 h 1161397"/>
              <a:gd name="connsiteX65" fmla="*/ 3830398 w 6884912"/>
              <a:gd name="connsiteY65" fmla="*/ 188383 h 1161397"/>
              <a:gd name="connsiteX66" fmla="*/ 3834360 w 6884912"/>
              <a:gd name="connsiteY66" fmla="*/ 188992 h 1161397"/>
              <a:gd name="connsiteX67" fmla="*/ 3843715 w 6884912"/>
              <a:gd name="connsiteY67" fmla="*/ 188752 h 1161397"/>
              <a:gd name="connsiteX68" fmla="*/ 3842609 w 6884912"/>
              <a:gd name="connsiteY68" fmla="*/ 197386 h 1161397"/>
              <a:gd name="connsiteX69" fmla="*/ 3853961 w 6884912"/>
              <a:gd name="connsiteY69" fmla="*/ 213380 h 1161397"/>
              <a:gd name="connsiteX70" fmla="*/ 3907640 w 6884912"/>
              <a:gd name="connsiteY70" fmla="*/ 207568 h 1161397"/>
              <a:gd name="connsiteX71" fmla="*/ 3910449 w 6884912"/>
              <a:gd name="connsiteY71" fmla="*/ 197808 h 1161397"/>
              <a:gd name="connsiteX72" fmla="*/ 3917197 w 6884912"/>
              <a:gd name="connsiteY72" fmla="*/ 196121 h 1161397"/>
              <a:gd name="connsiteX73" fmla="*/ 3922400 w 6884912"/>
              <a:gd name="connsiteY73" fmla="*/ 205056 h 1161397"/>
              <a:gd name="connsiteX74" fmla="*/ 4013061 w 6884912"/>
              <a:gd name="connsiteY74" fmla="*/ 224874 h 1161397"/>
              <a:gd name="connsiteX75" fmla="*/ 4220717 w 6884912"/>
              <a:gd name="connsiteY75" fmla="*/ 192946 h 1161397"/>
              <a:gd name="connsiteX76" fmla="*/ 4228802 w 6884912"/>
              <a:gd name="connsiteY76" fmla="*/ 201468 h 1161397"/>
              <a:gd name="connsiteX77" fmla="*/ 4289361 w 6884912"/>
              <a:gd name="connsiteY77" fmla="*/ 196642 h 1161397"/>
              <a:gd name="connsiteX78" fmla="*/ 4498913 w 6884912"/>
              <a:gd name="connsiteY78" fmla="*/ 118915 h 1161397"/>
              <a:gd name="connsiteX79" fmla="*/ 4617330 w 6884912"/>
              <a:gd name="connsiteY79" fmla="*/ 111163 h 1161397"/>
              <a:gd name="connsiteX80" fmla="*/ 4659778 w 6884912"/>
              <a:gd name="connsiteY80" fmla="*/ 118219 h 1161397"/>
              <a:gd name="connsiteX81" fmla="*/ 4730870 w 6884912"/>
              <a:gd name="connsiteY81" fmla="*/ 129432 h 1161397"/>
              <a:gd name="connsiteX82" fmla="*/ 4844073 w 6884912"/>
              <a:gd name="connsiteY82" fmla="*/ 161768 h 1161397"/>
              <a:gd name="connsiteX83" fmla="*/ 4856454 w 6884912"/>
              <a:gd name="connsiteY83" fmla="*/ 130488 h 1161397"/>
              <a:gd name="connsiteX84" fmla="*/ 4920038 w 6884912"/>
              <a:gd name="connsiteY84" fmla="*/ 140418 h 1161397"/>
              <a:gd name="connsiteX85" fmla="*/ 5016639 w 6884912"/>
              <a:gd name="connsiteY85" fmla="*/ 158905 h 1161397"/>
              <a:gd name="connsiteX86" fmla="*/ 5072009 w 6884912"/>
              <a:gd name="connsiteY86" fmla="*/ 161502 h 1161397"/>
              <a:gd name="connsiteX87" fmla="*/ 5223626 w 6884912"/>
              <a:gd name="connsiteY87" fmla="*/ 177356 h 1161397"/>
              <a:gd name="connsiteX88" fmla="*/ 5375773 w 6884912"/>
              <a:gd name="connsiteY88" fmla="*/ 199913 h 1161397"/>
              <a:gd name="connsiteX89" fmla="*/ 5467502 w 6884912"/>
              <a:gd name="connsiteY89" fmla="*/ 250963 h 1161397"/>
              <a:gd name="connsiteX90" fmla="*/ 5592395 w 6884912"/>
              <a:gd name="connsiteY90" fmla="*/ 265434 h 1161397"/>
              <a:gd name="connsiteX91" fmla="*/ 5613532 w 6884912"/>
              <a:gd name="connsiteY91" fmla="*/ 273379 h 1161397"/>
              <a:gd name="connsiteX92" fmla="*/ 5642173 w 6884912"/>
              <a:gd name="connsiteY92" fmla="*/ 266904 h 1161397"/>
              <a:gd name="connsiteX93" fmla="*/ 5756910 w 6884912"/>
              <a:gd name="connsiteY93" fmla="*/ 239211 h 1161397"/>
              <a:gd name="connsiteX94" fmla="*/ 5846667 w 6884912"/>
              <a:gd name="connsiteY94" fmla="*/ 201786 h 1161397"/>
              <a:gd name="connsiteX95" fmla="*/ 5960732 w 6884912"/>
              <a:gd name="connsiteY95" fmla="*/ 220708 h 1161397"/>
              <a:gd name="connsiteX96" fmla="*/ 6029542 w 6884912"/>
              <a:gd name="connsiteY96" fmla="*/ 210339 h 1161397"/>
              <a:gd name="connsiteX97" fmla="*/ 6141123 w 6884912"/>
              <a:gd name="connsiteY97" fmla="*/ 159923 h 1161397"/>
              <a:gd name="connsiteX98" fmla="*/ 6290640 w 6884912"/>
              <a:gd name="connsiteY98" fmla="*/ 167441 h 1161397"/>
              <a:gd name="connsiteX99" fmla="*/ 6322806 w 6884912"/>
              <a:gd name="connsiteY99" fmla="*/ 213293 h 1161397"/>
              <a:gd name="connsiteX100" fmla="*/ 6380420 w 6884912"/>
              <a:gd name="connsiteY100" fmla="*/ 173195 h 1161397"/>
              <a:gd name="connsiteX101" fmla="*/ 6507891 w 6884912"/>
              <a:gd name="connsiteY101" fmla="*/ 118474 h 1161397"/>
              <a:gd name="connsiteX102" fmla="*/ 6571807 w 6884912"/>
              <a:gd name="connsiteY102" fmla="*/ 98636 h 1161397"/>
              <a:gd name="connsiteX103" fmla="*/ 6671880 w 6884912"/>
              <a:gd name="connsiteY103" fmla="*/ 82931 h 1161397"/>
              <a:gd name="connsiteX104" fmla="*/ 6702266 w 6884912"/>
              <a:gd name="connsiteY104" fmla="*/ 75470 h 1161397"/>
              <a:gd name="connsiteX105" fmla="*/ 6845802 w 6884912"/>
              <a:gd name="connsiteY105" fmla="*/ 24496 h 1161397"/>
              <a:gd name="connsiteX106" fmla="*/ 6884912 w 6884912"/>
              <a:gd name="connsiteY106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567875 w 6884912"/>
              <a:gd name="connsiteY7" fmla="*/ 1051976 h 1161397"/>
              <a:gd name="connsiteX8" fmla="*/ 601644 w 6884912"/>
              <a:gd name="connsiteY8" fmla="*/ 1003997 h 1161397"/>
              <a:gd name="connsiteX9" fmla="*/ 651408 w 6884912"/>
              <a:gd name="connsiteY9" fmla="*/ 984938 h 1161397"/>
              <a:gd name="connsiteX10" fmla="*/ 673197 w 6884912"/>
              <a:gd name="connsiteY10" fmla="*/ 1010060 h 1161397"/>
              <a:gd name="connsiteX11" fmla="*/ 723108 w 6884912"/>
              <a:gd name="connsiteY11" fmla="*/ 980081 h 1161397"/>
              <a:gd name="connsiteX12" fmla="*/ 797699 w 6884912"/>
              <a:gd name="connsiteY12" fmla="*/ 931362 h 1161397"/>
              <a:gd name="connsiteX13" fmla="*/ 843359 w 6884912"/>
              <a:gd name="connsiteY13" fmla="*/ 910894 h 1161397"/>
              <a:gd name="connsiteX14" fmla="*/ 965215 w 6884912"/>
              <a:gd name="connsiteY14" fmla="*/ 846701 h 1161397"/>
              <a:gd name="connsiteX15" fmla="*/ 1085080 w 6884912"/>
              <a:gd name="connsiteY15" fmla="*/ 776086 h 1161397"/>
              <a:gd name="connsiteX16" fmla="*/ 1131224 w 6884912"/>
              <a:gd name="connsiteY16" fmla="*/ 706160 h 1161397"/>
              <a:gd name="connsiteX17" fmla="*/ 1138051 w 6884912"/>
              <a:gd name="connsiteY17" fmla="*/ 702034 h 1161397"/>
              <a:gd name="connsiteX18" fmla="*/ 1158800 w 6884912"/>
              <a:gd name="connsiteY18" fmla="*/ 700004 h 1161397"/>
              <a:gd name="connsiteX19" fmla="*/ 1166947 w 6884912"/>
              <a:gd name="connsiteY19" fmla="*/ 700762 h 1161397"/>
              <a:gd name="connsiteX20" fmla="*/ 1178135 w 6884912"/>
              <a:gd name="connsiteY20" fmla="*/ 698631 h 1161397"/>
              <a:gd name="connsiteX21" fmla="*/ 1178301 w 6884912"/>
              <a:gd name="connsiteY21" fmla="*/ 698094 h 1161397"/>
              <a:gd name="connsiteX22" fmla="*/ 1188995 w 6884912"/>
              <a:gd name="connsiteY22" fmla="*/ 697048 h 1161397"/>
              <a:gd name="connsiteX23" fmla="*/ 1242716 w 6884912"/>
              <a:gd name="connsiteY23" fmla="*/ 698052 h 1161397"/>
              <a:gd name="connsiteX24" fmla="*/ 1299977 w 6884912"/>
              <a:gd name="connsiteY24" fmla="*/ 639196 h 1161397"/>
              <a:gd name="connsiteX25" fmla="*/ 1326190 w 6884912"/>
              <a:gd name="connsiteY25" fmla="*/ 625955 h 1161397"/>
              <a:gd name="connsiteX26" fmla="*/ 1339600 w 6884912"/>
              <a:gd name="connsiteY26" fmla="*/ 616295 h 1161397"/>
              <a:gd name="connsiteX27" fmla="*/ 1340054 w 6884912"/>
              <a:gd name="connsiteY27" fmla="*/ 614022 h 1161397"/>
              <a:gd name="connsiteX28" fmla="*/ 1391606 w 6884912"/>
              <a:gd name="connsiteY28" fmla="*/ 615229 h 1161397"/>
              <a:gd name="connsiteX29" fmla="*/ 1397565 w 6884912"/>
              <a:gd name="connsiteY29" fmla="*/ 611490 h 1161397"/>
              <a:gd name="connsiteX30" fmla="*/ 1432302 w 6884912"/>
              <a:gd name="connsiteY30" fmla="*/ 617267 h 1161397"/>
              <a:gd name="connsiteX31" fmla="*/ 1449644 w 6884912"/>
              <a:gd name="connsiteY31" fmla="*/ 617591 h 1161397"/>
              <a:gd name="connsiteX32" fmla="*/ 1455793 w 6884912"/>
              <a:gd name="connsiteY32" fmla="*/ 623174 h 1161397"/>
              <a:gd name="connsiteX33" fmla="*/ 1480758 w 6884912"/>
              <a:gd name="connsiteY33" fmla="*/ 620863 h 1161397"/>
              <a:gd name="connsiteX34" fmla="*/ 1483154 w 6884912"/>
              <a:gd name="connsiteY34" fmla="*/ 618527 h 1161397"/>
              <a:gd name="connsiteX35" fmla="*/ 1505495 w 6884912"/>
              <a:gd name="connsiteY35" fmla="*/ 624325 h 1161397"/>
              <a:gd name="connsiteX36" fmla="*/ 1526340 w 6884912"/>
              <a:gd name="connsiteY36" fmla="*/ 638496 h 1161397"/>
              <a:gd name="connsiteX37" fmla="*/ 1731986 w 6884912"/>
              <a:gd name="connsiteY37" fmla="*/ 589682 h 1161397"/>
              <a:gd name="connsiteX38" fmla="*/ 1927935 w 6884912"/>
              <a:gd name="connsiteY38" fmla="*/ 628540 h 1161397"/>
              <a:gd name="connsiteX39" fmla="*/ 2039075 w 6884912"/>
              <a:gd name="connsiteY39" fmla="*/ 599964 h 1161397"/>
              <a:gd name="connsiteX40" fmla="*/ 2066980 w 6884912"/>
              <a:gd name="connsiteY40" fmla="*/ 550413 h 1161397"/>
              <a:gd name="connsiteX41" fmla="*/ 2352236 w 6884912"/>
              <a:gd name="connsiteY41" fmla="*/ 519602 h 1161397"/>
              <a:gd name="connsiteX42" fmla="*/ 2420791 w 6884912"/>
              <a:gd name="connsiteY42" fmla="*/ 492826 h 1161397"/>
              <a:gd name="connsiteX43" fmla="*/ 2489932 w 6884912"/>
              <a:gd name="connsiteY43" fmla="*/ 507864 h 1161397"/>
              <a:gd name="connsiteX44" fmla="*/ 2512917 w 6884912"/>
              <a:gd name="connsiteY44" fmla="*/ 489127 h 1161397"/>
              <a:gd name="connsiteX45" fmla="*/ 2516783 w 6884912"/>
              <a:gd name="connsiteY45" fmla="*/ 485473 h 1161397"/>
              <a:gd name="connsiteX46" fmla="*/ 2534360 w 6884912"/>
              <a:gd name="connsiteY46" fmla="*/ 480064 h 1161397"/>
              <a:gd name="connsiteX47" fmla="*/ 2536691 w 6884912"/>
              <a:gd name="connsiteY47" fmla="*/ 467018 h 1161397"/>
              <a:gd name="connsiteX48" fmla="*/ 2561265 w 6884912"/>
              <a:gd name="connsiteY48" fmla="*/ 450623 h 1161397"/>
              <a:gd name="connsiteX49" fmla="*/ 2594349 w 6884912"/>
              <a:gd name="connsiteY49" fmla="*/ 443884 h 1161397"/>
              <a:gd name="connsiteX50" fmla="*/ 2754324 w 6884912"/>
              <a:gd name="connsiteY50" fmla="*/ 424766 h 1161397"/>
              <a:gd name="connsiteX51" fmla="*/ 2848470 w 6884912"/>
              <a:gd name="connsiteY51" fmla="*/ 405966 h 1161397"/>
              <a:gd name="connsiteX52" fmla="*/ 2881772 w 6884912"/>
              <a:gd name="connsiteY52" fmla="*/ 387260 h 1161397"/>
              <a:gd name="connsiteX53" fmla="*/ 2929932 w 6884912"/>
              <a:gd name="connsiteY53" fmla="*/ 368912 h 1161397"/>
              <a:gd name="connsiteX54" fmla="*/ 3013020 w 6884912"/>
              <a:gd name="connsiteY54" fmla="*/ 327578 h 1161397"/>
              <a:gd name="connsiteX55" fmla="*/ 3222191 w 6884912"/>
              <a:gd name="connsiteY55" fmla="*/ 307887 h 1161397"/>
              <a:gd name="connsiteX56" fmla="*/ 3227953 w 6884912"/>
              <a:gd name="connsiteY56" fmla="*/ 297650 h 1161397"/>
              <a:gd name="connsiteX57" fmla="*/ 3510042 w 6884912"/>
              <a:gd name="connsiteY57" fmla="*/ 311820 h 1161397"/>
              <a:gd name="connsiteX58" fmla="*/ 3626773 w 6884912"/>
              <a:gd name="connsiteY58" fmla="*/ 290452 h 1161397"/>
              <a:gd name="connsiteX59" fmla="*/ 3666217 w 6884912"/>
              <a:gd name="connsiteY59" fmla="*/ 273255 h 1161397"/>
              <a:gd name="connsiteX60" fmla="*/ 3732427 w 6884912"/>
              <a:gd name="connsiteY60" fmla="*/ 245039 h 1161397"/>
              <a:gd name="connsiteX61" fmla="*/ 3777022 w 6884912"/>
              <a:gd name="connsiteY61" fmla="*/ 200276 h 1161397"/>
              <a:gd name="connsiteX62" fmla="*/ 3791246 w 6884912"/>
              <a:gd name="connsiteY62" fmla="*/ 189996 h 1161397"/>
              <a:gd name="connsiteX63" fmla="*/ 3819864 w 6884912"/>
              <a:gd name="connsiteY63" fmla="*/ 194605 h 1161397"/>
              <a:gd name="connsiteX64" fmla="*/ 3830398 w 6884912"/>
              <a:gd name="connsiteY64" fmla="*/ 188383 h 1161397"/>
              <a:gd name="connsiteX65" fmla="*/ 3834360 w 6884912"/>
              <a:gd name="connsiteY65" fmla="*/ 188992 h 1161397"/>
              <a:gd name="connsiteX66" fmla="*/ 3843715 w 6884912"/>
              <a:gd name="connsiteY66" fmla="*/ 188752 h 1161397"/>
              <a:gd name="connsiteX67" fmla="*/ 3842609 w 6884912"/>
              <a:gd name="connsiteY67" fmla="*/ 197386 h 1161397"/>
              <a:gd name="connsiteX68" fmla="*/ 3853961 w 6884912"/>
              <a:gd name="connsiteY68" fmla="*/ 213380 h 1161397"/>
              <a:gd name="connsiteX69" fmla="*/ 3907640 w 6884912"/>
              <a:gd name="connsiteY69" fmla="*/ 207568 h 1161397"/>
              <a:gd name="connsiteX70" fmla="*/ 3910449 w 6884912"/>
              <a:gd name="connsiteY70" fmla="*/ 197808 h 1161397"/>
              <a:gd name="connsiteX71" fmla="*/ 3917197 w 6884912"/>
              <a:gd name="connsiteY71" fmla="*/ 196121 h 1161397"/>
              <a:gd name="connsiteX72" fmla="*/ 3922400 w 6884912"/>
              <a:gd name="connsiteY72" fmla="*/ 205056 h 1161397"/>
              <a:gd name="connsiteX73" fmla="*/ 4013061 w 6884912"/>
              <a:gd name="connsiteY73" fmla="*/ 224874 h 1161397"/>
              <a:gd name="connsiteX74" fmla="*/ 4220717 w 6884912"/>
              <a:gd name="connsiteY74" fmla="*/ 192946 h 1161397"/>
              <a:gd name="connsiteX75" fmla="*/ 4228802 w 6884912"/>
              <a:gd name="connsiteY75" fmla="*/ 201468 h 1161397"/>
              <a:gd name="connsiteX76" fmla="*/ 4289361 w 6884912"/>
              <a:gd name="connsiteY76" fmla="*/ 196642 h 1161397"/>
              <a:gd name="connsiteX77" fmla="*/ 4498913 w 6884912"/>
              <a:gd name="connsiteY77" fmla="*/ 118915 h 1161397"/>
              <a:gd name="connsiteX78" fmla="*/ 4617330 w 6884912"/>
              <a:gd name="connsiteY78" fmla="*/ 111163 h 1161397"/>
              <a:gd name="connsiteX79" fmla="*/ 4659778 w 6884912"/>
              <a:gd name="connsiteY79" fmla="*/ 118219 h 1161397"/>
              <a:gd name="connsiteX80" fmla="*/ 4730870 w 6884912"/>
              <a:gd name="connsiteY80" fmla="*/ 129432 h 1161397"/>
              <a:gd name="connsiteX81" fmla="*/ 4844073 w 6884912"/>
              <a:gd name="connsiteY81" fmla="*/ 161768 h 1161397"/>
              <a:gd name="connsiteX82" fmla="*/ 4856454 w 6884912"/>
              <a:gd name="connsiteY82" fmla="*/ 130488 h 1161397"/>
              <a:gd name="connsiteX83" fmla="*/ 4920038 w 6884912"/>
              <a:gd name="connsiteY83" fmla="*/ 140418 h 1161397"/>
              <a:gd name="connsiteX84" fmla="*/ 5016639 w 6884912"/>
              <a:gd name="connsiteY84" fmla="*/ 158905 h 1161397"/>
              <a:gd name="connsiteX85" fmla="*/ 5072009 w 6884912"/>
              <a:gd name="connsiteY85" fmla="*/ 161502 h 1161397"/>
              <a:gd name="connsiteX86" fmla="*/ 5223626 w 6884912"/>
              <a:gd name="connsiteY86" fmla="*/ 177356 h 1161397"/>
              <a:gd name="connsiteX87" fmla="*/ 5375773 w 6884912"/>
              <a:gd name="connsiteY87" fmla="*/ 199913 h 1161397"/>
              <a:gd name="connsiteX88" fmla="*/ 5467502 w 6884912"/>
              <a:gd name="connsiteY88" fmla="*/ 250963 h 1161397"/>
              <a:gd name="connsiteX89" fmla="*/ 5592395 w 6884912"/>
              <a:gd name="connsiteY89" fmla="*/ 265434 h 1161397"/>
              <a:gd name="connsiteX90" fmla="*/ 5613532 w 6884912"/>
              <a:gd name="connsiteY90" fmla="*/ 273379 h 1161397"/>
              <a:gd name="connsiteX91" fmla="*/ 5642173 w 6884912"/>
              <a:gd name="connsiteY91" fmla="*/ 266904 h 1161397"/>
              <a:gd name="connsiteX92" fmla="*/ 5756910 w 6884912"/>
              <a:gd name="connsiteY92" fmla="*/ 239211 h 1161397"/>
              <a:gd name="connsiteX93" fmla="*/ 5846667 w 6884912"/>
              <a:gd name="connsiteY93" fmla="*/ 201786 h 1161397"/>
              <a:gd name="connsiteX94" fmla="*/ 5960732 w 6884912"/>
              <a:gd name="connsiteY94" fmla="*/ 220708 h 1161397"/>
              <a:gd name="connsiteX95" fmla="*/ 6029542 w 6884912"/>
              <a:gd name="connsiteY95" fmla="*/ 210339 h 1161397"/>
              <a:gd name="connsiteX96" fmla="*/ 6141123 w 6884912"/>
              <a:gd name="connsiteY96" fmla="*/ 159923 h 1161397"/>
              <a:gd name="connsiteX97" fmla="*/ 6290640 w 6884912"/>
              <a:gd name="connsiteY97" fmla="*/ 167441 h 1161397"/>
              <a:gd name="connsiteX98" fmla="*/ 6322806 w 6884912"/>
              <a:gd name="connsiteY98" fmla="*/ 213293 h 1161397"/>
              <a:gd name="connsiteX99" fmla="*/ 6380420 w 6884912"/>
              <a:gd name="connsiteY99" fmla="*/ 173195 h 1161397"/>
              <a:gd name="connsiteX100" fmla="*/ 6507891 w 6884912"/>
              <a:gd name="connsiteY100" fmla="*/ 118474 h 1161397"/>
              <a:gd name="connsiteX101" fmla="*/ 6571807 w 6884912"/>
              <a:gd name="connsiteY101" fmla="*/ 98636 h 1161397"/>
              <a:gd name="connsiteX102" fmla="*/ 6671880 w 6884912"/>
              <a:gd name="connsiteY102" fmla="*/ 82931 h 1161397"/>
              <a:gd name="connsiteX103" fmla="*/ 6702266 w 6884912"/>
              <a:gd name="connsiteY103" fmla="*/ 75470 h 1161397"/>
              <a:gd name="connsiteX104" fmla="*/ 6845802 w 6884912"/>
              <a:gd name="connsiteY104" fmla="*/ 24496 h 1161397"/>
              <a:gd name="connsiteX105" fmla="*/ 6884912 w 6884912"/>
              <a:gd name="connsiteY105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454970 w 6884912"/>
              <a:gd name="connsiteY7" fmla="*/ 1023343 h 1161397"/>
              <a:gd name="connsiteX8" fmla="*/ 601644 w 6884912"/>
              <a:gd name="connsiteY8" fmla="*/ 1003997 h 1161397"/>
              <a:gd name="connsiteX9" fmla="*/ 651408 w 6884912"/>
              <a:gd name="connsiteY9" fmla="*/ 984938 h 1161397"/>
              <a:gd name="connsiteX10" fmla="*/ 673197 w 6884912"/>
              <a:gd name="connsiteY10" fmla="*/ 1010060 h 1161397"/>
              <a:gd name="connsiteX11" fmla="*/ 723108 w 6884912"/>
              <a:gd name="connsiteY11" fmla="*/ 980081 h 1161397"/>
              <a:gd name="connsiteX12" fmla="*/ 797699 w 6884912"/>
              <a:gd name="connsiteY12" fmla="*/ 931362 h 1161397"/>
              <a:gd name="connsiteX13" fmla="*/ 843359 w 6884912"/>
              <a:gd name="connsiteY13" fmla="*/ 910894 h 1161397"/>
              <a:gd name="connsiteX14" fmla="*/ 965215 w 6884912"/>
              <a:gd name="connsiteY14" fmla="*/ 846701 h 1161397"/>
              <a:gd name="connsiteX15" fmla="*/ 1085080 w 6884912"/>
              <a:gd name="connsiteY15" fmla="*/ 776086 h 1161397"/>
              <a:gd name="connsiteX16" fmla="*/ 1131224 w 6884912"/>
              <a:gd name="connsiteY16" fmla="*/ 706160 h 1161397"/>
              <a:gd name="connsiteX17" fmla="*/ 1138051 w 6884912"/>
              <a:gd name="connsiteY17" fmla="*/ 702034 h 1161397"/>
              <a:gd name="connsiteX18" fmla="*/ 1158800 w 6884912"/>
              <a:gd name="connsiteY18" fmla="*/ 700004 h 1161397"/>
              <a:gd name="connsiteX19" fmla="*/ 1166947 w 6884912"/>
              <a:gd name="connsiteY19" fmla="*/ 700762 h 1161397"/>
              <a:gd name="connsiteX20" fmla="*/ 1178135 w 6884912"/>
              <a:gd name="connsiteY20" fmla="*/ 698631 h 1161397"/>
              <a:gd name="connsiteX21" fmla="*/ 1178301 w 6884912"/>
              <a:gd name="connsiteY21" fmla="*/ 698094 h 1161397"/>
              <a:gd name="connsiteX22" fmla="*/ 1188995 w 6884912"/>
              <a:gd name="connsiteY22" fmla="*/ 697048 h 1161397"/>
              <a:gd name="connsiteX23" fmla="*/ 1242716 w 6884912"/>
              <a:gd name="connsiteY23" fmla="*/ 698052 h 1161397"/>
              <a:gd name="connsiteX24" fmla="*/ 1299977 w 6884912"/>
              <a:gd name="connsiteY24" fmla="*/ 639196 h 1161397"/>
              <a:gd name="connsiteX25" fmla="*/ 1326190 w 6884912"/>
              <a:gd name="connsiteY25" fmla="*/ 625955 h 1161397"/>
              <a:gd name="connsiteX26" fmla="*/ 1339600 w 6884912"/>
              <a:gd name="connsiteY26" fmla="*/ 616295 h 1161397"/>
              <a:gd name="connsiteX27" fmla="*/ 1340054 w 6884912"/>
              <a:gd name="connsiteY27" fmla="*/ 614022 h 1161397"/>
              <a:gd name="connsiteX28" fmla="*/ 1391606 w 6884912"/>
              <a:gd name="connsiteY28" fmla="*/ 615229 h 1161397"/>
              <a:gd name="connsiteX29" fmla="*/ 1397565 w 6884912"/>
              <a:gd name="connsiteY29" fmla="*/ 611490 h 1161397"/>
              <a:gd name="connsiteX30" fmla="*/ 1432302 w 6884912"/>
              <a:gd name="connsiteY30" fmla="*/ 617267 h 1161397"/>
              <a:gd name="connsiteX31" fmla="*/ 1449644 w 6884912"/>
              <a:gd name="connsiteY31" fmla="*/ 617591 h 1161397"/>
              <a:gd name="connsiteX32" fmla="*/ 1455793 w 6884912"/>
              <a:gd name="connsiteY32" fmla="*/ 623174 h 1161397"/>
              <a:gd name="connsiteX33" fmla="*/ 1480758 w 6884912"/>
              <a:gd name="connsiteY33" fmla="*/ 620863 h 1161397"/>
              <a:gd name="connsiteX34" fmla="*/ 1483154 w 6884912"/>
              <a:gd name="connsiteY34" fmla="*/ 618527 h 1161397"/>
              <a:gd name="connsiteX35" fmla="*/ 1505495 w 6884912"/>
              <a:gd name="connsiteY35" fmla="*/ 624325 h 1161397"/>
              <a:gd name="connsiteX36" fmla="*/ 1526340 w 6884912"/>
              <a:gd name="connsiteY36" fmla="*/ 638496 h 1161397"/>
              <a:gd name="connsiteX37" fmla="*/ 1731986 w 6884912"/>
              <a:gd name="connsiteY37" fmla="*/ 589682 h 1161397"/>
              <a:gd name="connsiteX38" fmla="*/ 1927935 w 6884912"/>
              <a:gd name="connsiteY38" fmla="*/ 628540 h 1161397"/>
              <a:gd name="connsiteX39" fmla="*/ 2039075 w 6884912"/>
              <a:gd name="connsiteY39" fmla="*/ 599964 h 1161397"/>
              <a:gd name="connsiteX40" fmla="*/ 2066980 w 6884912"/>
              <a:gd name="connsiteY40" fmla="*/ 550413 h 1161397"/>
              <a:gd name="connsiteX41" fmla="*/ 2352236 w 6884912"/>
              <a:gd name="connsiteY41" fmla="*/ 519602 h 1161397"/>
              <a:gd name="connsiteX42" fmla="*/ 2420791 w 6884912"/>
              <a:gd name="connsiteY42" fmla="*/ 492826 h 1161397"/>
              <a:gd name="connsiteX43" fmla="*/ 2489932 w 6884912"/>
              <a:gd name="connsiteY43" fmla="*/ 507864 h 1161397"/>
              <a:gd name="connsiteX44" fmla="*/ 2512917 w 6884912"/>
              <a:gd name="connsiteY44" fmla="*/ 489127 h 1161397"/>
              <a:gd name="connsiteX45" fmla="*/ 2516783 w 6884912"/>
              <a:gd name="connsiteY45" fmla="*/ 485473 h 1161397"/>
              <a:gd name="connsiteX46" fmla="*/ 2534360 w 6884912"/>
              <a:gd name="connsiteY46" fmla="*/ 480064 h 1161397"/>
              <a:gd name="connsiteX47" fmla="*/ 2536691 w 6884912"/>
              <a:gd name="connsiteY47" fmla="*/ 467018 h 1161397"/>
              <a:gd name="connsiteX48" fmla="*/ 2561265 w 6884912"/>
              <a:gd name="connsiteY48" fmla="*/ 450623 h 1161397"/>
              <a:gd name="connsiteX49" fmla="*/ 2594349 w 6884912"/>
              <a:gd name="connsiteY49" fmla="*/ 443884 h 1161397"/>
              <a:gd name="connsiteX50" fmla="*/ 2754324 w 6884912"/>
              <a:gd name="connsiteY50" fmla="*/ 424766 h 1161397"/>
              <a:gd name="connsiteX51" fmla="*/ 2848470 w 6884912"/>
              <a:gd name="connsiteY51" fmla="*/ 405966 h 1161397"/>
              <a:gd name="connsiteX52" fmla="*/ 2881772 w 6884912"/>
              <a:gd name="connsiteY52" fmla="*/ 387260 h 1161397"/>
              <a:gd name="connsiteX53" fmla="*/ 2929932 w 6884912"/>
              <a:gd name="connsiteY53" fmla="*/ 368912 h 1161397"/>
              <a:gd name="connsiteX54" fmla="*/ 3013020 w 6884912"/>
              <a:gd name="connsiteY54" fmla="*/ 327578 h 1161397"/>
              <a:gd name="connsiteX55" fmla="*/ 3222191 w 6884912"/>
              <a:gd name="connsiteY55" fmla="*/ 307887 h 1161397"/>
              <a:gd name="connsiteX56" fmla="*/ 3227953 w 6884912"/>
              <a:gd name="connsiteY56" fmla="*/ 297650 h 1161397"/>
              <a:gd name="connsiteX57" fmla="*/ 3510042 w 6884912"/>
              <a:gd name="connsiteY57" fmla="*/ 311820 h 1161397"/>
              <a:gd name="connsiteX58" fmla="*/ 3626773 w 6884912"/>
              <a:gd name="connsiteY58" fmla="*/ 290452 h 1161397"/>
              <a:gd name="connsiteX59" fmla="*/ 3666217 w 6884912"/>
              <a:gd name="connsiteY59" fmla="*/ 273255 h 1161397"/>
              <a:gd name="connsiteX60" fmla="*/ 3732427 w 6884912"/>
              <a:gd name="connsiteY60" fmla="*/ 245039 h 1161397"/>
              <a:gd name="connsiteX61" fmla="*/ 3777022 w 6884912"/>
              <a:gd name="connsiteY61" fmla="*/ 200276 h 1161397"/>
              <a:gd name="connsiteX62" fmla="*/ 3791246 w 6884912"/>
              <a:gd name="connsiteY62" fmla="*/ 189996 h 1161397"/>
              <a:gd name="connsiteX63" fmla="*/ 3819864 w 6884912"/>
              <a:gd name="connsiteY63" fmla="*/ 194605 h 1161397"/>
              <a:gd name="connsiteX64" fmla="*/ 3830398 w 6884912"/>
              <a:gd name="connsiteY64" fmla="*/ 188383 h 1161397"/>
              <a:gd name="connsiteX65" fmla="*/ 3834360 w 6884912"/>
              <a:gd name="connsiteY65" fmla="*/ 188992 h 1161397"/>
              <a:gd name="connsiteX66" fmla="*/ 3843715 w 6884912"/>
              <a:gd name="connsiteY66" fmla="*/ 188752 h 1161397"/>
              <a:gd name="connsiteX67" fmla="*/ 3842609 w 6884912"/>
              <a:gd name="connsiteY67" fmla="*/ 197386 h 1161397"/>
              <a:gd name="connsiteX68" fmla="*/ 3853961 w 6884912"/>
              <a:gd name="connsiteY68" fmla="*/ 213380 h 1161397"/>
              <a:gd name="connsiteX69" fmla="*/ 3907640 w 6884912"/>
              <a:gd name="connsiteY69" fmla="*/ 207568 h 1161397"/>
              <a:gd name="connsiteX70" fmla="*/ 3910449 w 6884912"/>
              <a:gd name="connsiteY70" fmla="*/ 197808 h 1161397"/>
              <a:gd name="connsiteX71" fmla="*/ 3917197 w 6884912"/>
              <a:gd name="connsiteY71" fmla="*/ 196121 h 1161397"/>
              <a:gd name="connsiteX72" fmla="*/ 3922400 w 6884912"/>
              <a:gd name="connsiteY72" fmla="*/ 205056 h 1161397"/>
              <a:gd name="connsiteX73" fmla="*/ 4013061 w 6884912"/>
              <a:gd name="connsiteY73" fmla="*/ 224874 h 1161397"/>
              <a:gd name="connsiteX74" fmla="*/ 4220717 w 6884912"/>
              <a:gd name="connsiteY74" fmla="*/ 192946 h 1161397"/>
              <a:gd name="connsiteX75" fmla="*/ 4228802 w 6884912"/>
              <a:gd name="connsiteY75" fmla="*/ 201468 h 1161397"/>
              <a:gd name="connsiteX76" fmla="*/ 4289361 w 6884912"/>
              <a:gd name="connsiteY76" fmla="*/ 196642 h 1161397"/>
              <a:gd name="connsiteX77" fmla="*/ 4498913 w 6884912"/>
              <a:gd name="connsiteY77" fmla="*/ 118915 h 1161397"/>
              <a:gd name="connsiteX78" fmla="*/ 4617330 w 6884912"/>
              <a:gd name="connsiteY78" fmla="*/ 111163 h 1161397"/>
              <a:gd name="connsiteX79" fmla="*/ 4659778 w 6884912"/>
              <a:gd name="connsiteY79" fmla="*/ 118219 h 1161397"/>
              <a:gd name="connsiteX80" fmla="*/ 4730870 w 6884912"/>
              <a:gd name="connsiteY80" fmla="*/ 129432 h 1161397"/>
              <a:gd name="connsiteX81" fmla="*/ 4844073 w 6884912"/>
              <a:gd name="connsiteY81" fmla="*/ 161768 h 1161397"/>
              <a:gd name="connsiteX82" fmla="*/ 4856454 w 6884912"/>
              <a:gd name="connsiteY82" fmla="*/ 130488 h 1161397"/>
              <a:gd name="connsiteX83" fmla="*/ 4920038 w 6884912"/>
              <a:gd name="connsiteY83" fmla="*/ 140418 h 1161397"/>
              <a:gd name="connsiteX84" fmla="*/ 5016639 w 6884912"/>
              <a:gd name="connsiteY84" fmla="*/ 158905 h 1161397"/>
              <a:gd name="connsiteX85" fmla="*/ 5072009 w 6884912"/>
              <a:gd name="connsiteY85" fmla="*/ 161502 h 1161397"/>
              <a:gd name="connsiteX86" fmla="*/ 5223626 w 6884912"/>
              <a:gd name="connsiteY86" fmla="*/ 177356 h 1161397"/>
              <a:gd name="connsiteX87" fmla="*/ 5375773 w 6884912"/>
              <a:gd name="connsiteY87" fmla="*/ 199913 h 1161397"/>
              <a:gd name="connsiteX88" fmla="*/ 5467502 w 6884912"/>
              <a:gd name="connsiteY88" fmla="*/ 250963 h 1161397"/>
              <a:gd name="connsiteX89" fmla="*/ 5592395 w 6884912"/>
              <a:gd name="connsiteY89" fmla="*/ 265434 h 1161397"/>
              <a:gd name="connsiteX90" fmla="*/ 5613532 w 6884912"/>
              <a:gd name="connsiteY90" fmla="*/ 273379 h 1161397"/>
              <a:gd name="connsiteX91" fmla="*/ 5642173 w 6884912"/>
              <a:gd name="connsiteY91" fmla="*/ 266904 h 1161397"/>
              <a:gd name="connsiteX92" fmla="*/ 5756910 w 6884912"/>
              <a:gd name="connsiteY92" fmla="*/ 239211 h 1161397"/>
              <a:gd name="connsiteX93" fmla="*/ 5846667 w 6884912"/>
              <a:gd name="connsiteY93" fmla="*/ 201786 h 1161397"/>
              <a:gd name="connsiteX94" fmla="*/ 5960732 w 6884912"/>
              <a:gd name="connsiteY94" fmla="*/ 220708 h 1161397"/>
              <a:gd name="connsiteX95" fmla="*/ 6029542 w 6884912"/>
              <a:gd name="connsiteY95" fmla="*/ 210339 h 1161397"/>
              <a:gd name="connsiteX96" fmla="*/ 6141123 w 6884912"/>
              <a:gd name="connsiteY96" fmla="*/ 159923 h 1161397"/>
              <a:gd name="connsiteX97" fmla="*/ 6290640 w 6884912"/>
              <a:gd name="connsiteY97" fmla="*/ 167441 h 1161397"/>
              <a:gd name="connsiteX98" fmla="*/ 6322806 w 6884912"/>
              <a:gd name="connsiteY98" fmla="*/ 213293 h 1161397"/>
              <a:gd name="connsiteX99" fmla="*/ 6380420 w 6884912"/>
              <a:gd name="connsiteY99" fmla="*/ 173195 h 1161397"/>
              <a:gd name="connsiteX100" fmla="*/ 6507891 w 6884912"/>
              <a:gd name="connsiteY100" fmla="*/ 118474 h 1161397"/>
              <a:gd name="connsiteX101" fmla="*/ 6571807 w 6884912"/>
              <a:gd name="connsiteY101" fmla="*/ 98636 h 1161397"/>
              <a:gd name="connsiteX102" fmla="*/ 6671880 w 6884912"/>
              <a:gd name="connsiteY102" fmla="*/ 82931 h 1161397"/>
              <a:gd name="connsiteX103" fmla="*/ 6702266 w 6884912"/>
              <a:gd name="connsiteY103" fmla="*/ 75470 h 1161397"/>
              <a:gd name="connsiteX104" fmla="*/ 6845802 w 6884912"/>
              <a:gd name="connsiteY104" fmla="*/ 24496 h 1161397"/>
              <a:gd name="connsiteX105" fmla="*/ 6884912 w 6884912"/>
              <a:gd name="connsiteY105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213420 w 6884912"/>
              <a:gd name="connsiteY6" fmla="*/ 1056868 h 1161397"/>
              <a:gd name="connsiteX7" fmla="*/ 454970 w 6884912"/>
              <a:gd name="connsiteY7" fmla="*/ 1023343 h 1161397"/>
              <a:gd name="connsiteX8" fmla="*/ 601644 w 6884912"/>
              <a:gd name="connsiteY8" fmla="*/ 1003997 h 1161397"/>
              <a:gd name="connsiteX9" fmla="*/ 651408 w 6884912"/>
              <a:gd name="connsiteY9" fmla="*/ 984938 h 1161397"/>
              <a:gd name="connsiteX10" fmla="*/ 673197 w 6884912"/>
              <a:gd name="connsiteY10" fmla="*/ 1010060 h 1161397"/>
              <a:gd name="connsiteX11" fmla="*/ 723108 w 6884912"/>
              <a:gd name="connsiteY11" fmla="*/ 980081 h 1161397"/>
              <a:gd name="connsiteX12" fmla="*/ 797699 w 6884912"/>
              <a:gd name="connsiteY12" fmla="*/ 931362 h 1161397"/>
              <a:gd name="connsiteX13" fmla="*/ 843359 w 6884912"/>
              <a:gd name="connsiteY13" fmla="*/ 910894 h 1161397"/>
              <a:gd name="connsiteX14" fmla="*/ 965215 w 6884912"/>
              <a:gd name="connsiteY14" fmla="*/ 846701 h 1161397"/>
              <a:gd name="connsiteX15" fmla="*/ 1085080 w 6884912"/>
              <a:gd name="connsiteY15" fmla="*/ 776086 h 1161397"/>
              <a:gd name="connsiteX16" fmla="*/ 1131224 w 6884912"/>
              <a:gd name="connsiteY16" fmla="*/ 706160 h 1161397"/>
              <a:gd name="connsiteX17" fmla="*/ 1138051 w 6884912"/>
              <a:gd name="connsiteY17" fmla="*/ 702034 h 1161397"/>
              <a:gd name="connsiteX18" fmla="*/ 1158800 w 6884912"/>
              <a:gd name="connsiteY18" fmla="*/ 700004 h 1161397"/>
              <a:gd name="connsiteX19" fmla="*/ 1166947 w 6884912"/>
              <a:gd name="connsiteY19" fmla="*/ 700762 h 1161397"/>
              <a:gd name="connsiteX20" fmla="*/ 1178135 w 6884912"/>
              <a:gd name="connsiteY20" fmla="*/ 698631 h 1161397"/>
              <a:gd name="connsiteX21" fmla="*/ 1178301 w 6884912"/>
              <a:gd name="connsiteY21" fmla="*/ 698094 h 1161397"/>
              <a:gd name="connsiteX22" fmla="*/ 1188995 w 6884912"/>
              <a:gd name="connsiteY22" fmla="*/ 697048 h 1161397"/>
              <a:gd name="connsiteX23" fmla="*/ 1242716 w 6884912"/>
              <a:gd name="connsiteY23" fmla="*/ 698052 h 1161397"/>
              <a:gd name="connsiteX24" fmla="*/ 1299977 w 6884912"/>
              <a:gd name="connsiteY24" fmla="*/ 639196 h 1161397"/>
              <a:gd name="connsiteX25" fmla="*/ 1326190 w 6884912"/>
              <a:gd name="connsiteY25" fmla="*/ 625955 h 1161397"/>
              <a:gd name="connsiteX26" fmla="*/ 1339600 w 6884912"/>
              <a:gd name="connsiteY26" fmla="*/ 616295 h 1161397"/>
              <a:gd name="connsiteX27" fmla="*/ 1340054 w 6884912"/>
              <a:gd name="connsiteY27" fmla="*/ 614022 h 1161397"/>
              <a:gd name="connsiteX28" fmla="*/ 1391606 w 6884912"/>
              <a:gd name="connsiteY28" fmla="*/ 615229 h 1161397"/>
              <a:gd name="connsiteX29" fmla="*/ 1397565 w 6884912"/>
              <a:gd name="connsiteY29" fmla="*/ 611490 h 1161397"/>
              <a:gd name="connsiteX30" fmla="*/ 1432302 w 6884912"/>
              <a:gd name="connsiteY30" fmla="*/ 617267 h 1161397"/>
              <a:gd name="connsiteX31" fmla="*/ 1449644 w 6884912"/>
              <a:gd name="connsiteY31" fmla="*/ 617591 h 1161397"/>
              <a:gd name="connsiteX32" fmla="*/ 1455793 w 6884912"/>
              <a:gd name="connsiteY32" fmla="*/ 623174 h 1161397"/>
              <a:gd name="connsiteX33" fmla="*/ 1480758 w 6884912"/>
              <a:gd name="connsiteY33" fmla="*/ 620863 h 1161397"/>
              <a:gd name="connsiteX34" fmla="*/ 1483154 w 6884912"/>
              <a:gd name="connsiteY34" fmla="*/ 618527 h 1161397"/>
              <a:gd name="connsiteX35" fmla="*/ 1505495 w 6884912"/>
              <a:gd name="connsiteY35" fmla="*/ 624325 h 1161397"/>
              <a:gd name="connsiteX36" fmla="*/ 1526340 w 6884912"/>
              <a:gd name="connsiteY36" fmla="*/ 638496 h 1161397"/>
              <a:gd name="connsiteX37" fmla="*/ 1731986 w 6884912"/>
              <a:gd name="connsiteY37" fmla="*/ 589682 h 1161397"/>
              <a:gd name="connsiteX38" fmla="*/ 1927935 w 6884912"/>
              <a:gd name="connsiteY38" fmla="*/ 628540 h 1161397"/>
              <a:gd name="connsiteX39" fmla="*/ 2039075 w 6884912"/>
              <a:gd name="connsiteY39" fmla="*/ 599964 h 1161397"/>
              <a:gd name="connsiteX40" fmla="*/ 2066980 w 6884912"/>
              <a:gd name="connsiteY40" fmla="*/ 550413 h 1161397"/>
              <a:gd name="connsiteX41" fmla="*/ 2352236 w 6884912"/>
              <a:gd name="connsiteY41" fmla="*/ 519602 h 1161397"/>
              <a:gd name="connsiteX42" fmla="*/ 2420791 w 6884912"/>
              <a:gd name="connsiteY42" fmla="*/ 492826 h 1161397"/>
              <a:gd name="connsiteX43" fmla="*/ 2489932 w 6884912"/>
              <a:gd name="connsiteY43" fmla="*/ 507864 h 1161397"/>
              <a:gd name="connsiteX44" fmla="*/ 2512917 w 6884912"/>
              <a:gd name="connsiteY44" fmla="*/ 489127 h 1161397"/>
              <a:gd name="connsiteX45" fmla="*/ 2516783 w 6884912"/>
              <a:gd name="connsiteY45" fmla="*/ 485473 h 1161397"/>
              <a:gd name="connsiteX46" fmla="*/ 2534360 w 6884912"/>
              <a:gd name="connsiteY46" fmla="*/ 480064 h 1161397"/>
              <a:gd name="connsiteX47" fmla="*/ 2536691 w 6884912"/>
              <a:gd name="connsiteY47" fmla="*/ 467018 h 1161397"/>
              <a:gd name="connsiteX48" fmla="*/ 2561265 w 6884912"/>
              <a:gd name="connsiteY48" fmla="*/ 450623 h 1161397"/>
              <a:gd name="connsiteX49" fmla="*/ 2594349 w 6884912"/>
              <a:gd name="connsiteY49" fmla="*/ 443884 h 1161397"/>
              <a:gd name="connsiteX50" fmla="*/ 2754324 w 6884912"/>
              <a:gd name="connsiteY50" fmla="*/ 424766 h 1161397"/>
              <a:gd name="connsiteX51" fmla="*/ 2848470 w 6884912"/>
              <a:gd name="connsiteY51" fmla="*/ 405966 h 1161397"/>
              <a:gd name="connsiteX52" fmla="*/ 2881772 w 6884912"/>
              <a:gd name="connsiteY52" fmla="*/ 387260 h 1161397"/>
              <a:gd name="connsiteX53" fmla="*/ 2929932 w 6884912"/>
              <a:gd name="connsiteY53" fmla="*/ 368912 h 1161397"/>
              <a:gd name="connsiteX54" fmla="*/ 3013020 w 6884912"/>
              <a:gd name="connsiteY54" fmla="*/ 327578 h 1161397"/>
              <a:gd name="connsiteX55" fmla="*/ 3222191 w 6884912"/>
              <a:gd name="connsiteY55" fmla="*/ 307887 h 1161397"/>
              <a:gd name="connsiteX56" fmla="*/ 3227953 w 6884912"/>
              <a:gd name="connsiteY56" fmla="*/ 297650 h 1161397"/>
              <a:gd name="connsiteX57" fmla="*/ 3510042 w 6884912"/>
              <a:gd name="connsiteY57" fmla="*/ 311820 h 1161397"/>
              <a:gd name="connsiteX58" fmla="*/ 3626773 w 6884912"/>
              <a:gd name="connsiteY58" fmla="*/ 290452 h 1161397"/>
              <a:gd name="connsiteX59" fmla="*/ 3666217 w 6884912"/>
              <a:gd name="connsiteY59" fmla="*/ 273255 h 1161397"/>
              <a:gd name="connsiteX60" fmla="*/ 3732427 w 6884912"/>
              <a:gd name="connsiteY60" fmla="*/ 245039 h 1161397"/>
              <a:gd name="connsiteX61" fmla="*/ 3777022 w 6884912"/>
              <a:gd name="connsiteY61" fmla="*/ 200276 h 1161397"/>
              <a:gd name="connsiteX62" fmla="*/ 3791246 w 6884912"/>
              <a:gd name="connsiteY62" fmla="*/ 189996 h 1161397"/>
              <a:gd name="connsiteX63" fmla="*/ 3819864 w 6884912"/>
              <a:gd name="connsiteY63" fmla="*/ 194605 h 1161397"/>
              <a:gd name="connsiteX64" fmla="*/ 3830398 w 6884912"/>
              <a:gd name="connsiteY64" fmla="*/ 188383 h 1161397"/>
              <a:gd name="connsiteX65" fmla="*/ 3834360 w 6884912"/>
              <a:gd name="connsiteY65" fmla="*/ 188992 h 1161397"/>
              <a:gd name="connsiteX66" fmla="*/ 3843715 w 6884912"/>
              <a:gd name="connsiteY66" fmla="*/ 188752 h 1161397"/>
              <a:gd name="connsiteX67" fmla="*/ 3842609 w 6884912"/>
              <a:gd name="connsiteY67" fmla="*/ 197386 h 1161397"/>
              <a:gd name="connsiteX68" fmla="*/ 3853961 w 6884912"/>
              <a:gd name="connsiteY68" fmla="*/ 213380 h 1161397"/>
              <a:gd name="connsiteX69" fmla="*/ 3907640 w 6884912"/>
              <a:gd name="connsiteY69" fmla="*/ 207568 h 1161397"/>
              <a:gd name="connsiteX70" fmla="*/ 3910449 w 6884912"/>
              <a:gd name="connsiteY70" fmla="*/ 197808 h 1161397"/>
              <a:gd name="connsiteX71" fmla="*/ 3917197 w 6884912"/>
              <a:gd name="connsiteY71" fmla="*/ 196121 h 1161397"/>
              <a:gd name="connsiteX72" fmla="*/ 3922400 w 6884912"/>
              <a:gd name="connsiteY72" fmla="*/ 205056 h 1161397"/>
              <a:gd name="connsiteX73" fmla="*/ 4013061 w 6884912"/>
              <a:gd name="connsiteY73" fmla="*/ 224874 h 1161397"/>
              <a:gd name="connsiteX74" fmla="*/ 4220717 w 6884912"/>
              <a:gd name="connsiteY74" fmla="*/ 192946 h 1161397"/>
              <a:gd name="connsiteX75" fmla="*/ 4228802 w 6884912"/>
              <a:gd name="connsiteY75" fmla="*/ 201468 h 1161397"/>
              <a:gd name="connsiteX76" fmla="*/ 4289361 w 6884912"/>
              <a:gd name="connsiteY76" fmla="*/ 196642 h 1161397"/>
              <a:gd name="connsiteX77" fmla="*/ 4498913 w 6884912"/>
              <a:gd name="connsiteY77" fmla="*/ 118915 h 1161397"/>
              <a:gd name="connsiteX78" fmla="*/ 4617330 w 6884912"/>
              <a:gd name="connsiteY78" fmla="*/ 111163 h 1161397"/>
              <a:gd name="connsiteX79" fmla="*/ 4659778 w 6884912"/>
              <a:gd name="connsiteY79" fmla="*/ 118219 h 1161397"/>
              <a:gd name="connsiteX80" fmla="*/ 4730870 w 6884912"/>
              <a:gd name="connsiteY80" fmla="*/ 129432 h 1161397"/>
              <a:gd name="connsiteX81" fmla="*/ 4844073 w 6884912"/>
              <a:gd name="connsiteY81" fmla="*/ 161768 h 1161397"/>
              <a:gd name="connsiteX82" fmla="*/ 4856454 w 6884912"/>
              <a:gd name="connsiteY82" fmla="*/ 130488 h 1161397"/>
              <a:gd name="connsiteX83" fmla="*/ 4920038 w 6884912"/>
              <a:gd name="connsiteY83" fmla="*/ 140418 h 1161397"/>
              <a:gd name="connsiteX84" fmla="*/ 5016639 w 6884912"/>
              <a:gd name="connsiteY84" fmla="*/ 158905 h 1161397"/>
              <a:gd name="connsiteX85" fmla="*/ 5072009 w 6884912"/>
              <a:gd name="connsiteY85" fmla="*/ 161502 h 1161397"/>
              <a:gd name="connsiteX86" fmla="*/ 5223626 w 6884912"/>
              <a:gd name="connsiteY86" fmla="*/ 177356 h 1161397"/>
              <a:gd name="connsiteX87" fmla="*/ 5375773 w 6884912"/>
              <a:gd name="connsiteY87" fmla="*/ 199913 h 1161397"/>
              <a:gd name="connsiteX88" fmla="*/ 5467502 w 6884912"/>
              <a:gd name="connsiteY88" fmla="*/ 250963 h 1161397"/>
              <a:gd name="connsiteX89" fmla="*/ 5592395 w 6884912"/>
              <a:gd name="connsiteY89" fmla="*/ 265434 h 1161397"/>
              <a:gd name="connsiteX90" fmla="*/ 5613532 w 6884912"/>
              <a:gd name="connsiteY90" fmla="*/ 273379 h 1161397"/>
              <a:gd name="connsiteX91" fmla="*/ 5642173 w 6884912"/>
              <a:gd name="connsiteY91" fmla="*/ 266904 h 1161397"/>
              <a:gd name="connsiteX92" fmla="*/ 5756910 w 6884912"/>
              <a:gd name="connsiteY92" fmla="*/ 239211 h 1161397"/>
              <a:gd name="connsiteX93" fmla="*/ 5846667 w 6884912"/>
              <a:gd name="connsiteY93" fmla="*/ 201786 h 1161397"/>
              <a:gd name="connsiteX94" fmla="*/ 5960732 w 6884912"/>
              <a:gd name="connsiteY94" fmla="*/ 220708 h 1161397"/>
              <a:gd name="connsiteX95" fmla="*/ 6029542 w 6884912"/>
              <a:gd name="connsiteY95" fmla="*/ 210339 h 1161397"/>
              <a:gd name="connsiteX96" fmla="*/ 6141123 w 6884912"/>
              <a:gd name="connsiteY96" fmla="*/ 159923 h 1161397"/>
              <a:gd name="connsiteX97" fmla="*/ 6290640 w 6884912"/>
              <a:gd name="connsiteY97" fmla="*/ 167441 h 1161397"/>
              <a:gd name="connsiteX98" fmla="*/ 6322806 w 6884912"/>
              <a:gd name="connsiteY98" fmla="*/ 213293 h 1161397"/>
              <a:gd name="connsiteX99" fmla="*/ 6380420 w 6884912"/>
              <a:gd name="connsiteY99" fmla="*/ 173195 h 1161397"/>
              <a:gd name="connsiteX100" fmla="*/ 6507891 w 6884912"/>
              <a:gd name="connsiteY100" fmla="*/ 118474 h 1161397"/>
              <a:gd name="connsiteX101" fmla="*/ 6571807 w 6884912"/>
              <a:gd name="connsiteY101" fmla="*/ 98636 h 1161397"/>
              <a:gd name="connsiteX102" fmla="*/ 6671880 w 6884912"/>
              <a:gd name="connsiteY102" fmla="*/ 82931 h 1161397"/>
              <a:gd name="connsiteX103" fmla="*/ 6702266 w 6884912"/>
              <a:gd name="connsiteY103" fmla="*/ 75470 h 1161397"/>
              <a:gd name="connsiteX104" fmla="*/ 6845802 w 6884912"/>
              <a:gd name="connsiteY104" fmla="*/ 24496 h 1161397"/>
              <a:gd name="connsiteX105" fmla="*/ 6884912 w 6884912"/>
              <a:gd name="connsiteY105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601644 w 6884912"/>
              <a:gd name="connsiteY7" fmla="*/ 1003997 h 1161397"/>
              <a:gd name="connsiteX8" fmla="*/ 651408 w 6884912"/>
              <a:gd name="connsiteY8" fmla="*/ 984938 h 1161397"/>
              <a:gd name="connsiteX9" fmla="*/ 673197 w 6884912"/>
              <a:gd name="connsiteY9" fmla="*/ 1010060 h 1161397"/>
              <a:gd name="connsiteX10" fmla="*/ 723108 w 6884912"/>
              <a:gd name="connsiteY10" fmla="*/ 980081 h 1161397"/>
              <a:gd name="connsiteX11" fmla="*/ 797699 w 6884912"/>
              <a:gd name="connsiteY11" fmla="*/ 931362 h 1161397"/>
              <a:gd name="connsiteX12" fmla="*/ 843359 w 6884912"/>
              <a:gd name="connsiteY12" fmla="*/ 910894 h 1161397"/>
              <a:gd name="connsiteX13" fmla="*/ 965215 w 6884912"/>
              <a:gd name="connsiteY13" fmla="*/ 846701 h 1161397"/>
              <a:gd name="connsiteX14" fmla="*/ 1085080 w 6884912"/>
              <a:gd name="connsiteY14" fmla="*/ 776086 h 1161397"/>
              <a:gd name="connsiteX15" fmla="*/ 1131224 w 6884912"/>
              <a:gd name="connsiteY15" fmla="*/ 706160 h 1161397"/>
              <a:gd name="connsiteX16" fmla="*/ 1138051 w 6884912"/>
              <a:gd name="connsiteY16" fmla="*/ 702034 h 1161397"/>
              <a:gd name="connsiteX17" fmla="*/ 1158800 w 6884912"/>
              <a:gd name="connsiteY17" fmla="*/ 700004 h 1161397"/>
              <a:gd name="connsiteX18" fmla="*/ 1166947 w 6884912"/>
              <a:gd name="connsiteY18" fmla="*/ 700762 h 1161397"/>
              <a:gd name="connsiteX19" fmla="*/ 1178135 w 6884912"/>
              <a:gd name="connsiteY19" fmla="*/ 698631 h 1161397"/>
              <a:gd name="connsiteX20" fmla="*/ 1178301 w 6884912"/>
              <a:gd name="connsiteY20" fmla="*/ 698094 h 1161397"/>
              <a:gd name="connsiteX21" fmla="*/ 1188995 w 6884912"/>
              <a:gd name="connsiteY21" fmla="*/ 697048 h 1161397"/>
              <a:gd name="connsiteX22" fmla="*/ 1242716 w 6884912"/>
              <a:gd name="connsiteY22" fmla="*/ 698052 h 1161397"/>
              <a:gd name="connsiteX23" fmla="*/ 1299977 w 6884912"/>
              <a:gd name="connsiteY23" fmla="*/ 639196 h 1161397"/>
              <a:gd name="connsiteX24" fmla="*/ 1326190 w 6884912"/>
              <a:gd name="connsiteY24" fmla="*/ 625955 h 1161397"/>
              <a:gd name="connsiteX25" fmla="*/ 1339600 w 6884912"/>
              <a:gd name="connsiteY25" fmla="*/ 616295 h 1161397"/>
              <a:gd name="connsiteX26" fmla="*/ 1340054 w 6884912"/>
              <a:gd name="connsiteY26" fmla="*/ 614022 h 1161397"/>
              <a:gd name="connsiteX27" fmla="*/ 1391606 w 6884912"/>
              <a:gd name="connsiteY27" fmla="*/ 615229 h 1161397"/>
              <a:gd name="connsiteX28" fmla="*/ 1397565 w 6884912"/>
              <a:gd name="connsiteY28" fmla="*/ 611490 h 1161397"/>
              <a:gd name="connsiteX29" fmla="*/ 1432302 w 6884912"/>
              <a:gd name="connsiteY29" fmla="*/ 617267 h 1161397"/>
              <a:gd name="connsiteX30" fmla="*/ 1449644 w 6884912"/>
              <a:gd name="connsiteY30" fmla="*/ 617591 h 1161397"/>
              <a:gd name="connsiteX31" fmla="*/ 1455793 w 6884912"/>
              <a:gd name="connsiteY31" fmla="*/ 623174 h 1161397"/>
              <a:gd name="connsiteX32" fmla="*/ 1480758 w 6884912"/>
              <a:gd name="connsiteY32" fmla="*/ 620863 h 1161397"/>
              <a:gd name="connsiteX33" fmla="*/ 1483154 w 6884912"/>
              <a:gd name="connsiteY33" fmla="*/ 618527 h 1161397"/>
              <a:gd name="connsiteX34" fmla="*/ 1505495 w 6884912"/>
              <a:gd name="connsiteY34" fmla="*/ 624325 h 1161397"/>
              <a:gd name="connsiteX35" fmla="*/ 1526340 w 6884912"/>
              <a:gd name="connsiteY35" fmla="*/ 638496 h 1161397"/>
              <a:gd name="connsiteX36" fmla="*/ 1731986 w 6884912"/>
              <a:gd name="connsiteY36" fmla="*/ 589682 h 1161397"/>
              <a:gd name="connsiteX37" fmla="*/ 1927935 w 6884912"/>
              <a:gd name="connsiteY37" fmla="*/ 628540 h 1161397"/>
              <a:gd name="connsiteX38" fmla="*/ 2039075 w 6884912"/>
              <a:gd name="connsiteY38" fmla="*/ 599964 h 1161397"/>
              <a:gd name="connsiteX39" fmla="*/ 2066980 w 6884912"/>
              <a:gd name="connsiteY39" fmla="*/ 550413 h 1161397"/>
              <a:gd name="connsiteX40" fmla="*/ 2352236 w 6884912"/>
              <a:gd name="connsiteY40" fmla="*/ 519602 h 1161397"/>
              <a:gd name="connsiteX41" fmla="*/ 2420791 w 6884912"/>
              <a:gd name="connsiteY41" fmla="*/ 492826 h 1161397"/>
              <a:gd name="connsiteX42" fmla="*/ 2489932 w 6884912"/>
              <a:gd name="connsiteY42" fmla="*/ 507864 h 1161397"/>
              <a:gd name="connsiteX43" fmla="*/ 2512917 w 6884912"/>
              <a:gd name="connsiteY43" fmla="*/ 489127 h 1161397"/>
              <a:gd name="connsiteX44" fmla="*/ 2516783 w 6884912"/>
              <a:gd name="connsiteY44" fmla="*/ 485473 h 1161397"/>
              <a:gd name="connsiteX45" fmla="*/ 2534360 w 6884912"/>
              <a:gd name="connsiteY45" fmla="*/ 480064 h 1161397"/>
              <a:gd name="connsiteX46" fmla="*/ 2536691 w 6884912"/>
              <a:gd name="connsiteY46" fmla="*/ 467018 h 1161397"/>
              <a:gd name="connsiteX47" fmla="*/ 2561265 w 6884912"/>
              <a:gd name="connsiteY47" fmla="*/ 450623 h 1161397"/>
              <a:gd name="connsiteX48" fmla="*/ 2594349 w 6884912"/>
              <a:gd name="connsiteY48" fmla="*/ 443884 h 1161397"/>
              <a:gd name="connsiteX49" fmla="*/ 2754324 w 6884912"/>
              <a:gd name="connsiteY49" fmla="*/ 424766 h 1161397"/>
              <a:gd name="connsiteX50" fmla="*/ 2848470 w 6884912"/>
              <a:gd name="connsiteY50" fmla="*/ 405966 h 1161397"/>
              <a:gd name="connsiteX51" fmla="*/ 2881772 w 6884912"/>
              <a:gd name="connsiteY51" fmla="*/ 387260 h 1161397"/>
              <a:gd name="connsiteX52" fmla="*/ 2929932 w 6884912"/>
              <a:gd name="connsiteY52" fmla="*/ 368912 h 1161397"/>
              <a:gd name="connsiteX53" fmla="*/ 3013020 w 6884912"/>
              <a:gd name="connsiteY53" fmla="*/ 327578 h 1161397"/>
              <a:gd name="connsiteX54" fmla="*/ 3222191 w 6884912"/>
              <a:gd name="connsiteY54" fmla="*/ 307887 h 1161397"/>
              <a:gd name="connsiteX55" fmla="*/ 3227953 w 6884912"/>
              <a:gd name="connsiteY55" fmla="*/ 297650 h 1161397"/>
              <a:gd name="connsiteX56" fmla="*/ 3510042 w 6884912"/>
              <a:gd name="connsiteY56" fmla="*/ 311820 h 1161397"/>
              <a:gd name="connsiteX57" fmla="*/ 3626773 w 6884912"/>
              <a:gd name="connsiteY57" fmla="*/ 290452 h 1161397"/>
              <a:gd name="connsiteX58" fmla="*/ 3666217 w 6884912"/>
              <a:gd name="connsiteY58" fmla="*/ 273255 h 1161397"/>
              <a:gd name="connsiteX59" fmla="*/ 3732427 w 6884912"/>
              <a:gd name="connsiteY59" fmla="*/ 245039 h 1161397"/>
              <a:gd name="connsiteX60" fmla="*/ 3777022 w 6884912"/>
              <a:gd name="connsiteY60" fmla="*/ 200276 h 1161397"/>
              <a:gd name="connsiteX61" fmla="*/ 3791246 w 6884912"/>
              <a:gd name="connsiteY61" fmla="*/ 189996 h 1161397"/>
              <a:gd name="connsiteX62" fmla="*/ 3819864 w 6884912"/>
              <a:gd name="connsiteY62" fmla="*/ 194605 h 1161397"/>
              <a:gd name="connsiteX63" fmla="*/ 3830398 w 6884912"/>
              <a:gd name="connsiteY63" fmla="*/ 188383 h 1161397"/>
              <a:gd name="connsiteX64" fmla="*/ 3834360 w 6884912"/>
              <a:gd name="connsiteY64" fmla="*/ 188992 h 1161397"/>
              <a:gd name="connsiteX65" fmla="*/ 3843715 w 6884912"/>
              <a:gd name="connsiteY65" fmla="*/ 188752 h 1161397"/>
              <a:gd name="connsiteX66" fmla="*/ 3842609 w 6884912"/>
              <a:gd name="connsiteY66" fmla="*/ 197386 h 1161397"/>
              <a:gd name="connsiteX67" fmla="*/ 3853961 w 6884912"/>
              <a:gd name="connsiteY67" fmla="*/ 213380 h 1161397"/>
              <a:gd name="connsiteX68" fmla="*/ 3907640 w 6884912"/>
              <a:gd name="connsiteY68" fmla="*/ 207568 h 1161397"/>
              <a:gd name="connsiteX69" fmla="*/ 3910449 w 6884912"/>
              <a:gd name="connsiteY69" fmla="*/ 197808 h 1161397"/>
              <a:gd name="connsiteX70" fmla="*/ 3917197 w 6884912"/>
              <a:gd name="connsiteY70" fmla="*/ 196121 h 1161397"/>
              <a:gd name="connsiteX71" fmla="*/ 3922400 w 6884912"/>
              <a:gd name="connsiteY71" fmla="*/ 205056 h 1161397"/>
              <a:gd name="connsiteX72" fmla="*/ 4013061 w 6884912"/>
              <a:gd name="connsiteY72" fmla="*/ 224874 h 1161397"/>
              <a:gd name="connsiteX73" fmla="*/ 4220717 w 6884912"/>
              <a:gd name="connsiteY73" fmla="*/ 192946 h 1161397"/>
              <a:gd name="connsiteX74" fmla="*/ 4228802 w 6884912"/>
              <a:gd name="connsiteY74" fmla="*/ 201468 h 1161397"/>
              <a:gd name="connsiteX75" fmla="*/ 4289361 w 6884912"/>
              <a:gd name="connsiteY75" fmla="*/ 196642 h 1161397"/>
              <a:gd name="connsiteX76" fmla="*/ 4498913 w 6884912"/>
              <a:gd name="connsiteY76" fmla="*/ 118915 h 1161397"/>
              <a:gd name="connsiteX77" fmla="*/ 4617330 w 6884912"/>
              <a:gd name="connsiteY77" fmla="*/ 111163 h 1161397"/>
              <a:gd name="connsiteX78" fmla="*/ 4659778 w 6884912"/>
              <a:gd name="connsiteY78" fmla="*/ 118219 h 1161397"/>
              <a:gd name="connsiteX79" fmla="*/ 4730870 w 6884912"/>
              <a:gd name="connsiteY79" fmla="*/ 129432 h 1161397"/>
              <a:gd name="connsiteX80" fmla="*/ 4844073 w 6884912"/>
              <a:gd name="connsiteY80" fmla="*/ 161768 h 1161397"/>
              <a:gd name="connsiteX81" fmla="*/ 4856454 w 6884912"/>
              <a:gd name="connsiteY81" fmla="*/ 130488 h 1161397"/>
              <a:gd name="connsiteX82" fmla="*/ 4920038 w 6884912"/>
              <a:gd name="connsiteY82" fmla="*/ 140418 h 1161397"/>
              <a:gd name="connsiteX83" fmla="*/ 5016639 w 6884912"/>
              <a:gd name="connsiteY83" fmla="*/ 158905 h 1161397"/>
              <a:gd name="connsiteX84" fmla="*/ 5072009 w 6884912"/>
              <a:gd name="connsiteY84" fmla="*/ 161502 h 1161397"/>
              <a:gd name="connsiteX85" fmla="*/ 5223626 w 6884912"/>
              <a:gd name="connsiteY85" fmla="*/ 177356 h 1161397"/>
              <a:gd name="connsiteX86" fmla="*/ 5375773 w 6884912"/>
              <a:gd name="connsiteY86" fmla="*/ 199913 h 1161397"/>
              <a:gd name="connsiteX87" fmla="*/ 5467502 w 6884912"/>
              <a:gd name="connsiteY87" fmla="*/ 250963 h 1161397"/>
              <a:gd name="connsiteX88" fmla="*/ 5592395 w 6884912"/>
              <a:gd name="connsiteY88" fmla="*/ 265434 h 1161397"/>
              <a:gd name="connsiteX89" fmla="*/ 5613532 w 6884912"/>
              <a:gd name="connsiteY89" fmla="*/ 273379 h 1161397"/>
              <a:gd name="connsiteX90" fmla="*/ 5642173 w 6884912"/>
              <a:gd name="connsiteY90" fmla="*/ 266904 h 1161397"/>
              <a:gd name="connsiteX91" fmla="*/ 5756910 w 6884912"/>
              <a:gd name="connsiteY91" fmla="*/ 239211 h 1161397"/>
              <a:gd name="connsiteX92" fmla="*/ 5846667 w 6884912"/>
              <a:gd name="connsiteY92" fmla="*/ 201786 h 1161397"/>
              <a:gd name="connsiteX93" fmla="*/ 5960732 w 6884912"/>
              <a:gd name="connsiteY93" fmla="*/ 220708 h 1161397"/>
              <a:gd name="connsiteX94" fmla="*/ 6029542 w 6884912"/>
              <a:gd name="connsiteY94" fmla="*/ 210339 h 1161397"/>
              <a:gd name="connsiteX95" fmla="*/ 6141123 w 6884912"/>
              <a:gd name="connsiteY95" fmla="*/ 159923 h 1161397"/>
              <a:gd name="connsiteX96" fmla="*/ 6290640 w 6884912"/>
              <a:gd name="connsiteY96" fmla="*/ 167441 h 1161397"/>
              <a:gd name="connsiteX97" fmla="*/ 6322806 w 6884912"/>
              <a:gd name="connsiteY97" fmla="*/ 213293 h 1161397"/>
              <a:gd name="connsiteX98" fmla="*/ 6380420 w 6884912"/>
              <a:gd name="connsiteY98" fmla="*/ 173195 h 1161397"/>
              <a:gd name="connsiteX99" fmla="*/ 6507891 w 6884912"/>
              <a:gd name="connsiteY99" fmla="*/ 118474 h 1161397"/>
              <a:gd name="connsiteX100" fmla="*/ 6571807 w 6884912"/>
              <a:gd name="connsiteY100" fmla="*/ 98636 h 1161397"/>
              <a:gd name="connsiteX101" fmla="*/ 6671880 w 6884912"/>
              <a:gd name="connsiteY101" fmla="*/ 82931 h 1161397"/>
              <a:gd name="connsiteX102" fmla="*/ 6702266 w 6884912"/>
              <a:gd name="connsiteY102" fmla="*/ 75470 h 1161397"/>
              <a:gd name="connsiteX103" fmla="*/ 6845802 w 6884912"/>
              <a:gd name="connsiteY103" fmla="*/ 24496 h 1161397"/>
              <a:gd name="connsiteX104" fmla="*/ 6884912 w 6884912"/>
              <a:gd name="connsiteY104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11320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601644 w 6884912"/>
              <a:gd name="connsiteY7" fmla="*/ 1003997 h 1161397"/>
              <a:gd name="connsiteX8" fmla="*/ 651408 w 6884912"/>
              <a:gd name="connsiteY8" fmla="*/ 984938 h 1161397"/>
              <a:gd name="connsiteX9" fmla="*/ 673197 w 6884912"/>
              <a:gd name="connsiteY9" fmla="*/ 1010060 h 1161397"/>
              <a:gd name="connsiteX10" fmla="*/ 723108 w 6884912"/>
              <a:gd name="connsiteY10" fmla="*/ 980081 h 1161397"/>
              <a:gd name="connsiteX11" fmla="*/ 797699 w 6884912"/>
              <a:gd name="connsiteY11" fmla="*/ 931362 h 1161397"/>
              <a:gd name="connsiteX12" fmla="*/ 843359 w 6884912"/>
              <a:gd name="connsiteY12" fmla="*/ 910894 h 1161397"/>
              <a:gd name="connsiteX13" fmla="*/ 965215 w 6884912"/>
              <a:gd name="connsiteY13" fmla="*/ 846701 h 1161397"/>
              <a:gd name="connsiteX14" fmla="*/ 1085080 w 6884912"/>
              <a:gd name="connsiteY14" fmla="*/ 776086 h 1161397"/>
              <a:gd name="connsiteX15" fmla="*/ 1131224 w 6884912"/>
              <a:gd name="connsiteY15" fmla="*/ 706160 h 1161397"/>
              <a:gd name="connsiteX16" fmla="*/ 1138051 w 6884912"/>
              <a:gd name="connsiteY16" fmla="*/ 702034 h 1161397"/>
              <a:gd name="connsiteX17" fmla="*/ 1158800 w 6884912"/>
              <a:gd name="connsiteY17" fmla="*/ 700004 h 1161397"/>
              <a:gd name="connsiteX18" fmla="*/ 1166947 w 6884912"/>
              <a:gd name="connsiteY18" fmla="*/ 700762 h 1161397"/>
              <a:gd name="connsiteX19" fmla="*/ 1178135 w 6884912"/>
              <a:gd name="connsiteY19" fmla="*/ 698631 h 1161397"/>
              <a:gd name="connsiteX20" fmla="*/ 1178301 w 6884912"/>
              <a:gd name="connsiteY20" fmla="*/ 698094 h 1161397"/>
              <a:gd name="connsiteX21" fmla="*/ 1188995 w 6884912"/>
              <a:gd name="connsiteY21" fmla="*/ 697048 h 1161397"/>
              <a:gd name="connsiteX22" fmla="*/ 1242716 w 6884912"/>
              <a:gd name="connsiteY22" fmla="*/ 698052 h 1161397"/>
              <a:gd name="connsiteX23" fmla="*/ 1299977 w 6884912"/>
              <a:gd name="connsiteY23" fmla="*/ 639196 h 1161397"/>
              <a:gd name="connsiteX24" fmla="*/ 1326190 w 6884912"/>
              <a:gd name="connsiteY24" fmla="*/ 625955 h 1161397"/>
              <a:gd name="connsiteX25" fmla="*/ 1339600 w 6884912"/>
              <a:gd name="connsiteY25" fmla="*/ 616295 h 1161397"/>
              <a:gd name="connsiteX26" fmla="*/ 1340054 w 6884912"/>
              <a:gd name="connsiteY26" fmla="*/ 614022 h 1161397"/>
              <a:gd name="connsiteX27" fmla="*/ 1391606 w 6884912"/>
              <a:gd name="connsiteY27" fmla="*/ 615229 h 1161397"/>
              <a:gd name="connsiteX28" fmla="*/ 1397565 w 6884912"/>
              <a:gd name="connsiteY28" fmla="*/ 611490 h 1161397"/>
              <a:gd name="connsiteX29" fmla="*/ 1432302 w 6884912"/>
              <a:gd name="connsiteY29" fmla="*/ 617267 h 1161397"/>
              <a:gd name="connsiteX30" fmla="*/ 1449644 w 6884912"/>
              <a:gd name="connsiteY30" fmla="*/ 617591 h 1161397"/>
              <a:gd name="connsiteX31" fmla="*/ 1455793 w 6884912"/>
              <a:gd name="connsiteY31" fmla="*/ 623174 h 1161397"/>
              <a:gd name="connsiteX32" fmla="*/ 1480758 w 6884912"/>
              <a:gd name="connsiteY32" fmla="*/ 620863 h 1161397"/>
              <a:gd name="connsiteX33" fmla="*/ 1483154 w 6884912"/>
              <a:gd name="connsiteY33" fmla="*/ 618527 h 1161397"/>
              <a:gd name="connsiteX34" fmla="*/ 1505495 w 6884912"/>
              <a:gd name="connsiteY34" fmla="*/ 624325 h 1161397"/>
              <a:gd name="connsiteX35" fmla="*/ 1526340 w 6884912"/>
              <a:gd name="connsiteY35" fmla="*/ 638496 h 1161397"/>
              <a:gd name="connsiteX36" fmla="*/ 1731986 w 6884912"/>
              <a:gd name="connsiteY36" fmla="*/ 589682 h 1161397"/>
              <a:gd name="connsiteX37" fmla="*/ 1927935 w 6884912"/>
              <a:gd name="connsiteY37" fmla="*/ 628540 h 1161397"/>
              <a:gd name="connsiteX38" fmla="*/ 2039075 w 6884912"/>
              <a:gd name="connsiteY38" fmla="*/ 599964 h 1161397"/>
              <a:gd name="connsiteX39" fmla="*/ 2066980 w 6884912"/>
              <a:gd name="connsiteY39" fmla="*/ 550413 h 1161397"/>
              <a:gd name="connsiteX40" fmla="*/ 2352236 w 6884912"/>
              <a:gd name="connsiteY40" fmla="*/ 519602 h 1161397"/>
              <a:gd name="connsiteX41" fmla="*/ 2420791 w 6884912"/>
              <a:gd name="connsiteY41" fmla="*/ 492826 h 1161397"/>
              <a:gd name="connsiteX42" fmla="*/ 2489932 w 6884912"/>
              <a:gd name="connsiteY42" fmla="*/ 507864 h 1161397"/>
              <a:gd name="connsiteX43" fmla="*/ 2512917 w 6884912"/>
              <a:gd name="connsiteY43" fmla="*/ 489127 h 1161397"/>
              <a:gd name="connsiteX44" fmla="*/ 2516783 w 6884912"/>
              <a:gd name="connsiteY44" fmla="*/ 485473 h 1161397"/>
              <a:gd name="connsiteX45" fmla="*/ 2534360 w 6884912"/>
              <a:gd name="connsiteY45" fmla="*/ 480064 h 1161397"/>
              <a:gd name="connsiteX46" fmla="*/ 2536691 w 6884912"/>
              <a:gd name="connsiteY46" fmla="*/ 467018 h 1161397"/>
              <a:gd name="connsiteX47" fmla="*/ 2561265 w 6884912"/>
              <a:gd name="connsiteY47" fmla="*/ 450623 h 1161397"/>
              <a:gd name="connsiteX48" fmla="*/ 2594349 w 6884912"/>
              <a:gd name="connsiteY48" fmla="*/ 443884 h 1161397"/>
              <a:gd name="connsiteX49" fmla="*/ 2754324 w 6884912"/>
              <a:gd name="connsiteY49" fmla="*/ 424766 h 1161397"/>
              <a:gd name="connsiteX50" fmla="*/ 2848470 w 6884912"/>
              <a:gd name="connsiteY50" fmla="*/ 405966 h 1161397"/>
              <a:gd name="connsiteX51" fmla="*/ 2881772 w 6884912"/>
              <a:gd name="connsiteY51" fmla="*/ 387260 h 1161397"/>
              <a:gd name="connsiteX52" fmla="*/ 2929932 w 6884912"/>
              <a:gd name="connsiteY52" fmla="*/ 368912 h 1161397"/>
              <a:gd name="connsiteX53" fmla="*/ 3013020 w 6884912"/>
              <a:gd name="connsiteY53" fmla="*/ 327578 h 1161397"/>
              <a:gd name="connsiteX54" fmla="*/ 3222191 w 6884912"/>
              <a:gd name="connsiteY54" fmla="*/ 307887 h 1161397"/>
              <a:gd name="connsiteX55" fmla="*/ 3227953 w 6884912"/>
              <a:gd name="connsiteY55" fmla="*/ 297650 h 1161397"/>
              <a:gd name="connsiteX56" fmla="*/ 3510042 w 6884912"/>
              <a:gd name="connsiteY56" fmla="*/ 311820 h 1161397"/>
              <a:gd name="connsiteX57" fmla="*/ 3626773 w 6884912"/>
              <a:gd name="connsiteY57" fmla="*/ 290452 h 1161397"/>
              <a:gd name="connsiteX58" fmla="*/ 3666217 w 6884912"/>
              <a:gd name="connsiteY58" fmla="*/ 273255 h 1161397"/>
              <a:gd name="connsiteX59" fmla="*/ 3732427 w 6884912"/>
              <a:gd name="connsiteY59" fmla="*/ 245039 h 1161397"/>
              <a:gd name="connsiteX60" fmla="*/ 3777022 w 6884912"/>
              <a:gd name="connsiteY60" fmla="*/ 200276 h 1161397"/>
              <a:gd name="connsiteX61" fmla="*/ 3791246 w 6884912"/>
              <a:gd name="connsiteY61" fmla="*/ 189996 h 1161397"/>
              <a:gd name="connsiteX62" fmla="*/ 3819864 w 6884912"/>
              <a:gd name="connsiteY62" fmla="*/ 194605 h 1161397"/>
              <a:gd name="connsiteX63" fmla="*/ 3830398 w 6884912"/>
              <a:gd name="connsiteY63" fmla="*/ 188383 h 1161397"/>
              <a:gd name="connsiteX64" fmla="*/ 3834360 w 6884912"/>
              <a:gd name="connsiteY64" fmla="*/ 188992 h 1161397"/>
              <a:gd name="connsiteX65" fmla="*/ 3843715 w 6884912"/>
              <a:gd name="connsiteY65" fmla="*/ 188752 h 1161397"/>
              <a:gd name="connsiteX66" fmla="*/ 3842609 w 6884912"/>
              <a:gd name="connsiteY66" fmla="*/ 197386 h 1161397"/>
              <a:gd name="connsiteX67" fmla="*/ 3853961 w 6884912"/>
              <a:gd name="connsiteY67" fmla="*/ 213380 h 1161397"/>
              <a:gd name="connsiteX68" fmla="*/ 3907640 w 6884912"/>
              <a:gd name="connsiteY68" fmla="*/ 207568 h 1161397"/>
              <a:gd name="connsiteX69" fmla="*/ 3910449 w 6884912"/>
              <a:gd name="connsiteY69" fmla="*/ 197808 h 1161397"/>
              <a:gd name="connsiteX70" fmla="*/ 3917197 w 6884912"/>
              <a:gd name="connsiteY70" fmla="*/ 196121 h 1161397"/>
              <a:gd name="connsiteX71" fmla="*/ 3922400 w 6884912"/>
              <a:gd name="connsiteY71" fmla="*/ 205056 h 1161397"/>
              <a:gd name="connsiteX72" fmla="*/ 4013061 w 6884912"/>
              <a:gd name="connsiteY72" fmla="*/ 224874 h 1161397"/>
              <a:gd name="connsiteX73" fmla="*/ 4220717 w 6884912"/>
              <a:gd name="connsiteY73" fmla="*/ 192946 h 1161397"/>
              <a:gd name="connsiteX74" fmla="*/ 4228802 w 6884912"/>
              <a:gd name="connsiteY74" fmla="*/ 201468 h 1161397"/>
              <a:gd name="connsiteX75" fmla="*/ 4289361 w 6884912"/>
              <a:gd name="connsiteY75" fmla="*/ 196642 h 1161397"/>
              <a:gd name="connsiteX76" fmla="*/ 4498913 w 6884912"/>
              <a:gd name="connsiteY76" fmla="*/ 118915 h 1161397"/>
              <a:gd name="connsiteX77" fmla="*/ 4617330 w 6884912"/>
              <a:gd name="connsiteY77" fmla="*/ 111163 h 1161397"/>
              <a:gd name="connsiteX78" fmla="*/ 4659778 w 6884912"/>
              <a:gd name="connsiteY78" fmla="*/ 118219 h 1161397"/>
              <a:gd name="connsiteX79" fmla="*/ 4730870 w 6884912"/>
              <a:gd name="connsiteY79" fmla="*/ 129432 h 1161397"/>
              <a:gd name="connsiteX80" fmla="*/ 4844073 w 6884912"/>
              <a:gd name="connsiteY80" fmla="*/ 161768 h 1161397"/>
              <a:gd name="connsiteX81" fmla="*/ 4856454 w 6884912"/>
              <a:gd name="connsiteY81" fmla="*/ 130488 h 1161397"/>
              <a:gd name="connsiteX82" fmla="*/ 4920038 w 6884912"/>
              <a:gd name="connsiteY82" fmla="*/ 140418 h 1161397"/>
              <a:gd name="connsiteX83" fmla="*/ 5016639 w 6884912"/>
              <a:gd name="connsiteY83" fmla="*/ 158905 h 1161397"/>
              <a:gd name="connsiteX84" fmla="*/ 5072009 w 6884912"/>
              <a:gd name="connsiteY84" fmla="*/ 161502 h 1161397"/>
              <a:gd name="connsiteX85" fmla="*/ 5223626 w 6884912"/>
              <a:gd name="connsiteY85" fmla="*/ 177356 h 1161397"/>
              <a:gd name="connsiteX86" fmla="*/ 5375773 w 6884912"/>
              <a:gd name="connsiteY86" fmla="*/ 199913 h 1161397"/>
              <a:gd name="connsiteX87" fmla="*/ 5467502 w 6884912"/>
              <a:gd name="connsiteY87" fmla="*/ 250963 h 1161397"/>
              <a:gd name="connsiteX88" fmla="*/ 5592395 w 6884912"/>
              <a:gd name="connsiteY88" fmla="*/ 265434 h 1161397"/>
              <a:gd name="connsiteX89" fmla="*/ 5613532 w 6884912"/>
              <a:gd name="connsiteY89" fmla="*/ 273379 h 1161397"/>
              <a:gd name="connsiteX90" fmla="*/ 5642173 w 6884912"/>
              <a:gd name="connsiteY90" fmla="*/ 266904 h 1161397"/>
              <a:gd name="connsiteX91" fmla="*/ 5756910 w 6884912"/>
              <a:gd name="connsiteY91" fmla="*/ 239211 h 1161397"/>
              <a:gd name="connsiteX92" fmla="*/ 5846667 w 6884912"/>
              <a:gd name="connsiteY92" fmla="*/ 201786 h 1161397"/>
              <a:gd name="connsiteX93" fmla="*/ 5960732 w 6884912"/>
              <a:gd name="connsiteY93" fmla="*/ 220708 h 1161397"/>
              <a:gd name="connsiteX94" fmla="*/ 6029542 w 6884912"/>
              <a:gd name="connsiteY94" fmla="*/ 210339 h 1161397"/>
              <a:gd name="connsiteX95" fmla="*/ 6141123 w 6884912"/>
              <a:gd name="connsiteY95" fmla="*/ 159923 h 1161397"/>
              <a:gd name="connsiteX96" fmla="*/ 6290640 w 6884912"/>
              <a:gd name="connsiteY96" fmla="*/ 167441 h 1161397"/>
              <a:gd name="connsiteX97" fmla="*/ 6322806 w 6884912"/>
              <a:gd name="connsiteY97" fmla="*/ 213293 h 1161397"/>
              <a:gd name="connsiteX98" fmla="*/ 6380420 w 6884912"/>
              <a:gd name="connsiteY98" fmla="*/ 173195 h 1161397"/>
              <a:gd name="connsiteX99" fmla="*/ 6507891 w 6884912"/>
              <a:gd name="connsiteY99" fmla="*/ 118474 h 1161397"/>
              <a:gd name="connsiteX100" fmla="*/ 6571807 w 6884912"/>
              <a:gd name="connsiteY100" fmla="*/ 98636 h 1161397"/>
              <a:gd name="connsiteX101" fmla="*/ 6671880 w 6884912"/>
              <a:gd name="connsiteY101" fmla="*/ 82931 h 1161397"/>
              <a:gd name="connsiteX102" fmla="*/ 6702266 w 6884912"/>
              <a:gd name="connsiteY102" fmla="*/ 75470 h 1161397"/>
              <a:gd name="connsiteX103" fmla="*/ 6845802 w 6884912"/>
              <a:gd name="connsiteY103" fmla="*/ 24496 h 1161397"/>
              <a:gd name="connsiteX104" fmla="*/ 6884912 w 6884912"/>
              <a:gd name="connsiteY104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11320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601644 w 6884912"/>
              <a:gd name="connsiteY7" fmla="*/ 1003997 h 1161397"/>
              <a:gd name="connsiteX8" fmla="*/ 651408 w 6884912"/>
              <a:gd name="connsiteY8" fmla="*/ 984938 h 1161397"/>
              <a:gd name="connsiteX9" fmla="*/ 723108 w 6884912"/>
              <a:gd name="connsiteY9" fmla="*/ 980081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38051 w 6884912"/>
              <a:gd name="connsiteY15" fmla="*/ 702034 h 1161397"/>
              <a:gd name="connsiteX16" fmla="*/ 1158800 w 6884912"/>
              <a:gd name="connsiteY16" fmla="*/ 700004 h 1161397"/>
              <a:gd name="connsiteX17" fmla="*/ 1166947 w 6884912"/>
              <a:gd name="connsiteY17" fmla="*/ 700762 h 1161397"/>
              <a:gd name="connsiteX18" fmla="*/ 1178135 w 6884912"/>
              <a:gd name="connsiteY18" fmla="*/ 698631 h 1161397"/>
              <a:gd name="connsiteX19" fmla="*/ 1178301 w 6884912"/>
              <a:gd name="connsiteY19" fmla="*/ 698094 h 1161397"/>
              <a:gd name="connsiteX20" fmla="*/ 1188995 w 6884912"/>
              <a:gd name="connsiteY20" fmla="*/ 697048 h 1161397"/>
              <a:gd name="connsiteX21" fmla="*/ 1242716 w 6884912"/>
              <a:gd name="connsiteY21" fmla="*/ 698052 h 1161397"/>
              <a:gd name="connsiteX22" fmla="*/ 1299977 w 6884912"/>
              <a:gd name="connsiteY22" fmla="*/ 639196 h 1161397"/>
              <a:gd name="connsiteX23" fmla="*/ 1326190 w 6884912"/>
              <a:gd name="connsiteY23" fmla="*/ 625955 h 1161397"/>
              <a:gd name="connsiteX24" fmla="*/ 1339600 w 6884912"/>
              <a:gd name="connsiteY24" fmla="*/ 616295 h 1161397"/>
              <a:gd name="connsiteX25" fmla="*/ 1340054 w 6884912"/>
              <a:gd name="connsiteY25" fmla="*/ 614022 h 1161397"/>
              <a:gd name="connsiteX26" fmla="*/ 1391606 w 6884912"/>
              <a:gd name="connsiteY26" fmla="*/ 615229 h 1161397"/>
              <a:gd name="connsiteX27" fmla="*/ 1397565 w 6884912"/>
              <a:gd name="connsiteY27" fmla="*/ 611490 h 1161397"/>
              <a:gd name="connsiteX28" fmla="*/ 1432302 w 6884912"/>
              <a:gd name="connsiteY28" fmla="*/ 617267 h 1161397"/>
              <a:gd name="connsiteX29" fmla="*/ 1449644 w 6884912"/>
              <a:gd name="connsiteY29" fmla="*/ 617591 h 1161397"/>
              <a:gd name="connsiteX30" fmla="*/ 1455793 w 6884912"/>
              <a:gd name="connsiteY30" fmla="*/ 623174 h 1161397"/>
              <a:gd name="connsiteX31" fmla="*/ 1480758 w 6884912"/>
              <a:gd name="connsiteY31" fmla="*/ 620863 h 1161397"/>
              <a:gd name="connsiteX32" fmla="*/ 1483154 w 6884912"/>
              <a:gd name="connsiteY32" fmla="*/ 618527 h 1161397"/>
              <a:gd name="connsiteX33" fmla="*/ 1505495 w 6884912"/>
              <a:gd name="connsiteY33" fmla="*/ 624325 h 1161397"/>
              <a:gd name="connsiteX34" fmla="*/ 1526340 w 6884912"/>
              <a:gd name="connsiteY34" fmla="*/ 638496 h 1161397"/>
              <a:gd name="connsiteX35" fmla="*/ 1731986 w 6884912"/>
              <a:gd name="connsiteY35" fmla="*/ 589682 h 1161397"/>
              <a:gd name="connsiteX36" fmla="*/ 1927935 w 6884912"/>
              <a:gd name="connsiteY36" fmla="*/ 628540 h 1161397"/>
              <a:gd name="connsiteX37" fmla="*/ 2039075 w 6884912"/>
              <a:gd name="connsiteY37" fmla="*/ 599964 h 1161397"/>
              <a:gd name="connsiteX38" fmla="*/ 2066980 w 6884912"/>
              <a:gd name="connsiteY38" fmla="*/ 550413 h 1161397"/>
              <a:gd name="connsiteX39" fmla="*/ 2352236 w 6884912"/>
              <a:gd name="connsiteY39" fmla="*/ 519602 h 1161397"/>
              <a:gd name="connsiteX40" fmla="*/ 2420791 w 6884912"/>
              <a:gd name="connsiteY40" fmla="*/ 492826 h 1161397"/>
              <a:gd name="connsiteX41" fmla="*/ 2489932 w 6884912"/>
              <a:gd name="connsiteY41" fmla="*/ 507864 h 1161397"/>
              <a:gd name="connsiteX42" fmla="*/ 2512917 w 6884912"/>
              <a:gd name="connsiteY42" fmla="*/ 489127 h 1161397"/>
              <a:gd name="connsiteX43" fmla="*/ 2516783 w 6884912"/>
              <a:gd name="connsiteY43" fmla="*/ 485473 h 1161397"/>
              <a:gd name="connsiteX44" fmla="*/ 2534360 w 6884912"/>
              <a:gd name="connsiteY44" fmla="*/ 480064 h 1161397"/>
              <a:gd name="connsiteX45" fmla="*/ 2536691 w 6884912"/>
              <a:gd name="connsiteY45" fmla="*/ 467018 h 1161397"/>
              <a:gd name="connsiteX46" fmla="*/ 2561265 w 6884912"/>
              <a:gd name="connsiteY46" fmla="*/ 450623 h 1161397"/>
              <a:gd name="connsiteX47" fmla="*/ 2594349 w 6884912"/>
              <a:gd name="connsiteY47" fmla="*/ 443884 h 1161397"/>
              <a:gd name="connsiteX48" fmla="*/ 2754324 w 6884912"/>
              <a:gd name="connsiteY48" fmla="*/ 424766 h 1161397"/>
              <a:gd name="connsiteX49" fmla="*/ 2848470 w 6884912"/>
              <a:gd name="connsiteY49" fmla="*/ 405966 h 1161397"/>
              <a:gd name="connsiteX50" fmla="*/ 2881772 w 6884912"/>
              <a:gd name="connsiteY50" fmla="*/ 387260 h 1161397"/>
              <a:gd name="connsiteX51" fmla="*/ 2929932 w 6884912"/>
              <a:gd name="connsiteY51" fmla="*/ 368912 h 1161397"/>
              <a:gd name="connsiteX52" fmla="*/ 3013020 w 6884912"/>
              <a:gd name="connsiteY52" fmla="*/ 327578 h 1161397"/>
              <a:gd name="connsiteX53" fmla="*/ 3222191 w 6884912"/>
              <a:gd name="connsiteY53" fmla="*/ 307887 h 1161397"/>
              <a:gd name="connsiteX54" fmla="*/ 3227953 w 6884912"/>
              <a:gd name="connsiteY54" fmla="*/ 297650 h 1161397"/>
              <a:gd name="connsiteX55" fmla="*/ 3510042 w 6884912"/>
              <a:gd name="connsiteY55" fmla="*/ 311820 h 1161397"/>
              <a:gd name="connsiteX56" fmla="*/ 3626773 w 6884912"/>
              <a:gd name="connsiteY56" fmla="*/ 290452 h 1161397"/>
              <a:gd name="connsiteX57" fmla="*/ 3666217 w 6884912"/>
              <a:gd name="connsiteY57" fmla="*/ 273255 h 1161397"/>
              <a:gd name="connsiteX58" fmla="*/ 3732427 w 6884912"/>
              <a:gd name="connsiteY58" fmla="*/ 245039 h 1161397"/>
              <a:gd name="connsiteX59" fmla="*/ 3777022 w 6884912"/>
              <a:gd name="connsiteY59" fmla="*/ 200276 h 1161397"/>
              <a:gd name="connsiteX60" fmla="*/ 3791246 w 6884912"/>
              <a:gd name="connsiteY60" fmla="*/ 189996 h 1161397"/>
              <a:gd name="connsiteX61" fmla="*/ 3819864 w 6884912"/>
              <a:gd name="connsiteY61" fmla="*/ 194605 h 1161397"/>
              <a:gd name="connsiteX62" fmla="*/ 3830398 w 6884912"/>
              <a:gd name="connsiteY62" fmla="*/ 188383 h 1161397"/>
              <a:gd name="connsiteX63" fmla="*/ 3834360 w 6884912"/>
              <a:gd name="connsiteY63" fmla="*/ 188992 h 1161397"/>
              <a:gd name="connsiteX64" fmla="*/ 3843715 w 6884912"/>
              <a:gd name="connsiteY64" fmla="*/ 188752 h 1161397"/>
              <a:gd name="connsiteX65" fmla="*/ 3842609 w 6884912"/>
              <a:gd name="connsiteY65" fmla="*/ 197386 h 1161397"/>
              <a:gd name="connsiteX66" fmla="*/ 3853961 w 6884912"/>
              <a:gd name="connsiteY66" fmla="*/ 213380 h 1161397"/>
              <a:gd name="connsiteX67" fmla="*/ 3907640 w 6884912"/>
              <a:gd name="connsiteY67" fmla="*/ 207568 h 1161397"/>
              <a:gd name="connsiteX68" fmla="*/ 3910449 w 6884912"/>
              <a:gd name="connsiteY68" fmla="*/ 197808 h 1161397"/>
              <a:gd name="connsiteX69" fmla="*/ 3917197 w 6884912"/>
              <a:gd name="connsiteY69" fmla="*/ 196121 h 1161397"/>
              <a:gd name="connsiteX70" fmla="*/ 3922400 w 6884912"/>
              <a:gd name="connsiteY70" fmla="*/ 205056 h 1161397"/>
              <a:gd name="connsiteX71" fmla="*/ 4013061 w 6884912"/>
              <a:gd name="connsiteY71" fmla="*/ 224874 h 1161397"/>
              <a:gd name="connsiteX72" fmla="*/ 4220717 w 6884912"/>
              <a:gd name="connsiteY72" fmla="*/ 192946 h 1161397"/>
              <a:gd name="connsiteX73" fmla="*/ 4228802 w 6884912"/>
              <a:gd name="connsiteY73" fmla="*/ 201468 h 1161397"/>
              <a:gd name="connsiteX74" fmla="*/ 4289361 w 6884912"/>
              <a:gd name="connsiteY74" fmla="*/ 196642 h 1161397"/>
              <a:gd name="connsiteX75" fmla="*/ 4498913 w 6884912"/>
              <a:gd name="connsiteY75" fmla="*/ 118915 h 1161397"/>
              <a:gd name="connsiteX76" fmla="*/ 4617330 w 6884912"/>
              <a:gd name="connsiteY76" fmla="*/ 111163 h 1161397"/>
              <a:gd name="connsiteX77" fmla="*/ 4659778 w 6884912"/>
              <a:gd name="connsiteY77" fmla="*/ 118219 h 1161397"/>
              <a:gd name="connsiteX78" fmla="*/ 4730870 w 6884912"/>
              <a:gd name="connsiteY78" fmla="*/ 129432 h 1161397"/>
              <a:gd name="connsiteX79" fmla="*/ 4844073 w 6884912"/>
              <a:gd name="connsiteY79" fmla="*/ 161768 h 1161397"/>
              <a:gd name="connsiteX80" fmla="*/ 4856454 w 6884912"/>
              <a:gd name="connsiteY80" fmla="*/ 130488 h 1161397"/>
              <a:gd name="connsiteX81" fmla="*/ 4920038 w 6884912"/>
              <a:gd name="connsiteY81" fmla="*/ 140418 h 1161397"/>
              <a:gd name="connsiteX82" fmla="*/ 5016639 w 6884912"/>
              <a:gd name="connsiteY82" fmla="*/ 158905 h 1161397"/>
              <a:gd name="connsiteX83" fmla="*/ 5072009 w 6884912"/>
              <a:gd name="connsiteY83" fmla="*/ 161502 h 1161397"/>
              <a:gd name="connsiteX84" fmla="*/ 5223626 w 6884912"/>
              <a:gd name="connsiteY84" fmla="*/ 177356 h 1161397"/>
              <a:gd name="connsiteX85" fmla="*/ 5375773 w 6884912"/>
              <a:gd name="connsiteY85" fmla="*/ 199913 h 1161397"/>
              <a:gd name="connsiteX86" fmla="*/ 5467502 w 6884912"/>
              <a:gd name="connsiteY86" fmla="*/ 250963 h 1161397"/>
              <a:gd name="connsiteX87" fmla="*/ 5592395 w 6884912"/>
              <a:gd name="connsiteY87" fmla="*/ 265434 h 1161397"/>
              <a:gd name="connsiteX88" fmla="*/ 5613532 w 6884912"/>
              <a:gd name="connsiteY88" fmla="*/ 273379 h 1161397"/>
              <a:gd name="connsiteX89" fmla="*/ 5642173 w 6884912"/>
              <a:gd name="connsiteY89" fmla="*/ 266904 h 1161397"/>
              <a:gd name="connsiteX90" fmla="*/ 5756910 w 6884912"/>
              <a:gd name="connsiteY90" fmla="*/ 239211 h 1161397"/>
              <a:gd name="connsiteX91" fmla="*/ 5846667 w 6884912"/>
              <a:gd name="connsiteY91" fmla="*/ 201786 h 1161397"/>
              <a:gd name="connsiteX92" fmla="*/ 5960732 w 6884912"/>
              <a:gd name="connsiteY92" fmla="*/ 220708 h 1161397"/>
              <a:gd name="connsiteX93" fmla="*/ 6029542 w 6884912"/>
              <a:gd name="connsiteY93" fmla="*/ 210339 h 1161397"/>
              <a:gd name="connsiteX94" fmla="*/ 6141123 w 6884912"/>
              <a:gd name="connsiteY94" fmla="*/ 159923 h 1161397"/>
              <a:gd name="connsiteX95" fmla="*/ 6290640 w 6884912"/>
              <a:gd name="connsiteY95" fmla="*/ 167441 h 1161397"/>
              <a:gd name="connsiteX96" fmla="*/ 6322806 w 6884912"/>
              <a:gd name="connsiteY96" fmla="*/ 213293 h 1161397"/>
              <a:gd name="connsiteX97" fmla="*/ 6380420 w 6884912"/>
              <a:gd name="connsiteY97" fmla="*/ 173195 h 1161397"/>
              <a:gd name="connsiteX98" fmla="*/ 6507891 w 6884912"/>
              <a:gd name="connsiteY98" fmla="*/ 118474 h 1161397"/>
              <a:gd name="connsiteX99" fmla="*/ 6571807 w 6884912"/>
              <a:gd name="connsiteY99" fmla="*/ 98636 h 1161397"/>
              <a:gd name="connsiteX100" fmla="*/ 6671880 w 6884912"/>
              <a:gd name="connsiteY100" fmla="*/ 82931 h 1161397"/>
              <a:gd name="connsiteX101" fmla="*/ 6702266 w 6884912"/>
              <a:gd name="connsiteY101" fmla="*/ 75470 h 1161397"/>
              <a:gd name="connsiteX102" fmla="*/ 6845802 w 6884912"/>
              <a:gd name="connsiteY102" fmla="*/ 24496 h 1161397"/>
              <a:gd name="connsiteX103" fmla="*/ 6884912 w 6884912"/>
              <a:gd name="connsiteY103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11320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548162 w 6884912"/>
              <a:gd name="connsiteY7" fmla="*/ 984908 h 1161397"/>
              <a:gd name="connsiteX8" fmla="*/ 651408 w 6884912"/>
              <a:gd name="connsiteY8" fmla="*/ 984938 h 1161397"/>
              <a:gd name="connsiteX9" fmla="*/ 723108 w 6884912"/>
              <a:gd name="connsiteY9" fmla="*/ 980081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38051 w 6884912"/>
              <a:gd name="connsiteY15" fmla="*/ 702034 h 1161397"/>
              <a:gd name="connsiteX16" fmla="*/ 1158800 w 6884912"/>
              <a:gd name="connsiteY16" fmla="*/ 700004 h 1161397"/>
              <a:gd name="connsiteX17" fmla="*/ 1166947 w 6884912"/>
              <a:gd name="connsiteY17" fmla="*/ 700762 h 1161397"/>
              <a:gd name="connsiteX18" fmla="*/ 1178135 w 6884912"/>
              <a:gd name="connsiteY18" fmla="*/ 698631 h 1161397"/>
              <a:gd name="connsiteX19" fmla="*/ 1178301 w 6884912"/>
              <a:gd name="connsiteY19" fmla="*/ 698094 h 1161397"/>
              <a:gd name="connsiteX20" fmla="*/ 1188995 w 6884912"/>
              <a:gd name="connsiteY20" fmla="*/ 697048 h 1161397"/>
              <a:gd name="connsiteX21" fmla="*/ 1242716 w 6884912"/>
              <a:gd name="connsiteY21" fmla="*/ 698052 h 1161397"/>
              <a:gd name="connsiteX22" fmla="*/ 1299977 w 6884912"/>
              <a:gd name="connsiteY22" fmla="*/ 639196 h 1161397"/>
              <a:gd name="connsiteX23" fmla="*/ 1326190 w 6884912"/>
              <a:gd name="connsiteY23" fmla="*/ 625955 h 1161397"/>
              <a:gd name="connsiteX24" fmla="*/ 1339600 w 6884912"/>
              <a:gd name="connsiteY24" fmla="*/ 616295 h 1161397"/>
              <a:gd name="connsiteX25" fmla="*/ 1340054 w 6884912"/>
              <a:gd name="connsiteY25" fmla="*/ 614022 h 1161397"/>
              <a:gd name="connsiteX26" fmla="*/ 1391606 w 6884912"/>
              <a:gd name="connsiteY26" fmla="*/ 615229 h 1161397"/>
              <a:gd name="connsiteX27" fmla="*/ 1397565 w 6884912"/>
              <a:gd name="connsiteY27" fmla="*/ 611490 h 1161397"/>
              <a:gd name="connsiteX28" fmla="*/ 1432302 w 6884912"/>
              <a:gd name="connsiteY28" fmla="*/ 617267 h 1161397"/>
              <a:gd name="connsiteX29" fmla="*/ 1449644 w 6884912"/>
              <a:gd name="connsiteY29" fmla="*/ 617591 h 1161397"/>
              <a:gd name="connsiteX30" fmla="*/ 1455793 w 6884912"/>
              <a:gd name="connsiteY30" fmla="*/ 623174 h 1161397"/>
              <a:gd name="connsiteX31" fmla="*/ 1480758 w 6884912"/>
              <a:gd name="connsiteY31" fmla="*/ 620863 h 1161397"/>
              <a:gd name="connsiteX32" fmla="*/ 1483154 w 6884912"/>
              <a:gd name="connsiteY32" fmla="*/ 618527 h 1161397"/>
              <a:gd name="connsiteX33" fmla="*/ 1505495 w 6884912"/>
              <a:gd name="connsiteY33" fmla="*/ 624325 h 1161397"/>
              <a:gd name="connsiteX34" fmla="*/ 1526340 w 6884912"/>
              <a:gd name="connsiteY34" fmla="*/ 638496 h 1161397"/>
              <a:gd name="connsiteX35" fmla="*/ 1731986 w 6884912"/>
              <a:gd name="connsiteY35" fmla="*/ 589682 h 1161397"/>
              <a:gd name="connsiteX36" fmla="*/ 1927935 w 6884912"/>
              <a:gd name="connsiteY36" fmla="*/ 628540 h 1161397"/>
              <a:gd name="connsiteX37" fmla="*/ 2039075 w 6884912"/>
              <a:gd name="connsiteY37" fmla="*/ 599964 h 1161397"/>
              <a:gd name="connsiteX38" fmla="*/ 2066980 w 6884912"/>
              <a:gd name="connsiteY38" fmla="*/ 550413 h 1161397"/>
              <a:gd name="connsiteX39" fmla="*/ 2352236 w 6884912"/>
              <a:gd name="connsiteY39" fmla="*/ 519602 h 1161397"/>
              <a:gd name="connsiteX40" fmla="*/ 2420791 w 6884912"/>
              <a:gd name="connsiteY40" fmla="*/ 492826 h 1161397"/>
              <a:gd name="connsiteX41" fmla="*/ 2489932 w 6884912"/>
              <a:gd name="connsiteY41" fmla="*/ 507864 h 1161397"/>
              <a:gd name="connsiteX42" fmla="*/ 2512917 w 6884912"/>
              <a:gd name="connsiteY42" fmla="*/ 489127 h 1161397"/>
              <a:gd name="connsiteX43" fmla="*/ 2516783 w 6884912"/>
              <a:gd name="connsiteY43" fmla="*/ 485473 h 1161397"/>
              <a:gd name="connsiteX44" fmla="*/ 2534360 w 6884912"/>
              <a:gd name="connsiteY44" fmla="*/ 480064 h 1161397"/>
              <a:gd name="connsiteX45" fmla="*/ 2536691 w 6884912"/>
              <a:gd name="connsiteY45" fmla="*/ 467018 h 1161397"/>
              <a:gd name="connsiteX46" fmla="*/ 2561265 w 6884912"/>
              <a:gd name="connsiteY46" fmla="*/ 450623 h 1161397"/>
              <a:gd name="connsiteX47" fmla="*/ 2594349 w 6884912"/>
              <a:gd name="connsiteY47" fmla="*/ 443884 h 1161397"/>
              <a:gd name="connsiteX48" fmla="*/ 2754324 w 6884912"/>
              <a:gd name="connsiteY48" fmla="*/ 424766 h 1161397"/>
              <a:gd name="connsiteX49" fmla="*/ 2848470 w 6884912"/>
              <a:gd name="connsiteY49" fmla="*/ 405966 h 1161397"/>
              <a:gd name="connsiteX50" fmla="*/ 2881772 w 6884912"/>
              <a:gd name="connsiteY50" fmla="*/ 387260 h 1161397"/>
              <a:gd name="connsiteX51" fmla="*/ 2929932 w 6884912"/>
              <a:gd name="connsiteY51" fmla="*/ 368912 h 1161397"/>
              <a:gd name="connsiteX52" fmla="*/ 3013020 w 6884912"/>
              <a:gd name="connsiteY52" fmla="*/ 327578 h 1161397"/>
              <a:gd name="connsiteX53" fmla="*/ 3222191 w 6884912"/>
              <a:gd name="connsiteY53" fmla="*/ 307887 h 1161397"/>
              <a:gd name="connsiteX54" fmla="*/ 3227953 w 6884912"/>
              <a:gd name="connsiteY54" fmla="*/ 297650 h 1161397"/>
              <a:gd name="connsiteX55" fmla="*/ 3510042 w 6884912"/>
              <a:gd name="connsiteY55" fmla="*/ 311820 h 1161397"/>
              <a:gd name="connsiteX56" fmla="*/ 3626773 w 6884912"/>
              <a:gd name="connsiteY56" fmla="*/ 290452 h 1161397"/>
              <a:gd name="connsiteX57" fmla="*/ 3666217 w 6884912"/>
              <a:gd name="connsiteY57" fmla="*/ 273255 h 1161397"/>
              <a:gd name="connsiteX58" fmla="*/ 3732427 w 6884912"/>
              <a:gd name="connsiteY58" fmla="*/ 245039 h 1161397"/>
              <a:gd name="connsiteX59" fmla="*/ 3777022 w 6884912"/>
              <a:gd name="connsiteY59" fmla="*/ 200276 h 1161397"/>
              <a:gd name="connsiteX60" fmla="*/ 3791246 w 6884912"/>
              <a:gd name="connsiteY60" fmla="*/ 189996 h 1161397"/>
              <a:gd name="connsiteX61" fmla="*/ 3819864 w 6884912"/>
              <a:gd name="connsiteY61" fmla="*/ 194605 h 1161397"/>
              <a:gd name="connsiteX62" fmla="*/ 3830398 w 6884912"/>
              <a:gd name="connsiteY62" fmla="*/ 188383 h 1161397"/>
              <a:gd name="connsiteX63" fmla="*/ 3834360 w 6884912"/>
              <a:gd name="connsiteY63" fmla="*/ 188992 h 1161397"/>
              <a:gd name="connsiteX64" fmla="*/ 3843715 w 6884912"/>
              <a:gd name="connsiteY64" fmla="*/ 188752 h 1161397"/>
              <a:gd name="connsiteX65" fmla="*/ 3842609 w 6884912"/>
              <a:gd name="connsiteY65" fmla="*/ 197386 h 1161397"/>
              <a:gd name="connsiteX66" fmla="*/ 3853961 w 6884912"/>
              <a:gd name="connsiteY66" fmla="*/ 213380 h 1161397"/>
              <a:gd name="connsiteX67" fmla="*/ 3907640 w 6884912"/>
              <a:gd name="connsiteY67" fmla="*/ 207568 h 1161397"/>
              <a:gd name="connsiteX68" fmla="*/ 3910449 w 6884912"/>
              <a:gd name="connsiteY68" fmla="*/ 197808 h 1161397"/>
              <a:gd name="connsiteX69" fmla="*/ 3917197 w 6884912"/>
              <a:gd name="connsiteY69" fmla="*/ 196121 h 1161397"/>
              <a:gd name="connsiteX70" fmla="*/ 3922400 w 6884912"/>
              <a:gd name="connsiteY70" fmla="*/ 205056 h 1161397"/>
              <a:gd name="connsiteX71" fmla="*/ 4013061 w 6884912"/>
              <a:gd name="connsiteY71" fmla="*/ 224874 h 1161397"/>
              <a:gd name="connsiteX72" fmla="*/ 4220717 w 6884912"/>
              <a:gd name="connsiteY72" fmla="*/ 192946 h 1161397"/>
              <a:gd name="connsiteX73" fmla="*/ 4228802 w 6884912"/>
              <a:gd name="connsiteY73" fmla="*/ 201468 h 1161397"/>
              <a:gd name="connsiteX74" fmla="*/ 4289361 w 6884912"/>
              <a:gd name="connsiteY74" fmla="*/ 196642 h 1161397"/>
              <a:gd name="connsiteX75" fmla="*/ 4498913 w 6884912"/>
              <a:gd name="connsiteY75" fmla="*/ 118915 h 1161397"/>
              <a:gd name="connsiteX76" fmla="*/ 4617330 w 6884912"/>
              <a:gd name="connsiteY76" fmla="*/ 111163 h 1161397"/>
              <a:gd name="connsiteX77" fmla="*/ 4659778 w 6884912"/>
              <a:gd name="connsiteY77" fmla="*/ 118219 h 1161397"/>
              <a:gd name="connsiteX78" fmla="*/ 4730870 w 6884912"/>
              <a:gd name="connsiteY78" fmla="*/ 129432 h 1161397"/>
              <a:gd name="connsiteX79" fmla="*/ 4844073 w 6884912"/>
              <a:gd name="connsiteY79" fmla="*/ 161768 h 1161397"/>
              <a:gd name="connsiteX80" fmla="*/ 4856454 w 6884912"/>
              <a:gd name="connsiteY80" fmla="*/ 130488 h 1161397"/>
              <a:gd name="connsiteX81" fmla="*/ 4920038 w 6884912"/>
              <a:gd name="connsiteY81" fmla="*/ 140418 h 1161397"/>
              <a:gd name="connsiteX82" fmla="*/ 5016639 w 6884912"/>
              <a:gd name="connsiteY82" fmla="*/ 158905 h 1161397"/>
              <a:gd name="connsiteX83" fmla="*/ 5072009 w 6884912"/>
              <a:gd name="connsiteY83" fmla="*/ 161502 h 1161397"/>
              <a:gd name="connsiteX84" fmla="*/ 5223626 w 6884912"/>
              <a:gd name="connsiteY84" fmla="*/ 177356 h 1161397"/>
              <a:gd name="connsiteX85" fmla="*/ 5375773 w 6884912"/>
              <a:gd name="connsiteY85" fmla="*/ 199913 h 1161397"/>
              <a:gd name="connsiteX86" fmla="*/ 5467502 w 6884912"/>
              <a:gd name="connsiteY86" fmla="*/ 250963 h 1161397"/>
              <a:gd name="connsiteX87" fmla="*/ 5592395 w 6884912"/>
              <a:gd name="connsiteY87" fmla="*/ 265434 h 1161397"/>
              <a:gd name="connsiteX88" fmla="*/ 5613532 w 6884912"/>
              <a:gd name="connsiteY88" fmla="*/ 273379 h 1161397"/>
              <a:gd name="connsiteX89" fmla="*/ 5642173 w 6884912"/>
              <a:gd name="connsiteY89" fmla="*/ 266904 h 1161397"/>
              <a:gd name="connsiteX90" fmla="*/ 5756910 w 6884912"/>
              <a:gd name="connsiteY90" fmla="*/ 239211 h 1161397"/>
              <a:gd name="connsiteX91" fmla="*/ 5846667 w 6884912"/>
              <a:gd name="connsiteY91" fmla="*/ 201786 h 1161397"/>
              <a:gd name="connsiteX92" fmla="*/ 5960732 w 6884912"/>
              <a:gd name="connsiteY92" fmla="*/ 220708 h 1161397"/>
              <a:gd name="connsiteX93" fmla="*/ 6029542 w 6884912"/>
              <a:gd name="connsiteY93" fmla="*/ 210339 h 1161397"/>
              <a:gd name="connsiteX94" fmla="*/ 6141123 w 6884912"/>
              <a:gd name="connsiteY94" fmla="*/ 159923 h 1161397"/>
              <a:gd name="connsiteX95" fmla="*/ 6290640 w 6884912"/>
              <a:gd name="connsiteY95" fmla="*/ 167441 h 1161397"/>
              <a:gd name="connsiteX96" fmla="*/ 6322806 w 6884912"/>
              <a:gd name="connsiteY96" fmla="*/ 213293 h 1161397"/>
              <a:gd name="connsiteX97" fmla="*/ 6380420 w 6884912"/>
              <a:gd name="connsiteY97" fmla="*/ 173195 h 1161397"/>
              <a:gd name="connsiteX98" fmla="*/ 6507891 w 6884912"/>
              <a:gd name="connsiteY98" fmla="*/ 118474 h 1161397"/>
              <a:gd name="connsiteX99" fmla="*/ 6571807 w 6884912"/>
              <a:gd name="connsiteY99" fmla="*/ 98636 h 1161397"/>
              <a:gd name="connsiteX100" fmla="*/ 6671880 w 6884912"/>
              <a:gd name="connsiteY100" fmla="*/ 82931 h 1161397"/>
              <a:gd name="connsiteX101" fmla="*/ 6702266 w 6884912"/>
              <a:gd name="connsiteY101" fmla="*/ 75470 h 1161397"/>
              <a:gd name="connsiteX102" fmla="*/ 6845802 w 6884912"/>
              <a:gd name="connsiteY102" fmla="*/ 24496 h 1161397"/>
              <a:gd name="connsiteX103" fmla="*/ 6884912 w 6884912"/>
              <a:gd name="connsiteY103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11320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548162 w 6884912"/>
              <a:gd name="connsiteY7" fmla="*/ 984908 h 1161397"/>
              <a:gd name="connsiteX8" fmla="*/ 651408 w 6884912"/>
              <a:gd name="connsiteY8" fmla="*/ 984938 h 1161397"/>
              <a:gd name="connsiteX9" fmla="*/ 723108 w 6884912"/>
              <a:gd name="connsiteY9" fmla="*/ 941904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38051 w 6884912"/>
              <a:gd name="connsiteY15" fmla="*/ 702034 h 1161397"/>
              <a:gd name="connsiteX16" fmla="*/ 1158800 w 6884912"/>
              <a:gd name="connsiteY16" fmla="*/ 700004 h 1161397"/>
              <a:gd name="connsiteX17" fmla="*/ 1166947 w 6884912"/>
              <a:gd name="connsiteY17" fmla="*/ 700762 h 1161397"/>
              <a:gd name="connsiteX18" fmla="*/ 1178135 w 6884912"/>
              <a:gd name="connsiteY18" fmla="*/ 698631 h 1161397"/>
              <a:gd name="connsiteX19" fmla="*/ 1178301 w 6884912"/>
              <a:gd name="connsiteY19" fmla="*/ 698094 h 1161397"/>
              <a:gd name="connsiteX20" fmla="*/ 1188995 w 6884912"/>
              <a:gd name="connsiteY20" fmla="*/ 697048 h 1161397"/>
              <a:gd name="connsiteX21" fmla="*/ 1242716 w 6884912"/>
              <a:gd name="connsiteY21" fmla="*/ 698052 h 1161397"/>
              <a:gd name="connsiteX22" fmla="*/ 1299977 w 6884912"/>
              <a:gd name="connsiteY22" fmla="*/ 639196 h 1161397"/>
              <a:gd name="connsiteX23" fmla="*/ 1326190 w 6884912"/>
              <a:gd name="connsiteY23" fmla="*/ 625955 h 1161397"/>
              <a:gd name="connsiteX24" fmla="*/ 1339600 w 6884912"/>
              <a:gd name="connsiteY24" fmla="*/ 616295 h 1161397"/>
              <a:gd name="connsiteX25" fmla="*/ 1340054 w 6884912"/>
              <a:gd name="connsiteY25" fmla="*/ 614022 h 1161397"/>
              <a:gd name="connsiteX26" fmla="*/ 1391606 w 6884912"/>
              <a:gd name="connsiteY26" fmla="*/ 615229 h 1161397"/>
              <a:gd name="connsiteX27" fmla="*/ 1397565 w 6884912"/>
              <a:gd name="connsiteY27" fmla="*/ 611490 h 1161397"/>
              <a:gd name="connsiteX28" fmla="*/ 1432302 w 6884912"/>
              <a:gd name="connsiteY28" fmla="*/ 617267 h 1161397"/>
              <a:gd name="connsiteX29" fmla="*/ 1449644 w 6884912"/>
              <a:gd name="connsiteY29" fmla="*/ 617591 h 1161397"/>
              <a:gd name="connsiteX30" fmla="*/ 1455793 w 6884912"/>
              <a:gd name="connsiteY30" fmla="*/ 623174 h 1161397"/>
              <a:gd name="connsiteX31" fmla="*/ 1480758 w 6884912"/>
              <a:gd name="connsiteY31" fmla="*/ 620863 h 1161397"/>
              <a:gd name="connsiteX32" fmla="*/ 1483154 w 6884912"/>
              <a:gd name="connsiteY32" fmla="*/ 618527 h 1161397"/>
              <a:gd name="connsiteX33" fmla="*/ 1505495 w 6884912"/>
              <a:gd name="connsiteY33" fmla="*/ 624325 h 1161397"/>
              <a:gd name="connsiteX34" fmla="*/ 1526340 w 6884912"/>
              <a:gd name="connsiteY34" fmla="*/ 638496 h 1161397"/>
              <a:gd name="connsiteX35" fmla="*/ 1731986 w 6884912"/>
              <a:gd name="connsiteY35" fmla="*/ 589682 h 1161397"/>
              <a:gd name="connsiteX36" fmla="*/ 1927935 w 6884912"/>
              <a:gd name="connsiteY36" fmla="*/ 628540 h 1161397"/>
              <a:gd name="connsiteX37" fmla="*/ 2039075 w 6884912"/>
              <a:gd name="connsiteY37" fmla="*/ 599964 h 1161397"/>
              <a:gd name="connsiteX38" fmla="*/ 2066980 w 6884912"/>
              <a:gd name="connsiteY38" fmla="*/ 550413 h 1161397"/>
              <a:gd name="connsiteX39" fmla="*/ 2352236 w 6884912"/>
              <a:gd name="connsiteY39" fmla="*/ 519602 h 1161397"/>
              <a:gd name="connsiteX40" fmla="*/ 2420791 w 6884912"/>
              <a:gd name="connsiteY40" fmla="*/ 492826 h 1161397"/>
              <a:gd name="connsiteX41" fmla="*/ 2489932 w 6884912"/>
              <a:gd name="connsiteY41" fmla="*/ 507864 h 1161397"/>
              <a:gd name="connsiteX42" fmla="*/ 2512917 w 6884912"/>
              <a:gd name="connsiteY42" fmla="*/ 489127 h 1161397"/>
              <a:gd name="connsiteX43" fmla="*/ 2516783 w 6884912"/>
              <a:gd name="connsiteY43" fmla="*/ 485473 h 1161397"/>
              <a:gd name="connsiteX44" fmla="*/ 2534360 w 6884912"/>
              <a:gd name="connsiteY44" fmla="*/ 480064 h 1161397"/>
              <a:gd name="connsiteX45" fmla="*/ 2536691 w 6884912"/>
              <a:gd name="connsiteY45" fmla="*/ 467018 h 1161397"/>
              <a:gd name="connsiteX46" fmla="*/ 2561265 w 6884912"/>
              <a:gd name="connsiteY46" fmla="*/ 450623 h 1161397"/>
              <a:gd name="connsiteX47" fmla="*/ 2594349 w 6884912"/>
              <a:gd name="connsiteY47" fmla="*/ 443884 h 1161397"/>
              <a:gd name="connsiteX48" fmla="*/ 2754324 w 6884912"/>
              <a:gd name="connsiteY48" fmla="*/ 424766 h 1161397"/>
              <a:gd name="connsiteX49" fmla="*/ 2848470 w 6884912"/>
              <a:gd name="connsiteY49" fmla="*/ 405966 h 1161397"/>
              <a:gd name="connsiteX50" fmla="*/ 2881772 w 6884912"/>
              <a:gd name="connsiteY50" fmla="*/ 387260 h 1161397"/>
              <a:gd name="connsiteX51" fmla="*/ 2929932 w 6884912"/>
              <a:gd name="connsiteY51" fmla="*/ 368912 h 1161397"/>
              <a:gd name="connsiteX52" fmla="*/ 3013020 w 6884912"/>
              <a:gd name="connsiteY52" fmla="*/ 327578 h 1161397"/>
              <a:gd name="connsiteX53" fmla="*/ 3222191 w 6884912"/>
              <a:gd name="connsiteY53" fmla="*/ 307887 h 1161397"/>
              <a:gd name="connsiteX54" fmla="*/ 3227953 w 6884912"/>
              <a:gd name="connsiteY54" fmla="*/ 297650 h 1161397"/>
              <a:gd name="connsiteX55" fmla="*/ 3510042 w 6884912"/>
              <a:gd name="connsiteY55" fmla="*/ 311820 h 1161397"/>
              <a:gd name="connsiteX56" fmla="*/ 3626773 w 6884912"/>
              <a:gd name="connsiteY56" fmla="*/ 290452 h 1161397"/>
              <a:gd name="connsiteX57" fmla="*/ 3666217 w 6884912"/>
              <a:gd name="connsiteY57" fmla="*/ 273255 h 1161397"/>
              <a:gd name="connsiteX58" fmla="*/ 3732427 w 6884912"/>
              <a:gd name="connsiteY58" fmla="*/ 245039 h 1161397"/>
              <a:gd name="connsiteX59" fmla="*/ 3777022 w 6884912"/>
              <a:gd name="connsiteY59" fmla="*/ 200276 h 1161397"/>
              <a:gd name="connsiteX60" fmla="*/ 3791246 w 6884912"/>
              <a:gd name="connsiteY60" fmla="*/ 189996 h 1161397"/>
              <a:gd name="connsiteX61" fmla="*/ 3819864 w 6884912"/>
              <a:gd name="connsiteY61" fmla="*/ 194605 h 1161397"/>
              <a:gd name="connsiteX62" fmla="*/ 3830398 w 6884912"/>
              <a:gd name="connsiteY62" fmla="*/ 188383 h 1161397"/>
              <a:gd name="connsiteX63" fmla="*/ 3834360 w 6884912"/>
              <a:gd name="connsiteY63" fmla="*/ 188992 h 1161397"/>
              <a:gd name="connsiteX64" fmla="*/ 3843715 w 6884912"/>
              <a:gd name="connsiteY64" fmla="*/ 188752 h 1161397"/>
              <a:gd name="connsiteX65" fmla="*/ 3842609 w 6884912"/>
              <a:gd name="connsiteY65" fmla="*/ 197386 h 1161397"/>
              <a:gd name="connsiteX66" fmla="*/ 3853961 w 6884912"/>
              <a:gd name="connsiteY66" fmla="*/ 213380 h 1161397"/>
              <a:gd name="connsiteX67" fmla="*/ 3907640 w 6884912"/>
              <a:gd name="connsiteY67" fmla="*/ 207568 h 1161397"/>
              <a:gd name="connsiteX68" fmla="*/ 3910449 w 6884912"/>
              <a:gd name="connsiteY68" fmla="*/ 197808 h 1161397"/>
              <a:gd name="connsiteX69" fmla="*/ 3917197 w 6884912"/>
              <a:gd name="connsiteY69" fmla="*/ 196121 h 1161397"/>
              <a:gd name="connsiteX70" fmla="*/ 3922400 w 6884912"/>
              <a:gd name="connsiteY70" fmla="*/ 205056 h 1161397"/>
              <a:gd name="connsiteX71" fmla="*/ 4013061 w 6884912"/>
              <a:gd name="connsiteY71" fmla="*/ 224874 h 1161397"/>
              <a:gd name="connsiteX72" fmla="*/ 4220717 w 6884912"/>
              <a:gd name="connsiteY72" fmla="*/ 192946 h 1161397"/>
              <a:gd name="connsiteX73" fmla="*/ 4228802 w 6884912"/>
              <a:gd name="connsiteY73" fmla="*/ 201468 h 1161397"/>
              <a:gd name="connsiteX74" fmla="*/ 4289361 w 6884912"/>
              <a:gd name="connsiteY74" fmla="*/ 196642 h 1161397"/>
              <a:gd name="connsiteX75" fmla="*/ 4498913 w 6884912"/>
              <a:gd name="connsiteY75" fmla="*/ 118915 h 1161397"/>
              <a:gd name="connsiteX76" fmla="*/ 4617330 w 6884912"/>
              <a:gd name="connsiteY76" fmla="*/ 111163 h 1161397"/>
              <a:gd name="connsiteX77" fmla="*/ 4659778 w 6884912"/>
              <a:gd name="connsiteY77" fmla="*/ 118219 h 1161397"/>
              <a:gd name="connsiteX78" fmla="*/ 4730870 w 6884912"/>
              <a:gd name="connsiteY78" fmla="*/ 129432 h 1161397"/>
              <a:gd name="connsiteX79" fmla="*/ 4844073 w 6884912"/>
              <a:gd name="connsiteY79" fmla="*/ 161768 h 1161397"/>
              <a:gd name="connsiteX80" fmla="*/ 4856454 w 6884912"/>
              <a:gd name="connsiteY80" fmla="*/ 130488 h 1161397"/>
              <a:gd name="connsiteX81" fmla="*/ 4920038 w 6884912"/>
              <a:gd name="connsiteY81" fmla="*/ 140418 h 1161397"/>
              <a:gd name="connsiteX82" fmla="*/ 5016639 w 6884912"/>
              <a:gd name="connsiteY82" fmla="*/ 158905 h 1161397"/>
              <a:gd name="connsiteX83" fmla="*/ 5072009 w 6884912"/>
              <a:gd name="connsiteY83" fmla="*/ 161502 h 1161397"/>
              <a:gd name="connsiteX84" fmla="*/ 5223626 w 6884912"/>
              <a:gd name="connsiteY84" fmla="*/ 177356 h 1161397"/>
              <a:gd name="connsiteX85" fmla="*/ 5375773 w 6884912"/>
              <a:gd name="connsiteY85" fmla="*/ 199913 h 1161397"/>
              <a:gd name="connsiteX86" fmla="*/ 5467502 w 6884912"/>
              <a:gd name="connsiteY86" fmla="*/ 250963 h 1161397"/>
              <a:gd name="connsiteX87" fmla="*/ 5592395 w 6884912"/>
              <a:gd name="connsiteY87" fmla="*/ 265434 h 1161397"/>
              <a:gd name="connsiteX88" fmla="*/ 5613532 w 6884912"/>
              <a:gd name="connsiteY88" fmla="*/ 273379 h 1161397"/>
              <a:gd name="connsiteX89" fmla="*/ 5642173 w 6884912"/>
              <a:gd name="connsiteY89" fmla="*/ 266904 h 1161397"/>
              <a:gd name="connsiteX90" fmla="*/ 5756910 w 6884912"/>
              <a:gd name="connsiteY90" fmla="*/ 239211 h 1161397"/>
              <a:gd name="connsiteX91" fmla="*/ 5846667 w 6884912"/>
              <a:gd name="connsiteY91" fmla="*/ 201786 h 1161397"/>
              <a:gd name="connsiteX92" fmla="*/ 5960732 w 6884912"/>
              <a:gd name="connsiteY92" fmla="*/ 220708 h 1161397"/>
              <a:gd name="connsiteX93" fmla="*/ 6029542 w 6884912"/>
              <a:gd name="connsiteY93" fmla="*/ 210339 h 1161397"/>
              <a:gd name="connsiteX94" fmla="*/ 6141123 w 6884912"/>
              <a:gd name="connsiteY94" fmla="*/ 159923 h 1161397"/>
              <a:gd name="connsiteX95" fmla="*/ 6290640 w 6884912"/>
              <a:gd name="connsiteY95" fmla="*/ 167441 h 1161397"/>
              <a:gd name="connsiteX96" fmla="*/ 6322806 w 6884912"/>
              <a:gd name="connsiteY96" fmla="*/ 213293 h 1161397"/>
              <a:gd name="connsiteX97" fmla="*/ 6380420 w 6884912"/>
              <a:gd name="connsiteY97" fmla="*/ 173195 h 1161397"/>
              <a:gd name="connsiteX98" fmla="*/ 6507891 w 6884912"/>
              <a:gd name="connsiteY98" fmla="*/ 118474 h 1161397"/>
              <a:gd name="connsiteX99" fmla="*/ 6571807 w 6884912"/>
              <a:gd name="connsiteY99" fmla="*/ 98636 h 1161397"/>
              <a:gd name="connsiteX100" fmla="*/ 6671880 w 6884912"/>
              <a:gd name="connsiteY100" fmla="*/ 82931 h 1161397"/>
              <a:gd name="connsiteX101" fmla="*/ 6702266 w 6884912"/>
              <a:gd name="connsiteY101" fmla="*/ 75470 h 1161397"/>
              <a:gd name="connsiteX102" fmla="*/ 6845802 w 6884912"/>
              <a:gd name="connsiteY102" fmla="*/ 24496 h 1161397"/>
              <a:gd name="connsiteX103" fmla="*/ 6884912 w 6884912"/>
              <a:gd name="connsiteY103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11320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548162 w 6884912"/>
              <a:gd name="connsiteY7" fmla="*/ 984908 h 1161397"/>
              <a:gd name="connsiteX8" fmla="*/ 651408 w 6884912"/>
              <a:gd name="connsiteY8" fmla="*/ 984938 h 1161397"/>
              <a:gd name="connsiteX9" fmla="*/ 723108 w 6884912"/>
              <a:gd name="connsiteY9" fmla="*/ 941904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38051 w 6884912"/>
              <a:gd name="connsiteY15" fmla="*/ 702034 h 1161397"/>
              <a:gd name="connsiteX16" fmla="*/ 1158800 w 6884912"/>
              <a:gd name="connsiteY16" fmla="*/ 700004 h 1161397"/>
              <a:gd name="connsiteX17" fmla="*/ 1166947 w 6884912"/>
              <a:gd name="connsiteY17" fmla="*/ 700762 h 1161397"/>
              <a:gd name="connsiteX18" fmla="*/ 1178135 w 6884912"/>
              <a:gd name="connsiteY18" fmla="*/ 698631 h 1161397"/>
              <a:gd name="connsiteX19" fmla="*/ 1178301 w 6884912"/>
              <a:gd name="connsiteY19" fmla="*/ 698094 h 1161397"/>
              <a:gd name="connsiteX20" fmla="*/ 1242716 w 6884912"/>
              <a:gd name="connsiteY20" fmla="*/ 698052 h 1161397"/>
              <a:gd name="connsiteX21" fmla="*/ 1299977 w 6884912"/>
              <a:gd name="connsiteY21" fmla="*/ 639196 h 1161397"/>
              <a:gd name="connsiteX22" fmla="*/ 1326190 w 6884912"/>
              <a:gd name="connsiteY22" fmla="*/ 625955 h 1161397"/>
              <a:gd name="connsiteX23" fmla="*/ 1339600 w 6884912"/>
              <a:gd name="connsiteY23" fmla="*/ 616295 h 1161397"/>
              <a:gd name="connsiteX24" fmla="*/ 1340054 w 6884912"/>
              <a:gd name="connsiteY24" fmla="*/ 614022 h 1161397"/>
              <a:gd name="connsiteX25" fmla="*/ 1391606 w 6884912"/>
              <a:gd name="connsiteY25" fmla="*/ 615229 h 1161397"/>
              <a:gd name="connsiteX26" fmla="*/ 1397565 w 6884912"/>
              <a:gd name="connsiteY26" fmla="*/ 611490 h 1161397"/>
              <a:gd name="connsiteX27" fmla="*/ 1432302 w 6884912"/>
              <a:gd name="connsiteY27" fmla="*/ 617267 h 1161397"/>
              <a:gd name="connsiteX28" fmla="*/ 1449644 w 6884912"/>
              <a:gd name="connsiteY28" fmla="*/ 617591 h 1161397"/>
              <a:gd name="connsiteX29" fmla="*/ 1455793 w 6884912"/>
              <a:gd name="connsiteY29" fmla="*/ 623174 h 1161397"/>
              <a:gd name="connsiteX30" fmla="*/ 1480758 w 6884912"/>
              <a:gd name="connsiteY30" fmla="*/ 620863 h 1161397"/>
              <a:gd name="connsiteX31" fmla="*/ 1483154 w 6884912"/>
              <a:gd name="connsiteY31" fmla="*/ 618527 h 1161397"/>
              <a:gd name="connsiteX32" fmla="*/ 1505495 w 6884912"/>
              <a:gd name="connsiteY32" fmla="*/ 624325 h 1161397"/>
              <a:gd name="connsiteX33" fmla="*/ 1526340 w 6884912"/>
              <a:gd name="connsiteY33" fmla="*/ 638496 h 1161397"/>
              <a:gd name="connsiteX34" fmla="*/ 1731986 w 6884912"/>
              <a:gd name="connsiteY34" fmla="*/ 589682 h 1161397"/>
              <a:gd name="connsiteX35" fmla="*/ 1927935 w 6884912"/>
              <a:gd name="connsiteY35" fmla="*/ 628540 h 1161397"/>
              <a:gd name="connsiteX36" fmla="*/ 2039075 w 6884912"/>
              <a:gd name="connsiteY36" fmla="*/ 599964 h 1161397"/>
              <a:gd name="connsiteX37" fmla="*/ 2066980 w 6884912"/>
              <a:gd name="connsiteY37" fmla="*/ 550413 h 1161397"/>
              <a:gd name="connsiteX38" fmla="*/ 2352236 w 6884912"/>
              <a:gd name="connsiteY38" fmla="*/ 519602 h 1161397"/>
              <a:gd name="connsiteX39" fmla="*/ 2420791 w 6884912"/>
              <a:gd name="connsiteY39" fmla="*/ 492826 h 1161397"/>
              <a:gd name="connsiteX40" fmla="*/ 2489932 w 6884912"/>
              <a:gd name="connsiteY40" fmla="*/ 507864 h 1161397"/>
              <a:gd name="connsiteX41" fmla="*/ 2512917 w 6884912"/>
              <a:gd name="connsiteY41" fmla="*/ 489127 h 1161397"/>
              <a:gd name="connsiteX42" fmla="*/ 2516783 w 6884912"/>
              <a:gd name="connsiteY42" fmla="*/ 485473 h 1161397"/>
              <a:gd name="connsiteX43" fmla="*/ 2534360 w 6884912"/>
              <a:gd name="connsiteY43" fmla="*/ 480064 h 1161397"/>
              <a:gd name="connsiteX44" fmla="*/ 2536691 w 6884912"/>
              <a:gd name="connsiteY44" fmla="*/ 467018 h 1161397"/>
              <a:gd name="connsiteX45" fmla="*/ 2561265 w 6884912"/>
              <a:gd name="connsiteY45" fmla="*/ 450623 h 1161397"/>
              <a:gd name="connsiteX46" fmla="*/ 2594349 w 6884912"/>
              <a:gd name="connsiteY46" fmla="*/ 443884 h 1161397"/>
              <a:gd name="connsiteX47" fmla="*/ 2754324 w 6884912"/>
              <a:gd name="connsiteY47" fmla="*/ 424766 h 1161397"/>
              <a:gd name="connsiteX48" fmla="*/ 2848470 w 6884912"/>
              <a:gd name="connsiteY48" fmla="*/ 405966 h 1161397"/>
              <a:gd name="connsiteX49" fmla="*/ 2881772 w 6884912"/>
              <a:gd name="connsiteY49" fmla="*/ 387260 h 1161397"/>
              <a:gd name="connsiteX50" fmla="*/ 2929932 w 6884912"/>
              <a:gd name="connsiteY50" fmla="*/ 368912 h 1161397"/>
              <a:gd name="connsiteX51" fmla="*/ 3013020 w 6884912"/>
              <a:gd name="connsiteY51" fmla="*/ 327578 h 1161397"/>
              <a:gd name="connsiteX52" fmla="*/ 3222191 w 6884912"/>
              <a:gd name="connsiteY52" fmla="*/ 307887 h 1161397"/>
              <a:gd name="connsiteX53" fmla="*/ 3227953 w 6884912"/>
              <a:gd name="connsiteY53" fmla="*/ 297650 h 1161397"/>
              <a:gd name="connsiteX54" fmla="*/ 3510042 w 6884912"/>
              <a:gd name="connsiteY54" fmla="*/ 311820 h 1161397"/>
              <a:gd name="connsiteX55" fmla="*/ 3626773 w 6884912"/>
              <a:gd name="connsiteY55" fmla="*/ 290452 h 1161397"/>
              <a:gd name="connsiteX56" fmla="*/ 3666217 w 6884912"/>
              <a:gd name="connsiteY56" fmla="*/ 273255 h 1161397"/>
              <a:gd name="connsiteX57" fmla="*/ 3732427 w 6884912"/>
              <a:gd name="connsiteY57" fmla="*/ 245039 h 1161397"/>
              <a:gd name="connsiteX58" fmla="*/ 3777022 w 6884912"/>
              <a:gd name="connsiteY58" fmla="*/ 200276 h 1161397"/>
              <a:gd name="connsiteX59" fmla="*/ 3791246 w 6884912"/>
              <a:gd name="connsiteY59" fmla="*/ 189996 h 1161397"/>
              <a:gd name="connsiteX60" fmla="*/ 3819864 w 6884912"/>
              <a:gd name="connsiteY60" fmla="*/ 194605 h 1161397"/>
              <a:gd name="connsiteX61" fmla="*/ 3830398 w 6884912"/>
              <a:gd name="connsiteY61" fmla="*/ 188383 h 1161397"/>
              <a:gd name="connsiteX62" fmla="*/ 3834360 w 6884912"/>
              <a:gd name="connsiteY62" fmla="*/ 188992 h 1161397"/>
              <a:gd name="connsiteX63" fmla="*/ 3843715 w 6884912"/>
              <a:gd name="connsiteY63" fmla="*/ 188752 h 1161397"/>
              <a:gd name="connsiteX64" fmla="*/ 3842609 w 6884912"/>
              <a:gd name="connsiteY64" fmla="*/ 197386 h 1161397"/>
              <a:gd name="connsiteX65" fmla="*/ 3853961 w 6884912"/>
              <a:gd name="connsiteY65" fmla="*/ 213380 h 1161397"/>
              <a:gd name="connsiteX66" fmla="*/ 3907640 w 6884912"/>
              <a:gd name="connsiteY66" fmla="*/ 207568 h 1161397"/>
              <a:gd name="connsiteX67" fmla="*/ 3910449 w 6884912"/>
              <a:gd name="connsiteY67" fmla="*/ 197808 h 1161397"/>
              <a:gd name="connsiteX68" fmla="*/ 3917197 w 6884912"/>
              <a:gd name="connsiteY68" fmla="*/ 196121 h 1161397"/>
              <a:gd name="connsiteX69" fmla="*/ 3922400 w 6884912"/>
              <a:gd name="connsiteY69" fmla="*/ 205056 h 1161397"/>
              <a:gd name="connsiteX70" fmla="*/ 4013061 w 6884912"/>
              <a:gd name="connsiteY70" fmla="*/ 224874 h 1161397"/>
              <a:gd name="connsiteX71" fmla="*/ 4220717 w 6884912"/>
              <a:gd name="connsiteY71" fmla="*/ 192946 h 1161397"/>
              <a:gd name="connsiteX72" fmla="*/ 4228802 w 6884912"/>
              <a:gd name="connsiteY72" fmla="*/ 201468 h 1161397"/>
              <a:gd name="connsiteX73" fmla="*/ 4289361 w 6884912"/>
              <a:gd name="connsiteY73" fmla="*/ 196642 h 1161397"/>
              <a:gd name="connsiteX74" fmla="*/ 4498913 w 6884912"/>
              <a:gd name="connsiteY74" fmla="*/ 118915 h 1161397"/>
              <a:gd name="connsiteX75" fmla="*/ 4617330 w 6884912"/>
              <a:gd name="connsiteY75" fmla="*/ 111163 h 1161397"/>
              <a:gd name="connsiteX76" fmla="*/ 4659778 w 6884912"/>
              <a:gd name="connsiteY76" fmla="*/ 118219 h 1161397"/>
              <a:gd name="connsiteX77" fmla="*/ 4730870 w 6884912"/>
              <a:gd name="connsiteY77" fmla="*/ 129432 h 1161397"/>
              <a:gd name="connsiteX78" fmla="*/ 4844073 w 6884912"/>
              <a:gd name="connsiteY78" fmla="*/ 161768 h 1161397"/>
              <a:gd name="connsiteX79" fmla="*/ 4856454 w 6884912"/>
              <a:gd name="connsiteY79" fmla="*/ 130488 h 1161397"/>
              <a:gd name="connsiteX80" fmla="*/ 4920038 w 6884912"/>
              <a:gd name="connsiteY80" fmla="*/ 140418 h 1161397"/>
              <a:gd name="connsiteX81" fmla="*/ 5016639 w 6884912"/>
              <a:gd name="connsiteY81" fmla="*/ 158905 h 1161397"/>
              <a:gd name="connsiteX82" fmla="*/ 5072009 w 6884912"/>
              <a:gd name="connsiteY82" fmla="*/ 161502 h 1161397"/>
              <a:gd name="connsiteX83" fmla="*/ 5223626 w 6884912"/>
              <a:gd name="connsiteY83" fmla="*/ 177356 h 1161397"/>
              <a:gd name="connsiteX84" fmla="*/ 5375773 w 6884912"/>
              <a:gd name="connsiteY84" fmla="*/ 199913 h 1161397"/>
              <a:gd name="connsiteX85" fmla="*/ 5467502 w 6884912"/>
              <a:gd name="connsiteY85" fmla="*/ 250963 h 1161397"/>
              <a:gd name="connsiteX86" fmla="*/ 5592395 w 6884912"/>
              <a:gd name="connsiteY86" fmla="*/ 265434 h 1161397"/>
              <a:gd name="connsiteX87" fmla="*/ 5613532 w 6884912"/>
              <a:gd name="connsiteY87" fmla="*/ 273379 h 1161397"/>
              <a:gd name="connsiteX88" fmla="*/ 5642173 w 6884912"/>
              <a:gd name="connsiteY88" fmla="*/ 266904 h 1161397"/>
              <a:gd name="connsiteX89" fmla="*/ 5756910 w 6884912"/>
              <a:gd name="connsiteY89" fmla="*/ 239211 h 1161397"/>
              <a:gd name="connsiteX90" fmla="*/ 5846667 w 6884912"/>
              <a:gd name="connsiteY90" fmla="*/ 201786 h 1161397"/>
              <a:gd name="connsiteX91" fmla="*/ 5960732 w 6884912"/>
              <a:gd name="connsiteY91" fmla="*/ 220708 h 1161397"/>
              <a:gd name="connsiteX92" fmla="*/ 6029542 w 6884912"/>
              <a:gd name="connsiteY92" fmla="*/ 210339 h 1161397"/>
              <a:gd name="connsiteX93" fmla="*/ 6141123 w 6884912"/>
              <a:gd name="connsiteY93" fmla="*/ 159923 h 1161397"/>
              <a:gd name="connsiteX94" fmla="*/ 6290640 w 6884912"/>
              <a:gd name="connsiteY94" fmla="*/ 167441 h 1161397"/>
              <a:gd name="connsiteX95" fmla="*/ 6322806 w 6884912"/>
              <a:gd name="connsiteY95" fmla="*/ 213293 h 1161397"/>
              <a:gd name="connsiteX96" fmla="*/ 6380420 w 6884912"/>
              <a:gd name="connsiteY96" fmla="*/ 173195 h 1161397"/>
              <a:gd name="connsiteX97" fmla="*/ 6507891 w 6884912"/>
              <a:gd name="connsiteY97" fmla="*/ 118474 h 1161397"/>
              <a:gd name="connsiteX98" fmla="*/ 6571807 w 6884912"/>
              <a:gd name="connsiteY98" fmla="*/ 98636 h 1161397"/>
              <a:gd name="connsiteX99" fmla="*/ 6671880 w 6884912"/>
              <a:gd name="connsiteY99" fmla="*/ 82931 h 1161397"/>
              <a:gd name="connsiteX100" fmla="*/ 6702266 w 6884912"/>
              <a:gd name="connsiteY100" fmla="*/ 75470 h 1161397"/>
              <a:gd name="connsiteX101" fmla="*/ 6845802 w 6884912"/>
              <a:gd name="connsiteY101" fmla="*/ 24496 h 1161397"/>
              <a:gd name="connsiteX102" fmla="*/ 6884912 w 6884912"/>
              <a:gd name="connsiteY102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11320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548162 w 6884912"/>
              <a:gd name="connsiteY7" fmla="*/ 984908 h 1161397"/>
              <a:gd name="connsiteX8" fmla="*/ 651408 w 6884912"/>
              <a:gd name="connsiteY8" fmla="*/ 984938 h 1161397"/>
              <a:gd name="connsiteX9" fmla="*/ 723108 w 6884912"/>
              <a:gd name="connsiteY9" fmla="*/ 941904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38051 w 6884912"/>
              <a:gd name="connsiteY15" fmla="*/ 702034 h 1161397"/>
              <a:gd name="connsiteX16" fmla="*/ 1166947 w 6884912"/>
              <a:gd name="connsiteY16" fmla="*/ 700762 h 1161397"/>
              <a:gd name="connsiteX17" fmla="*/ 1178135 w 6884912"/>
              <a:gd name="connsiteY17" fmla="*/ 698631 h 1161397"/>
              <a:gd name="connsiteX18" fmla="*/ 1178301 w 6884912"/>
              <a:gd name="connsiteY18" fmla="*/ 698094 h 1161397"/>
              <a:gd name="connsiteX19" fmla="*/ 1242716 w 6884912"/>
              <a:gd name="connsiteY19" fmla="*/ 698052 h 1161397"/>
              <a:gd name="connsiteX20" fmla="*/ 1299977 w 6884912"/>
              <a:gd name="connsiteY20" fmla="*/ 639196 h 1161397"/>
              <a:gd name="connsiteX21" fmla="*/ 1326190 w 6884912"/>
              <a:gd name="connsiteY21" fmla="*/ 625955 h 1161397"/>
              <a:gd name="connsiteX22" fmla="*/ 1339600 w 6884912"/>
              <a:gd name="connsiteY22" fmla="*/ 616295 h 1161397"/>
              <a:gd name="connsiteX23" fmla="*/ 1340054 w 6884912"/>
              <a:gd name="connsiteY23" fmla="*/ 614022 h 1161397"/>
              <a:gd name="connsiteX24" fmla="*/ 1391606 w 6884912"/>
              <a:gd name="connsiteY24" fmla="*/ 615229 h 1161397"/>
              <a:gd name="connsiteX25" fmla="*/ 1397565 w 6884912"/>
              <a:gd name="connsiteY25" fmla="*/ 611490 h 1161397"/>
              <a:gd name="connsiteX26" fmla="*/ 1432302 w 6884912"/>
              <a:gd name="connsiteY26" fmla="*/ 617267 h 1161397"/>
              <a:gd name="connsiteX27" fmla="*/ 1449644 w 6884912"/>
              <a:gd name="connsiteY27" fmla="*/ 617591 h 1161397"/>
              <a:gd name="connsiteX28" fmla="*/ 1455793 w 6884912"/>
              <a:gd name="connsiteY28" fmla="*/ 623174 h 1161397"/>
              <a:gd name="connsiteX29" fmla="*/ 1480758 w 6884912"/>
              <a:gd name="connsiteY29" fmla="*/ 620863 h 1161397"/>
              <a:gd name="connsiteX30" fmla="*/ 1483154 w 6884912"/>
              <a:gd name="connsiteY30" fmla="*/ 618527 h 1161397"/>
              <a:gd name="connsiteX31" fmla="*/ 1505495 w 6884912"/>
              <a:gd name="connsiteY31" fmla="*/ 624325 h 1161397"/>
              <a:gd name="connsiteX32" fmla="*/ 1526340 w 6884912"/>
              <a:gd name="connsiteY32" fmla="*/ 638496 h 1161397"/>
              <a:gd name="connsiteX33" fmla="*/ 1731986 w 6884912"/>
              <a:gd name="connsiteY33" fmla="*/ 589682 h 1161397"/>
              <a:gd name="connsiteX34" fmla="*/ 1927935 w 6884912"/>
              <a:gd name="connsiteY34" fmla="*/ 628540 h 1161397"/>
              <a:gd name="connsiteX35" fmla="*/ 2039075 w 6884912"/>
              <a:gd name="connsiteY35" fmla="*/ 599964 h 1161397"/>
              <a:gd name="connsiteX36" fmla="*/ 2066980 w 6884912"/>
              <a:gd name="connsiteY36" fmla="*/ 550413 h 1161397"/>
              <a:gd name="connsiteX37" fmla="*/ 2352236 w 6884912"/>
              <a:gd name="connsiteY37" fmla="*/ 519602 h 1161397"/>
              <a:gd name="connsiteX38" fmla="*/ 2420791 w 6884912"/>
              <a:gd name="connsiteY38" fmla="*/ 492826 h 1161397"/>
              <a:gd name="connsiteX39" fmla="*/ 2489932 w 6884912"/>
              <a:gd name="connsiteY39" fmla="*/ 507864 h 1161397"/>
              <a:gd name="connsiteX40" fmla="*/ 2512917 w 6884912"/>
              <a:gd name="connsiteY40" fmla="*/ 489127 h 1161397"/>
              <a:gd name="connsiteX41" fmla="*/ 2516783 w 6884912"/>
              <a:gd name="connsiteY41" fmla="*/ 485473 h 1161397"/>
              <a:gd name="connsiteX42" fmla="*/ 2534360 w 6884912"/>
              <a:gd name="connsiteY42" fmla="*/ 480064 h 1161397"/>
              <a:gd name="connsiteX43" fmla="*/ 2536691 w 6884912"/>
              <a:gd name="connsiteY43" fmla="*/ 467018 h 1161397"/>
              <a:gd name="connsiteX44" fmla="*/ 2561265 w 6884912"/>
              <a:gd name="connsiteY44" fmla="*/ 450623 h 1161397"/>
              <a:gd name="connsiteX45" fmla="*/ 2594349 w 6884912"/>
              <a:gd name="connsiteY45" fmla="*/ 443884 h 1161397"/>
              <a:gd name="connsiteX46" fmla="*/ 2754324 w 6884912"/>
              <a:gd name="connsiteY46" fmla="*/ 424766 h 1161397"/>
              <a:gd name="connsiteX47" fmla="*/ 2848470 w 6884912"/>
              <a:gd name="connsiteY47" fmla="*/ 405966 h 1161397"/>
              <a:gd name="connsiteX48" fmla="*/ 2881772 w 6884912"/>
              <a:gd name="connsiteY48" fmla="*/ 387260 h 1161397"/>
              <a:gd name="connsiteX49" fmla="*/ 2929932 w 6884912"/>
              <a:gd name="connsiteY49" fmla="*/ 368912 h 1161397"/>
              <a:gd name="connsiteX50" fmla="*/ 3013020 w 6884912"/>
              <a:gd name="connsiteY50" fmla="*/ 327578 h 1161397"/>
              <a:gd name="connsiteX51" fmla="*/ 3222191 w 6884912"/>
              <a:gd name="connsiteY51" fmla="*/ 307887 h 1161397"/>
              <a:gd name="connsiteX52" fmla="*/ 3227953 w 6884912"/>
              <a:gd name="connsiteY52" fmla="*/ 297650 h 1161397"/>
              <a:gd name="connsiteX53" fmla="*/ 3510042 w 6884912"/>
              <a:gd name="connsiteY53" fmla="*/ 311820 h 1161397"/>
              <a:gd name="connsiteX54" fmla="*/ 3626773 w 6884912"/>
              <a:gd name="connsiteY54" fmla="*/ 290452 h 1161397"/>
              <a:gd name="connsiteX55" fmla="*/ 3666217 w 6884912"/>
              <a:gd name="connsiteY55" fmla="*/ 273255 h 1161397"/>
              <a:gd name="connsiteX56" fmla="*/ 3732427 w 6884912"/>
              <a:gd name="connsiteY56" fmla="*/ 245039 h 1161397"/>
              <a:gd name="connsiteX57" fmla="*/ 3777022 w 6884912"/>
              <a:gd name="connsiteY57" fmla="*/ 200276 h 1161397"/>
              <a:gd name="connsiteX58" fmla="*/ 3791246 w 6884912"/>
              <a:gd name="connsiteY58" fmla="*/ 189996 h 1161397"/>
              <a:gd name="connsiteX59" fmla="*/ 3819864 w 6884912"/>
              <a:gd name="connsiteY59" fmla="*/ 194605 h 1161397"/>
              <a:gd name="connsiteX60" fmla="*/ 3830398 w 6884912"/>
              <a:gd name="connsiteY60" fmla="*/ 188383 h 1161397"/>
              <a:gd name="connsiteX61" fmla="*/ 3834360 w 6884912"/>
              <a:gd name="connsiteY61" fmla="*/ 188992 h 1161397"/>
              <a:gd name="connsiteX62" fmla="*/ 3843715 w 6884912"/>
              <a:gd name="connsiteY62" fmla="*/ 188752 h 1161397"/>
              <a:gd name="connsiteX63" fmla="*/ 3842609 w 6884912"/>
              <a:gd name="connsiteY63" fmla="*/ 197386 h 1161397"/>
              <a:gd name="connsiteX64" fmla="*/ 3853961 w 6884912"/>
              <a:gd name="connsiteY64" fmla="*/ 213380 h 1161397"/>
              <a:gd name="connsiteX65" fmla="*/ 3907640 w 6884912"/>
              <a:gd name="connsiteY65" fmla="*/ 207568 h 1161397"/>
              <a:gd name="connsiteX66" fmla="*/ 3910449 w 6884912"/>
              <a:gd name="connsiteY66" fmla="*/ 197808 h 1161397"/>
              <a:gd name="connsiteX67" fmla="*/ 3917197 w 6884912"/>
              <a:gd name="connsiteY67" fmla="*/ 196121 h 1161397"/>
              <a:gd name="connsiteX68" fmla="*/ 3922400 w 6884912"/>
              <a:gd name="connsiteY68" fmla="*/ 205056 h 1161397"/>
              <a:gd name="connsiteX69" fmla="*/ 4013061 w 6884912"/>
              <a:gd name="connsiteY69" fmla="*/ 224874 h 1161397"/>
              <a:gd name="connsiteX70" fmla="*/ 4220717 w 6884912"/>
              <a:gd name="connsiteY70" fmla="*/ 192946 h 1161397"/>
              <a:gd name="connsiteX71" fmla="*/ 4228802 w 6884912"/>
              <a:gd name="connsiteY71" fmla="*/ 201468 h 1161397"/>
              <a:gd name="connsiteX72" fmla="*/ 4289361 w 6884912"/>
              <a:gd name="connsiteY72" fmla="*/ 196642 h 1161397"/>
              <a:gd name="connsiteX73" fmla="*/ 4498913 w 6884912"/>
              <a:gd name="connsiteY73" fmla="*/ 118915 h 1161397"/>
              <a:gd name="connsiteX74" fmla="*/ 4617330 w 6884912"/>
              <a:gd name="connsiteY74" fmla="*/ 111163 h 1161397"/>
              <a:gd name="connsiteX75" fmla="*/ 4659778 w 6884912"/>
              <a:gd name="connsiteY75" fmla="*/ 118219 h 1161397"/>
              <a:gd name="connsiteX76" fmla="*/ 4730870 w 6884912"/>
              <a:gd name="connsiteY76" fmla="*/ 129432 h 1161397"/>
              <a:gd name="connsiteX77" fmla="*/ 4844073 w 6884912"/>
              <a:gd name="connsiteY77" fmla="*/ 161768 h 1161397"/>
              <a:gd name="connsiteX78" fmla="*/ 4856454 w 6884912"/>
              <a:gd name="connsiteY78" fmla="*/ 130488 h 1161397"/>
              <a:gd name="connsiteX79" fmla="*/ 4920038 w 6884912"/>
              <a:gd name="connsiteY79" fmla="*/ 140418 h 1161397"/>
              <a:gd name="connsiteX80" fmla="*/ 5016639 w 6884912"/>
              <a:gd name="connsiteY80" fmla="*/ 158905 h 1161397"/>
              <a:gd name="connsiteX81" fmla="*/ 5072009 w 6884912"/>
              <a:gd name="connsiteY81" fmla="*/ 161502 h 1161397"/>
              <a:gd name="connsiteX82" fmla="*/ 5223626 w 6884912"/>
              <a:gd name="connsiteY82" fmla="*/ 177356 h 1161397"/>
              <a:gd name="connsiteX83" fmla="*/ 5375773 w 6884912"/>
              <a:gd name="connsiteY83" fmla="*/ 199913 h 1161397"/>
              <a:gd name="connsiteX84" fmla="*/ 5467502 w 6884912"/>
              <a:gd name="connsiteY84" fmla="*/ 250963 h 1161397"/>
              <a:gd name="connsiteX85" fmla="*/ 5592395 w 6884912"/>
              <a:gd name="connsiteY85" fmla="*/ 265434 h 1161397"/>
              <a:gd name="connsiteX86" fmla="*/ 5613532 w 6884912"/>
              <a:gd name="connsiteY86" fmla="*/ 273379 h 1161397"/>
              <a:gd name="connsiteX87" fmla="*/ 5642173 w 6884912"/>
              <a:gd name="connsiteY87" fmla="*/ 266904 h 1161397"/>
              <a:gd name="connsiteX88" fmla="*/ 5756910 w 6884912"/>
              <a:gd name="connsiteY88" fmla="*/ 239211 h 1161397"/>
              <a:gd name="connsiteX89" fmla="*/ 5846667 w 6884912"/>
              <a:gd name="connsiteY89" fmla="*/ 201786 h 1161397"/>
              <a:gd name="connsiteX90" fmla="*/ 5960732 w 6884912"/>
              <a:gd name="connsiteY90" fmla="*/ 220708 h 1161397"/>
              <a:gd name="connsiteX91" fmla="*/ 6029542 w 6884912"/>
              <a:gd name="connsiteY91" fmla="*/ 210339 h 1161397"/>
              <a:gd name="connsiteX92" fmla="*/ 6141123 w 6884912"/>
              <a:gd name="connsiteY92" fmla="*/ 159923 h 1161397"/>
              <a:gd name="connsiteX93" fmla="*/ 6290640 w 6884912"/>
              <a:gd name="connsiteY93" fmla="*/ 167441 h 1161397"/>
              <a:gd name="connsiteX94" fmla="*/ 6322806 w 6884912"/>
              <a:gd name="connsiteY94" fmla="*/ 213293 h 1161397"/>
              <a:gd name="connsiteX95" fmla="*/ 6380420 w 6884912"/>
              <a:gd name="connsiteY95" fmla="*/ 173195 h 1161397"/>
              <a:gd name="connsiteX96" fmla="*/ 6507891 w 6884912"/>
              <a:gd name="connsiteY96" fmla="*/ 118474 h 1161397"/>
              <a:gd name="connsiteX97" fmla="*/ 6571807 w 6884912"/>
              <a:gd name="connsiteY97" fmla="*/ 98636 h 1161397"/>
              <a:gd name="connsiteX98" fmla="*/ 6671880 w 6884912"/>
              <a:gd name="connsiteY98" fmla="*/ 82931 h 1161397"/>
              <a:gd name="connsiteX99" fmla="*/ 6702266 w 6884912"/>
              <a:gd name="connsiteY99" fmla="*/ 75470 h 1161397"/>
              <a:gd name="connsiteX100" fmla="*/ 6845802 w 6884912"/>
              <a:gd name="connsiteY100" fmla="*/ 24496 h 1161397"/>
              <a:gd name="connsiteX101" fmla="*/ 6884912 w 6884912"/>
              <a:gd name="connsiteY101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11320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548162 w 6884912"/>
              <a:gd name="connsiteY7" fmla="*/ 984908 h 1161397"/>
              <a:gd name="connsiteX8" fmla="*/ 651408 w 6884912"/>
              <a:gd name="connsiteY8" fmla="*/ 984938 h 1161397"/>
              <a:gd name="connsiteX9" fmla="*/ 723108 w 6884912"/>
              <a:gd name="connsiteY9" fmla="*/ 941904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38051 w 6884912"/>
              <a:gd name="connsiteY15" fmla="*/ 702034 h 1161397"/>
              <a:gd name="connsiteX16" fmla="*/ 1178135 w 6884912"/>
              <a:gd name="connsiteY16" fmla="*/ 698631 h 1161397"/>
              <a:gd name="connsiteX17" fmla="*/ 1178301 w 6884912"/>
              <a:gd name="connsiteY17" fmla="*/ 698094 h 1161397"/>
              <a:gd name="connsiteX18" fmla="*/ 1242716 w 6884912"/>
              <a:gd name="connsiteY18" fmla="*/ 698052 h 1161397"/>
              <a:gd name="connsiteX19" fmla="*/ 1299977 w 6884912"/>
              <a:gd name="connsiteY19" fmla="*/ 639196 h 1161397"/>
              <a:gd name="connsiteX20" fmla="*/ 1326190 w 6884912"/>
              <a:gd name="connsiteY20" fmla="*/ 625955 h 1161397"/>
              <a:gd name="connsiteX21" fmla="*/ 1339600 w 6884912"/>
              <a:gd name="connsiteY21" fmla="*/ 616295 h 1161397"/>
              <a:gd name="connsiteX22" fmla="*/ 1340054 w 6884912"/>
              <a:gd name="connsiteY22" fmla="*/ 614022 h 1161397"/>
              <a:gd name="connsiteX23" fmla="*/ 1391606 w 6884912"/>
              <a:gd name="connsiteY23" fmla="*/ 615229 h 1161397"/>
              <a:gd name="connsiteX24" fmla="*/ 1397565 w 6884912"/>
              <a:gd name="connsiteY24" fmla="*/ 611490 h 1161397"/>
              <a:gd name="connsiteX25" fmla="*/ 1432302 w 6884912"/>
              <a:gd name="connsiteY25" fmla="*/ 617267 h 1161397"/>
              <a:gd name="connsiteX26" fmla="*/ 1449644 w 6884912"/>
              <a:gd name="connsiteY26" fmla="*/ 617591 h 1161397"/>
              <a:gd name="connsiteX27" fmla="*/ 1455793 w 6884912"/>
              <a:gd name="connsiteY27" fmla="*/ 623174 h 1161397"/>
              <a:gd name="connsiteX28" fmla="*/ 1480758 w 6884912"/>
              <a:gd name="connsiteY28" fmla="*/ 620863 h 1161397"/>
              <a:gd name="connsiteX29" fmla="*/ 1483154 w 6884912"/>
              <a:gd name="connsiteY29" fmla="*/ 618527 h 1161397"/>
              <a:gd name="connsiteX30" fmla="*/ 1505495 w 6884912"/>
              <a:gd name="connsiteY30" fmla="*/ 624325 h 1161397"/>
              <a:gd name="connsiteX31" fmla="*/ 1526340 w 6884912"/>
              <a:gd name="connsiteY31" fmla="*/ 638496 h 1161397"/>
              <a:gd name="connsiteX32" fmla="*/ 1731986 w 6884912"/>
              <a:gd name="connsiteY32" fmla="*/ 589682 h 1161397"/>
              <a:gd name="connsiteX33" fmla="*/ 1927935 w 6884912"/>
              <a:gd name="connsiteY33" fmla="*/ 628540 h 1161397"/>
              <a:gd name="connsiteX34" fmla="*/ 2039075 w 6884912"/>
              <a:gd name="connsiteY34" fmla="*/ 599964 h 1161397"/>
              <a:gd name="connsiteX35" fmla="*/ 2066980 w 6884912"/>
              <a:gd name="connsiteY35" fmla="*/ 550413 h 1161397"/>
              <a:gd name="connsiteX36" fmla="*/ 2352236 w 6884912"/>
              <a:gd name="connsiteY36" fmla="*/ 519602 h 1161397"/>
              <a:gd name="connsiteX37" fmla="*/ 2420791 w 6884912"/>
              <a:gd name="connsiteY37" fmla="*/ 492826 h 1161397"/>
              <a:gd name="connsiteX38" fmla="*/ 2489932 w 6884912"/>
              <a:gd name="connsiteY38" fmla="*/ 507864 h 1161397"/>
              <a:gd name="connsiteX39" fmla="*/ 2512917 w 6884912"/>
              <a:gd name="connsiteY39" fmla="*/ 489127 h 1161397"/>
              <a:gd name="connsiteX40" fmla="*/ 2516783 w 6884912"/>
              <a:gd name="connsiteY40" fmla="*/ 485473 h 1161397"/>
              <a:gd name="connsiteX41" fmla="*/ 2534360 w 6884912"/>
              <a:gd name="connsiteY41" fmla="*/ 480064 h 1161397"/>
              <a:gd name="connsiteX42" fmla="*/ 2536691 w 6884912"/>
              <a:gd name="connsiteY42" fmla="*/ 467018 h 1161397"/>
              <a:gd name="connsiteX43" fmla="*/ 2561265 w 6884912"/>
              <a:gd name="connsiteY43" fmla="*/ 450623 h 1161397"/>
              <a:gd name="connsiteX44" fmla="*/ 2594349 w 6884912"/>
              <a:gd name="connsiteY44" fmla="*/ 443884 h 1161397"/>
              <a:gd name="connsiteX45" fmla="*/ 2754324 w 6884912"/>
              <a:gd name="connsiteY45" fmla="*/ 424766 h 1161397"/>
              <a:gd name="connsiteX46" fmla="*/ 2848470 w 6884912"/>
              <a:gd name="connsiteY46" fmla="*/ 405966 h 1161397"/>
              <a:gd name="connsiteX47" fmla="*/ 2881772 w 6884912"/>
              <a:gd name="connsiteY47" fmla="*/ 387260 h 1161397"/>
              <a:gd name="connsiteX48" fmla="*/ 2929932 w 6884912"/>
              <a:gd name="connsiteY48" fmla="*/ 368912 h 1161397"/>
              <a:gd name="connsiteX49" fmla="*/ 3013020 w 6884912"/>
              <a:gd name="connsiteY49" fmla="*/ 327578 h 1161397"/>
              <a:gd name="connsiteX50" fmla="*/ 3222191 w 6884912"/>
              <a:gd name="connsiteY50" fmla="*/ 307887 h 1161397"/>
              <a:gd name="connsiteX51" fmla="*/ 3227953 w 6884912"/>
              <a:gd name="connsiteY51" fmla="*/ 297650 h 1161397"/>
              <a:gd name="connsiteX52" fmla="*/ 3510042 w 6884912"/>
              <a:gd name="connsiteY52" fmla="*/ 311820 h 1161397"/>
              <a:gd name="connsiteX53" fmla="*/ 3626773 w 6884912"/>
              <a:gd name="connsiteY53" fmla="*/ 290452 h 1161397"/>
              <a:gd name="connsiteX54" fmla="*/ 3666217 w 6884912"/>
              <a:gd name="connsiteY54" fmla="*/ 273255 h 1161397"/>
              <a:gd name="connsiteX55" fmla="*/ 3732427 w 6884912"/>
              <a:gd name="connsiteY55" fmla="*/ 245039 h 1161397"/>
              <a:gd name="connsiteX56" fmla="*/ 3777022 w 6884912"/>
              <a:gd name="connsiteY56" fmla="*/ 200276 h 1161397"/>
              <a:gd name="connsiteX57" fmla="*/ 3791246 w 6884912"/>
              <a:gd name="connsiteY57" fmla="*/ 189996 h 1161397"/>
              <a:gd name="connsiteX58" fmla="*/ 3819864 w 6884912"/>
              <a:gd name="connsiteY58" fmla="*/ 194605 h 1161397"/>
              <a:gd name="connsiteX59" fmla="*/ 3830398 w 6884912"/>
              <a:gd name="connsiteY59" fmla="*/ 188383 h 1161397"/>
              <a:gd name="connsiteX60" fmla="*/ 3834360 w 6884912"/>
              <a:gd name="connsiteY60" fmla="*/ 188992 h 1161397"/>
              <a:gd name="connsiteX61" fmla="*/ 3843715 w 6884912"/>
              <a:gd name="connsiteY61" fmla="*/ 188752 h 1161397"/>
              <a:gd name="connsiteX62" fmla="*/ 3842609 w 6884912"/>
              <a:gd name="connsiteY62" fmla="*/ 197386 h 1161397"/>
              <a:gd name="connsiteX63" fmla="*/ 3853961 w 6884912"/>
              <a:gd name="connsiteY63" fmla="*/ 213380 h 1161397"/>
              <a:gd name="connsiteX64" fmla="*/ 3907640 w 6884912"/>
              <a:gd name="connsiteY64" fmla="*/ 207568 h 1161397"/>
              <a:gd name="connsiteX65" fmla="*/ 3910449 w 6884912"/>
              <a:gd name="connsiteY65" fmla="*/ 197808 h 1161397"/>
              <a:gd name="connsiteX66" fmla="*/ 3917197 w 6884912"/>
              <a:gd name="connsiteY66" fmla="*/ 196121 h 1161397"/>
              <a:gd name="connsiteX67" fmla="*/ 3922400 w 6884912"/>
              <a:gd name="connsiteY67" fmla="*/ 205056 h 1161397"/>
              <a:gd name="connsiteX68" fmla="*/ 4013061 w 6884912"/>
              <a:gd name="connsiteY68" fmla="*/ 224874 h 1161397"/>
              <a:gd name="connsiteX69" fmla="*/ 4220717 w 6884912"/>
              <a:gd name="connsiteY69" fmla="*/ 192946 h 1161397"/>
              <a:gd name="connsiteX70" fmla="*/ 4228802 w 6884912"/>
              <a:gd name="connsiteY70" fmla="*/ 201468 h 1161397"/>
              <a:gd name="connsiteX71" fmla="*/ 4289361 w 6884912"/>
              <a:gd name="connsiteY71" fmla="*/ 196642 h 1161397"/>
              <a:gd name="connsiteX72" fmla="*/ 4498913 w 6884912"/>
              <a:gd name="connsiteY72" fmla="*/ 118915 h 1161397"/>
              <a:gd name="connsiteX73" fmla="*/ 4617330 w 6884912"/>
              <a:gd name="connsiteY73" fmla="*/ 111163 h 1161397"/>
              <a:gd name="connsiteX74" fmla="*/ 4659778 w 6884912"/>
              <a:gd name="connsiteY74" fmla="*/ 118219 h 1161397"/>
              <a:gd name="connsiteX75" fmla="*/ 4730870 w 6884912"/>
              <a:gd name="connsiteY75" fmla="*/ 129432 h 1161397"/>
              <a:gd name="connsiteX76" fmla="*/ 4844073 w 6884912"/>
              <a:gd name="connsiteY76" fmla="*/ 161768 h 1161397"/>
              <a:gd name="connsiteX77" fmla="*/ 4856454 w 6884912"/>
              <a:gd name="connsiteY77" fmla="*/ 130488 h 1161397"/>
              <a:gd name="connsiteX78" fmla="*/ 4920038 w 6884912"/>
              <a:gd name="connsiteY78" fmla="*/ 140418 h 1161397"/>
              <a:gd name="connsiteX79" fmla="*/ 5016639 w 6884912"/>
              <a:gd name="connsiteY79" fmla="*/ 158905 h 1161397"/>
              <a:gd name="connsiteX80" fmla="*/ 5072009 w 6884912"/>
              <a:gd name="connsiteY80" fmla="*/ 161502 h 1161397"/>
              <a:gd name="connsiteX81" fmla="*/ 5223626 w 6884912"/>
              <a:gd name="connsiteY81" fmla="*/ 177356 h 1161397"/>
              <a:gd name="connsiteX82" fmla="*/ 5375773 w 6884912"/>
              <a:gd name="connsiteY82" fmla="*/ 199913 h 1161397"/>
              <a:gd name="connsiteX83" fmla="*/ 5467502 w 6884912"/>
              <a:gd name="connsiteY83" fmla="*/ 250963 h 1161397"/>
              <a:gd name="connsiteX84" fmla="*/ 5592395 w 6884912"/>
              <a:gd name="connsiteY84" fmla="*/ 265434 h 1161397"/>
              <a:gd name="connsiteX85" fmla="*/ 5613532 w 6884912"/>
              <a:gd name="connsiteY85" fmla="*/ 273379 h 1161397"/>
              <a:gd name="connsiteX86" fmla="*/ 5642173 w 6884912"/>
              <a:gd name="connsiteY86" fmla="*/ 266904 h 1161397"/>
              <a:gd name="connsiteX87" fmla="*/ 5756910 w 6884912"/>
              <a:gd name="connsiteY87" fmla="*/ 239211 h 1161397"/>
              <a:gd name="connsiteX88" fmla="*/ 5846667 w 6884912"/>
              <a:gd name="connsiteY88" fmla="*/ 201786 h 1161397"/>
              <a:gd name="connsiteX89" fmla="*/ 5960732 w 6884912"/>
              <a:gd name="connsiteY89" fmla="*/ 220708 h 1161397"/>
              <a:gd name="connsiteX90" fmla="*/ 6029542 w 6884912"/>
              <a:gd name="connsiteY90" fmla="*/ 210339 h 1161397"/>
              <a:gd name="connsiteX91" fmla="*/ 6141123 w 6884912"/>
              <a:gd name="connsiteY91" fmla="*/ 159923 h 1161397"/>
              <a:gd name="connsiteX92" fmla="*/ 6290640 w 6884912"/>
              <a:gd name="connsiteY92" fmla="*/ 167441 h 1161397"/>
              <a:gd name="connsiteX93" fmla="*/ 6322806 w 6884912"/>
              <a:gd name="connsiteY93" fmla="*/ 213293 h 1161397"/>
              <a:gd name="connsiteX94" fmla="*/ 6380420 w 6884912"/>
              <a:gd name="connsiteY94" fmla="*/ 173195 h 1161397"/>
              <a:gd name="connsiteX95" fmla="*/ 6507891 w 6884912"/>
              <a:gd name="connsiteY95" fmla="*/ 118474 h 1161397"/>
              <a:gd name="connsiteX96" fmla="*/ 6571807 w 6884912"/>
              <a:gd name="connsiteY96" fmla="*/ 98636 h 1161397"/>
              <a:gd name="connsiteX97" fmla="*/ 6671880 w 6884912"/>
              <a:gd name="connsiteY97" fmla="*/ 82931 h 1161397"/>
              <a:gd name="connsiteX98" fmla="*/ 6702266 w 6884912"/>
              <a:gd name="connsiteY98" fmla="*/ 75470 h 1161397"/>
              <a:gd name="connsiteX99" fmla="*/ 6845802 w 6884912"/>
              <a:gd name="connsiteY99" fmla="*/ 24496 h 1161397"/>
              <a:gd name="connsiteX100" fmla="*/ 6884912 w 6884912"/>
              <a:gd name="connsiteY100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11320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548162 w 6884912"/>
              <a:gd name="connsiteY7" fmla="*/ 984908 h 1161397"/>
              <a:gd name="connsiteX8" fmla="*/ 651408 w 6884912"/>
              <a:gd name="connsiteY8" fmla="*/ 984938 h 1161397"/>
              <a:gd name="connsiteX9" fmla="*/ 723108 w 6884912"/>
              <a:gd name="connsiteY9" fmla="*/ 941904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78135 w 6884912"/>
              <a:gd name="connsiteY15" fmla="*/ 698631 h 1161397"/>
              <a:gd name="connsiteX16" fmla="*/ 1178301 w 6884912"/>
              <a:gd name="connsiteY16" fmla="*/ 698094 h 1161397"/>
              <a:gd name="connsiteX17" fmla="*/ 1242716 w 6884912"/>
              <a:gd name="connsiteY17" fmla="*/ 698052 h 1161397"/>
              <a:gd name="connsiteX18" fmla="*/ 1299977 w 6884912"/>
              <a:gd name="connsiteY18" fmla="*/ 639196 h 1161397"/>
              <a:gd name="connsiteX19" fmla="*/ 1326190 w 6884912"/>
              <a:gd name="connsiteY19" fmla="*/ 625955 h 1161397"/>
              <a:gd name="connsiteX20" fmla="*/ 1339600 w 6884912"/>
              <a:gd name="connsiteY20" fmla="*/ 616295 h 1161397"/>
              <a:gd name="connsiteX21" fmla="*/ 1340054 w 6884912"/>
              <a:gd name="connsiteY21" fmla="*/ 614022 h 1161397"/>
              <a:gd name="connsiteX22" fmla="*/ 1391606 w 6884912"/>
              <a:gd name="connsiteY22" fmla="*/ 615229 h 1161397"/>
              <a:gd name="connsiteX23" fmla="*/ 1397565 w 6884912"/>
              <a:gd name="connsiteY23" fmla="*/ 611490 h 1161397"/>
              <a:gd name="connsiteX24" fmla="*/ 1432302 w 6884912"/>
              <a:gd name="connsiteY24" fmla="*/ 617267 h 1161397"/>
              <a:gd name="connsiteX25" fmla="*/ 1449644 w 6884912"/>
              <a:gd name="connsiteY25" fmla="*/ 617591 h 1161397"/>
              <a:gd name="connsiteX26" fmla="*/ 1455793 w 6884912"/>
              <a:gd name="connsiteY26" fmla="*/ 623174 h 1161397"/>
              <a:gd name="connsiteX27" fmla="*/ 1480758 w 6884912"/>
              <a:gd name="connsiteY27" fmla="*/ 620863 h 1161397"/>
              <a:gd name="connsiteX28" fmla="*/ 1483154 w 6884912"/>
              <a:gd name="connsiteY28" fmla="*/ 618527 h 1161397"/>
              <a:gd name="connsiteX29" fmla="*/ 1505495 w 6884912"/>
              <a:gd name="connsiteY29" fmla="*/ 624325 h 1161397"/>
              <a:gd name="connsiteX30" fmla="*/ 1526340 w 6884912"/>
              <a:gd name="connsiteY30" fmla="*/ 638496 h 1161397"/>
              <a:gd name="connsiteX31" fmla="*/ 1731986 w 6884912"/>
              <a:gd name="connsiteY31" fmla="*/ 589682 h 1161397"/>
              <a:gd name="connsiteX32" fmla="*/ 1927935 w 6884912"/>
              <a:gd name="connsiteY32" fmla="*/ 628540 h 1161397"/>
              <a:gd name="connsiteX33" fmla="*/ 2039075 w 6884912"/>
              <a:gd name="connsiteY33" fmla="*/ 599964 h 1161397"/>
              <a:gd name="connsiteX34" fmla="*/ 2066980 w 6884912"/>
              <a:gd name="connsiteY34" fmla="*/ 550413 h 1161397"/>
              <a:gd name="connsiteX35" fmla="*/ 2352236 w 6884912"/>
              <a:gd name="connsiteY35" fmla="*/ 519602 h 1161397"/>
              <a:gd name="connsiteX36" fmla="*/ 2420791 w 6884912"/>
              <a:gd name="connsiteY36" fmla="*/ 492826 h 1161397"/>
              <a:gd name="connsiteX37" fmla="*/ 2489932 w 6884912"/>
              <a:gd name="connsiteY37" fmla="*/ 507864 h 1161397"/>
              <a:gd name="connsiteX38" fmla="*/ 2512917 w 6884912"/>
              <a:gd name="connsiteY38" fmla="*/ 489127 h 1161397"/>
              <a:gd name="connsiteX39" fmla="*/ 2516783 w 6884912"/>
              <a:gd name="connsiteY39" fmla="*/ 485473 h 1161397"/>
              <a:gd name="connsiteX40" fmla="*/ 2534360 w 6884912"/>
              <a:gd name="connsiteY40" fmla="*/ 480064 h 1161397"/>
              <a:gd name="connsiteX41" fmla="*/ 2536691 w 6884912"/>
              <a:gd name="connsiteY41" fmla="*/ 467018 h 1161397"/>
              <a:gd name="connsiteX42" fmla="*/ 2561265 w 6884912"/>
              <a:gd name="connsiteY42" fmla="*/ 450623 h 1161397"/>
              <a:gd name="connsiteX43" fmla="*/ 2594349 w 6884912"/>
              <a:gd name="connsiteY43" fmla="*/ 443884 h 1161397"/>
              <a:gd name="connsiteX44" fmla="*/ 2754324 w 6884912"/>
              <a:gd name="connsiteY44" fmla="*/ 424766 h 1161397"/>
              <a:gd name="connsiteX45" fmla="*/ 2848470 w 6884912"/>
              <a:gd name="connsiteY45" fmla="*/ 405966 h 1161397"/>
              <a:gd name="connsiteX46" fmla="*/ 2881772 w 6884912"/>
              <a:gd name="connsiteY46" fmla="*/ 387260 h 1161397"/>
              <a:gd name="connsiteX47" fmla="*/ 2929932 w 6884912"/>
              <a:gd name="connsiteY47" fmla="*/ 368912 h 1161397"/>
              <a:gd name="connsiteX48" fmla="*/ 3013020 w 6884912"/>
              <a:gd name="connsiteY48" fmla="*/ 327578 h 1161397"/>
              <a:gd name="connsiteX49" fmla="*/ 3222191 w 6884912"/>
              <a:gd name="connsiteY49" fmla="*/ 307887 h 1161397"/>
              <a:gd name="connsiteX50" fmla="*/ 3227953 w 6884912"/>
              <a:gd name="connsiteY50" fmla="*/ 297650 h 1161397"/>
              <a:gd name="connsiteX51" fmla="*/ 3510042 w 6884912"/>
              <a:gd name="connsiteY51" fmla="*/ 311820 h 1161397"/>
              <a:gd name="connsiteX52" fmla="*/ 3626773 w 6884912"/>
              <a:gd name="connsiteY52" fmla="*/ 290452 h 1161397"/>
              <a:gd name="connsiteX53" fmla="*/ 3666217 w 6884912"/>
              <a:gd name="connsiteY53" fmla="*/ 273255 h 1161397"/>
              <a:gd name="connsiteX54" fmla="*/ 3732427 w 6884912"/>
              <a:gd name="connsiteY54" fmla="*/ 245039 h 1161397"/>
              <a:gd name="connsiteX55" fmla="*/ 3777022 w 6884912"/>
              <a:gd name="connsiteY55" fmla="*/ 200276 h 1161397"/>
              <a:gd name="connsiteX56" fmla="*/ 3791246 w 6884912"/>
              <a:gd name="connsiteY56" fmla="*/ 189996 h 1161397"/>
              <a:gd name="connsiteX57" fmla="*/ 3819864 w 6884912"/>
              <a:gd name="connsiteY57" fmla="*/ 194605 h 1161397"/>
              <a:gd name="connsiteX58" fmla="*/ 3830398 w 6884912"/>
              <a:gd name="connsiteY58" fmla="*/ 188383 h 1161397"/>
              <a:gd name="connsiteX59" fmla="*/ 3834360 w 6884912"/>
              <a:gd name="connsiteY59" fmla="*/ 188992 h 1161397"/>
              <a:gd name="connsiteX60" fmla="*/ 3843715 w 6884912"/>
              <a:gd name="connsiteY60" fmla="*/ 188752 h 1161397"/>
              <a:gd name="connsiteX61" fmla="*/ 3842609 w 6884912"/>
              <a:gd name="connsiteY61" fmla="*/ 197386 h 1161397"/>
              <a:gd name="connsiteX62" fmla="*/ 3853961 w 6884912"/>
              <a:gd name="connsiteY62" fmla="*/ 213380 h 1161397"/>
              <a:gd name="connsiteX63" fmla="*/ 3907640 w 6884912"/>
              <a:gd name="connsiteY63" fmla="*/ 207568 h 1161397"/>
              <a:gd name="connsiteX64" fmla="*/ 3910449 w 6884912"/>
              <a:gd name="connsiteY64" fmla="*/ 197808 h 1161397"/>
              <a:gd name="connsiteX65" fmla="*/ 3917197 w 6884912"/>
              <a:gd name="connsiteY65" fmla="*/ 196121 h 1161397"/>
              <a:gd name="connsiteX66" fmla="*/ 3922400 w 6884912"/>
              <a:gd name="connsiteY66" fmla="*/ 205056 h 1161397"/>
              <a:gd name="connsiteX67" fmla="*/ 4013061 w 6884912"/>
              <a:gd name="connsiteY67" fmla="*/ 224874 h 1161397"/>
              <a:gd name="connsiteX68" fmla="*/ 4220717 w 6884912"/>
              <a:gd name="connsiteY68" fmla="*/ 192946 h 1161397"/>
              <a:gd name="connsiteX69" fmla="*/ 4228802 w 6884912"/>
              <a:gd name="connsiteY69" fmla="*/ 201468 h 1161397"/>
              <a:gd name="connsiteX70" fmla="*/ 4289361 w 6884912"/>
              <a:gd name="connsiteY70" fmla="*/ 196642 h 1161397"/>
              <a:gd name="connsiteX71" fmla="*/ 4498913 w 6884912"/>
              <a:gd name="connsiteY71" fmla="*/ 118915 h 1161397"/>
              <a:gd name="connsiteX72" fmla="*/ 4617330 w 6884912"/>
              <a:gd name="connsiteY72" fmla="*/ 111163 h 1161397"/>
              <a:gd name="connsiteX73" fmla="*/ 4659778 w 6884912"/>
              <a:gd name="connsiteY73" fmla="*/ 118219 h 1161397"/>
              <a:gd name="connsiteX74" fmla="*/ 4730870 w 6884912"/>
              <a:gd name="connsiteY74" fmla="*/ 129432 h 1161397"/>
              <a:gd name="connsiteX75" fmla="*/ 4844073 w 6884912"/>
              <a:gd name="connsiteY75" fmla="*/ 161768 h 1161397"/>
              <a:gd name="connsiteX76" fmla="*/ 4856454 w 6884912"/>
              <a:gd name="connsiteY76" fmla="*/ 130488 h 1161397"/>
              <a:gd name="connsiteX77" fmla="*/ 4920038 w 6884912"/>
              <a:gd name="connsiteY77" fmla="*/ 140418 h 1161397"/>
              <a:gd name="connsiteX78" fmla="*/ 5016639 w 6884912"/>
              <a:gd name="connsiteY78" fmla="*/ 158905 h 1161397"/>
              <a:gd name="connsiteX79" fmla="*/ 5072009 w 6884912"/>
              <a:gd name="connsiteY79" fmla="*/ 161502 h 1161397"/>
              <a:gd name="connsiteX80" fmla="*/ 5223626 w 6884912"/>
              <a:gd name="connsiteY80" fmla="*/ 177356 h 1161397"/>
              <a:gd name="connsiteX81" fmla="*/ 5375773 w 6884912"/>
              <a:gd name="connsiteY81" fmla="*/ 199913 h 1161397"/>
              <a:gd name="connsiteX82" fmla="*/ 5467502 w 6884912"/>
              <a:gd name="connsiteY82" fmla="*/ 250963 h 1161397"/>
              <a:gd name="connsiteX83" fmla="*/ 5592395 w 6884912"/>
              <a:gd name="connsiteY83" fmla="*/ 265434 h 1161397"/>
              <a:gd name="connsiteX84" fmla="*/ 5613532 w 6884912"/>
              <a:gd name="connsiteY84" fmla="*/ 273379 h 1161397"/>
              <a:gd name="connsiteX85" fmla="*/ 5642173 w 6884912"/>
              <a:gd name="connsiteY85" fmla="*/ 266904 h 1161397"/>
              <a:gd name="connsiteX86" fmla="*/ 5756910 w 6884912"/>
              <a:gd name="connsiteY86" fmla="*/ 239211 h 1161397"/>
              <a:gd name="connsiteX87" fmla="*/ 5846667 w 6884912"/>
              <a:gd name="connsiteY87" fmla="*/ 201786 h 1161397"/>
              <a:gd name="connsiteX88" fmla="*/ 5960732 w 6884912"/>
              <a:gd name="connsiteY88" fmla="*/ 220708 h 1161397"/>
              <a:gd name="connsiteX89" fmla="*/ 6029542 w 6884912"/>
              <a:gd name="connsiteY89" fmla="*/ 210339 h 1161397"/>
              <a:gd name="connsiteX90" fmla="*/ 6141123 w 6884912"/>
              <a:gd name="connsiteY90" fmla="*/ 159923 h 1161397"/>
              <a:gd name="connsiteX91" fmla="*/ 6290640 w 6884912"/>
              <a:gd name="connsiteY91" fmla="*/ 167441 h 1161397"/>
              <a:gd name="connsiteX92" fmla="*/ 6322806 w 6884912"/>
              <a:gd name="connsiteY92" fmla="*/ 213293 h 1161397"/>
              <a:gd name="connsiteX93" fmla="*/ 6380420 w 6884912"/>
              <a:gd name="connsiteY93" fmla="*/ 173195 h 1161397"/>
              <a:gd name="connsiteX94" fmla="*/ 6507891 w 6884912"/>
              <a:gd name="connsiteY94" fmla="*/ 118474 h 1161397"/>
              <a:gd name="connsiteX95" fmla="*/ 6571807 w 6884912"/>
              <a:gd name="connsiteY95" fmla="*/ 98636 h 1161397"/>
              <a:gd name="connsiteX96" fmla="*/ 6671880 w 6884912"/>
              <a:gd name="connsiteY96" fmla="*/ 82931 h 1161397"/>
              <a:gd name="connsiteX97" fmla="*/ 6702266 w 6884912"/>
              <a:gd name="connsiteY97" fmla="*/ 75470 h 1161397"/>
              <a:gd name="connsiteX98" fmla="*/ 6845802 w 6884912"/>
              <a:gd name="connsiteY98" fmla="*/ 24496 h 1161397"/>
              <a:gd name="connsiteX99" fmla="*/ 6884912 w 6884912"/>
              <a:gd name="connsiteY99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11320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548162 w 6884912"/>
              <a:gd name="connsiteY7" fmla="*/ 984908 h 1161397"/>
              <a:gd name="connsiteX8" fmla="*/ 651408 w 6884912"/>
              <a:gd name="connsiteY8" fmla="*/ 984938 h 1161397"/>
              <a:gd name="connsiteX9" fmla="*/ 723108 w 6884912"/>
              <a:gd name="connsiteY9" fmla="*/ 941904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78135 w 6884912"/>
              <a:gd name="connsiteY15" fmla="*/ 698631 h 1161397"/>
              <a:gd name="connsiteX16" fmla="*/ 1242716 w 6884912"/>
              <a:gd name="connsiteY16" fmla="*/ 698052 h 1161397"/>
              <a:gd name="connsiteX17" fmla="*/ 1299977 w 6884912"/>
              <a:gd name="connsiteY17" fmla="*/ 639196 h 1161397"/>
              <a:gd name="connsiteX18" fmla="*/ 1326190 w 6884912"/>
              <a:gd name="connsiteY18" fmla="*/ 625955 h 1161397"/>
              <a:gd name="connsiteX19" fmla="*/ 1339600 w 6884912"/>
              <a:gd name="connsiteY19" fmla="*/ 616295 h 1161397"/>
              <a:gd name="connsiteX20" fmla="*/ 1340054 w 6884912"/>
              <a:gd name="connsiteY20" fmla="*/ 614022 h 1161397"/>
              <a:gd name="connsiteX21" fmla="*/ 1391606 w 6884912"/>
              <a:gd name="connsiteY21" fmla="*/ 615229 h 1161397"/>
              <a:gd name="connsiteX22" fmla="*/ 1397565 w 6884912"/>
              <a:gd name="connsiteY22" fmla="*/ 611490 h 1161397"/>
              <a:gd name="connsiteX23" fmla="*/ 1432302 w 6884912"/>
              <a:gd name="connsiteY23" fmla="*/ 617267 h 1161397"/>
              <a:gd name="connsiteX24" fmla="*/ 1449644 w 6884912"/>
              <a:gd name="connsiteY24" fmla="*/ 617591 h 1161397"/>
              <a:gd name="connsiteX25" fmla="*/ 1455793 w 6884912"/>
              <a:gd name="connsiteY25" fmla="*/ 623174 h 1161397"/>
              <a:gd name="connsiteX26" fmla="*/ 1480758 w 6884912"/>
              <a:gd name="connsiteY26" fmla="*/ 620863 h 1161397"/>
              <a:gd name="connsiteX27" fmla="*/ 1483154 w 6884912"/>
              <a:gd name="connsiteY27" fmla="*/ 618527 h 1161397"/>
              <a:gd name="connsiteX28" fmla="*/ 1505495 w 6884912"/>
              <a:gd name="connsiteY28" fmla="*/ 624325 h 1161397"/>
              <a:gd name="connsiteX29" fmla="*/ 1526340 w 6884912"/>
              <a:gd name="connsiteY29" fmla="*/ 638496 h 1161397"/>
              <a:gd name="connsiteX30" fmla="*/ 1731986 w 6884912"/>
              <a:gd name="connsiteY30" fmla="*/ 589682 h 1161397"/>
              <a:gd name="connsiteX31" fmla="*/ 1927935 w 6884912"/>
              <a:gd name="connsiteY31" fmla="*/ 628540 h 1161397"/>
              <a:gd name="connsiteX32" fmla="*/ 2039075 w 6884912"/>
              <a:gd name="connsiteY32" fmla="*/ 599964 h 1161397"/>
              <a:gd name="connsiteX33" fmla="*/ 2066980 w 6884912"/>
              <a:gd name="connsiteY33" fmla="*/ 550413 h 1161397"/>
              <a:gd name="connsiteX34" fmla="*/ 2352236 w 6884912"/>
              <a:gd name="connsiteY34" fmla="*/ 519602 h 1161397"/>
              <a:gd name="connsiteX35" fmla="*/ 2420791 w 6884912"/>
              <a:gd name="connsiteY35" fmla="*/ 492826 h 1161397"/>
              <a:gd name="connsiteX36" fmla="*/ 2489932 w 6884912"/>
              <a:gd name="connsiteY36" fmla="*/ 507864 h 1161397"/>
              <a:gd name="connsiteX37" fmla="*/ 2512917 w 6884912"/>
              <a:gd name="connsiteY37" fmla="*/ 489127 h 1161397"/>
              <a:gd name="connsiteX38" fmla="*/ 2516783 w 6884912"/>
              <a:gd name="connsiteY38" fmla="*/ 485473 h 1161397"/>
              <a:gd name="connsiteX39" fmla="*/ 2534360 w 6884912"/>
              <a:gd name="connsiteY39" fmla="*/ 480064 h 1161397"/>
              <a:gd name="connsiteX40" fmla="*/ 2536691 w 6884912"/>
              <a:gd name="connsiteY40" fmla="*/ 467018 h 1161397"/>
              <a:gd name="connsiteX41" fmla="*/ 2561265 w 6884912"/>
              <a:gd name="connsiteY41" fmla="*/ 450623 h 1161397"/>
              <a:gd name="connsiteX42" fmla="*/ 2594349 w 6884912"/>
              <a:gd name="connsiteY42" fmla="*/ 443884 h 1161397"/>
              <a:gd name="connsiteX43" fmla="*/ 2754324 w 6884912"/>
              <a:gd name="connsiteY43" fmla="*/ 424766 h 1161397"/>
              <a:gd name="connsiteX44" fmla="*/ 2848470 w 6884912"/>
              <a:gd name="connsiteY44" fmla="*/ 405966 h 1161397"/>
              <a:gd name="connsiteX45" fmla="*/ 2881772 w 6884912"/>
              <a:gd name="connsiteY45" fmla="*/ 387260 h 1161397"/>
              <a:gd name="connsiteX46" fmla="*/ 2929932 w 6884912"/>
              <a:gd name="connsiteY46" fmla="*/ 368912 h 1161397"/>
              <a:gd name="connsiteX47" fmla="*/ 3013020 w 6884912"/>
              <a:gd name="connsiteY47" fmla="*/ 327578 h 1161397"/>
              <a:gd name="connsiteX48" fmla="*/ 3222191 w 6884912"/>
              <a:gd name="connsiteY48" fmla="*/ 307887 h 1161397"/>
              <a:gd name="connsiteX49" fmla="*/ 3227953 w 6884912"/>
              <a:gd name="connsiteY49" fmla="*/ 297650 h 1161397"/>
              <a:gd name="connsiteX50" fmla="*/ 3510042 w 6884912"/>
              <a:gd name="connsiteY50" fmla="*/ 311820 h 1161397"/>
              <a:gd name="connsiteX51" fmla="*/ 3626773 w 6884912"/>
              <a:gd name="connsiteY51" fmla="*/ 290452 h 1161397"/>
              <a:gd name="connsiteX52" fmla="*/ 3666217 w 6884912"/>
              <a:gd name="connsiteY52" fmla="*/ 273255 h 1161397"/>
              <a:gd name="connsiteX53" fmla="*/ 3732427 w 6884912"/>
              <a:gd name="connsiteY53" fmla="*/ 245039 h 1161397"/>
              <a:gd name="connsiteX54" fmla="*/ 3777022 w 6884912"/>
              <a:gd name="connsiteY54" fmla="*/ 200276 h 1161397"/>
              <a:gd name="connsiteX55" fmla="*/ 3791246 w 6884912"/>
              <a:gd name="connsiteY55" fmla="*/ 189996 h 1161397"/>
              <a:gd name="connsiteX56" fmla="*/ 3819864 w 6884912"/>
              <a:gd name="connsiteY56" fmla="*/ 194605 h 1161397"/>
              <a:gd name="connsiteX57" fmla="*/ 3830398 w 6884912"/>
              <a:gd name="connsiteY57" fmla="*/ 188383 h 1161397"/>
              <a:gd name="connsiteX58" fmla="*/ 3834360 w 6884912"/>
              <a:gd name="connsiteY58" fmla="*/ 188992 h 1161397"/>
              <a:gd name="connsiteX59" fmla="*/ 3843715 w 6884912"/>
              <a:gd name="connsiteY59" fmla="*/ 188752 h 1161397"/>
              <a:gd name="connsiteX60" fmla="*/ 3842609 w 6884912"/>
              <a:gd name="connsiteY60" fmla="*/ 197386 h 1161397"/>
              <a:gd name="connsiteX61" fmla="*/ 3853961 w 6884912"/>
              <a:gd name="connsiteY61" fmla="*/ 213380 h 1161397"/>
              <a:gd name="connsiteX62" fmla="*/ 3907640 w 6884912"/>
              <a:gd name="connsiteY62" fmla="*/ 207568 h 1161397"/>
              <a:gd name="connsiteX63" fmla="*/ 3910449 w 6884912"/>
              <a:gd name="connsiteY63" fmla="*/ 197808 h 1161397"/>
              <a:gd name="connsiteX64" fmla="*/ 3917197 w 6884912"/>
              <a:gd name="connsiteY64" fmla="*/ 196121 h 1161397"/>
              <a:gd name="connsiteX65" fmla="*/ 3922400 w 6884912"/>
              <a:gd name="connsiteY65" fmla="*/ 205056 h 1161397"/>
              <a:gd name="connsiteX66" fmla="*/ 4013061 w 6884912"/>
              <a:gd name="connsiteY66" fmla="*/ 224874 h 1161397"/>
              <a:gd name="connsiteX67" fmla="*/ 4220717 w 6884912"/>
              <a:gd name="connsiteY67" fmla="*/ 192946 h 1161397"/>
              <a:gd name="connsiteX68" fmla="*/ 4228802 w 6884912"/>
              <a:gd name="connsiteY68" fmla="*/ 201468 h 1161397"/>
              <a:gd name="connsiteX69" fmla="*/ 4289361 w 6884912"/>
              <a:gd name="connsiteY69" fmla="*/ 196642 h 1161397"/>
              <a:gd name="connsiteX70" fmla="*/ 4498913 w 6884912"/>
              <a:gd name="connsiteY70" fmla="*/ 118915 h 1161397"/>
              <a:gd name="connsiteX71" fmla="*/ 4617330 w 6884912"/>
              <a:gd name="connsiteY71" fmla="*/ 111163 h 1161397"/>
              <a:gd name="connsiteX72" fmla="*/ 4659778 w 6884912"/>
              <a:gd name="connsiteY72" fmla="*/ 118219 h 1161397"/>
              <a:gd name="connsiteX73" fmla="*/ 4730870 w 6884912"/>
              <a:gd name="connsiteY73" fmla="*/ 129432 h 1161397"/>
              <a:gd name="connsiteX74" fmla="*/ 4844073 w 6884912"/>
              <a:gd name="connsiteY74" fmla="*/ 161768 h 1161397"/>
              <a:gd name="connsiteX75" fmla="*/ 4856454 w 6884912"/>
              <a:gd name="connsiteY75" fmla="*/ 130488 h 1161397"/>
              <a:gd name="connsiteX76" fmla="*/ 4920038 w 6884912"/>
              <a:gd name="connsiteY76" fmla="*/ 140418 h 1161397"/>
              <a:gd name="connsiteX77" fmla="*/ 5016639 w 6884912"/>
              <a:gd name="connsiteY77" fmla="*/ 158905 h 1161397"/>
              <a:gd name="connsiteX78" fmla="*/ 5072009 w 6884912"/>
              <a:gd name="connsiteY78" fmla="*/ 161502 h 1161397"/>
              <a:gd name="connsiteX79" fmla="*/ 5223626 w 6884912"/>
              <a:gd name="connsiteY79" fmla="*/ 177356 h 1161397"/>
              <a:gd name="connsiteX80" fmla="*/ 5375773 w 6884912"/>
              <a:gd name="connsiteY80" fmla="*/ 199913 h 1161397"/>
              <a:gd name="connsiteX81" fmla="*/ 5467502 w 6884912"/>
              <a:gd name="connsiteY81" fmla="*/ 250963 h 1161397"/>
              <a:gd name="connsiteX82" fmla="*/ 5592395 w 6884912"/>
              <a:gd name="connsiteY82" fmla="*/ 265434 h 1161397"/>
              <a:gd name="connsiteX83" fmla="*/ 5613532 w 6884912"/>
              <a:gd name="connsiteY83" fmla="*/ 273379 h 1161397"/>
              <a:gd name="connsiteX84" fmla="*/ 5642173 w 6884912"/>
              <a:gd name="connsiteY84" fmla="*/ 266904 h 1161397"/>
              <a:gd name="connsiteX85" fmla="*/ 5756910 w 6884912"/>
              <a:gd name="connsiteY85" fmla="*/ 239211 h 1161397"/>
              <a:gd name="connsiteX86" fmla="*/ 5846667 w 6884912"/>
              <a:gd name="connsiteY86" fmla="*/ 201786 h 1161397"/>
              <a:gd name="connsiteX87" fmla="*/ 5960732 w 6884912"/>
              <a:gd name="connsiteY87" fmla="*/ 220708 h 1161397"/>
              <a:gd name="connsiteX88" fmla="*/ 6029542 w 6884912"/>
              <a:gd name="connsiteY88" fmla="*/ 210339 h 1161397"/>
              <a:gd name="connsiteX89" fmla="*/ 6141123 w 6884912"/>
              <a:gd name="connsiteY89" fmla="*/ 159923 h 1161397"/>
              <a:gd name="connsiteX90" fmla="*/ 6290640 w 6884912"/>
              <a:gd name="connsiteY90" fmla="*/ 167441 h 1161397"/>
              <a:gd name="connsiteX91" fmla="*/ 6322806 w 6884912"/>
              <a:gd name="connsiteY91" fmla="*/ 213293 h 1161397"/>
              <a:gd name="connsiteX92" fmla="*/ 6380420 w 6884912"/>
              <a:gd name="connsiteY92" fmla="*/ 173195 h 1161397"/>
              <a:gd name="connsiteX93" fmla="*/ 6507891 w 6884912"/>
              <a:gd name="connsiteY93" fmla="*/ 118474 h 1161397"/>
              <a:gd name="connsiteX94" fmla="*/ 6571807 w 6884912"/>
              <a:gd name="connsiteY94" fmla="*/ 98636 h 1161397"/>
              <a:gd name="connsiteX95" fmla="*/ 6671880 w 6884912"/>
              <a:gd name="connsiteY95" fmla="*/ 82931 h 1161397"/>
              <a:gd name="connsiteX96" fmla="*/ 6702266 w 6884912"/>
              <a:gd name="connsiteY96" fmla="*/ 75470 h 1161397"/>
              <a:gd name="connsiteX97" fmla="*/ 6845802 w 6884912"/>
              <a:gd name="connsiteY97" fmla="*/ 24496 h 1161397"/>
              <a:gd name="connsiteX98" fmla="*/ 6884912 w 6884912"/>
              <a:gd name="connsiteY98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11320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548162 w 6884912"/>
              <a:gd name="connsiteY7" fmla="*/ 984908 h 1161397"/>
              <a:gd name="connsiteX8" fmla="*/ 651408 w 6884912"/>
              <a:gd name="connsiteY8" fmla="*/ 984938 h 1161397"/>
              <a:gd name="connsiteX9" fmla="*/ 723108 w 6884912"/>
              <a:gd name="connsiteY9" fmla="*/ 941904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207847 w 6884912"/>
              <a:gd name="connsiteY15" fmla="*/ 689087 h 1161397"/>
              <a:gd name="connsiteX16" fmla="*/ 1242716 w 6884912"/>
              <a:gd name="connsiteY16" fmla="*/ 698052 h 1161397"/>
              <a:gd name="connsiteX17" fmla="*/ 1299977 w 6884912"/>
              <a:gd name="connsiteY17" fmla="*/ 639196 h 1161397"/>
              <a:gd name="connsiteX18" fmla="*/ 1326190 w 6884912"/>
              <a:gd name="connsiteY18" fmla="*/ 625955 h 1161397"/>
              <a:gd name="connsiteX19" fmla="*/ 1339600 w 6884912"/>
              <a:gd name="connsiteY19" fmla="*/ 616295 h 1161397"/>
              <a:gd name="connsiteX20" fmla="*/ 1340054 w 6884912"/>
              <a:gd name="connsiteY20" fmla="*/ 614022 h 1161397"/>
              <a:gd name="connsiteX21" fmla="*/ 1391606 w 6884912"/>
              <a:gd name="connsiteY21" fmla="*/ 615229 h 1161397"/>
              <a:gd name="connsiteX22" fmla="*/ 1397565 w 6884912"/>
              <a:gd name="connsiteY22" fmla="*/ 611490 h 1161397"/>
              <a:gd name="connsiteX23" fmla="*/ 1432302 w 6884912"/>
              <a:gd name="connsiteY23" fmla="*/ 617267 h 1161397"/>
              <a:gd name="connsiteX24" fmla="*/ 1449644 w 6884912"/>
              <a:gd name="connsiteY24" fmla="*/ 617591 h 1161397"/>
              <a:gd name="connsiteX25" fmla="*/ 1455793 w 6884912"/>
              <a:gd name="connsiteY25" fmla="*/ 623174 h 1161397"/>
              <a:gd name="connsiteX26" fmla="*/ 1480758 w 6884912"/>
              <a:gd name="connsiteY26" fmla="*/ 620863 h 1161397"/>
              <a:gd name="connsiteX27" fmla="*/ 1483154 w 6884912"/>
              <a:gd name="connsiteY27" fmla="*/ 618527 h 1161397"/>
              <a:gd name="connsiteX28" fmla="*/ 1505495 w 6884912"/>
              <a:gd name="connsiteY28" fmla="*/ 624325 h 1161397"/>
              <a:gd name="connsiteX29" fmla="*/ 1526340 w 6884912"/>
              <a:gd name="connsiteY29" fmla="*/ 638496 h 1161397"/>
              <a:gd name="connsiteX30" fmla="*/ 1731986 w 6884912"/>
              <a:gd name="connsiteY30" fmla="*/ 589682 h 1161397"/>
              <a:gd name="connsiteX31" fmla="*/ 1927935 w 6884912"/>
              <a:gd name="connsiteY31" fmla="*/ 628540 h 1161397"/>
              <a:gd name="connsiteX32" fmla="*/ 2039075 w 6884912"/>
              <a:gd name="connsiteY32" fmla="*/ 599964 h 1161397"/>
              <a:gd name="connsiteX33" fmla="*/ 2066980 w 6884912"/>
              <a:gd name="connsiteY33" fmla="*/ 550413 h 1161397"/>
              <a:gd name="connsiteX34" fmla="*/ 2352236 w 6884912"/>
              <a:gd name="connsiteY34" fmla="*/ 519602 h 1161397"/>
              <a:gd name="connsiteX35" fmla="*/ 2420791 w 6884912"/>
              <a:gd name="connsiteY35" fmla="*/ 492826 h 1161397"/>
              <a:gd name="connsiteX36" fmla="*/ 2489932 w 6884912"/>
              <a:gd name="connsiteY36" fmla="*/ 507864 h 1161397"/>
              <a:gd name="connsiteX37" fmla="*/ 2512917 w 6884912"/>
              <a:gd name="connsiteY37" fmla="*/ 489127 h 1161397"/>
              <a:gd name="connsiteX38" fmla="*/ 2516783 w 6884912"/>
              <a:gd name="connsiteY38" fmla="*/ 485473 h 1161397"/>
              <a:gd name="connsiteX39" fmla="*/ 2534360 w 6884912"/>
              <a:gd name="connsiteY39" fmla="*/ 480064 h 1161397"/>
              <a:gd name="connsiteX40" fmla="*/ 2536691 w 6884912"/>
              <a:gd name="connsiteY40" fmla="*/ 467018 h 1161397"/>
              <a:gd name="connsiteX41" fmla="*/ 2561265 w 6884912"/>
              <a:gd name="connsiteY41" fmla="*/ 450623 h 1161397"/>
              <a:gd name="connsiteX42" fmla="*/ 2594349 w 6884912"/>
              <a:gd name="connsiteY42" fmla="*/ 443884 h 1161397"/>
              <a:gd name="connsiteX43" fmla="*/ 2754324 w 6884912"/>
              <a:gd name="connsiteY43" fmla="*/ 424766 h 1161397"/>
              <a:gd name="connsiteX44" fmla="*/ 2848470 w 6884912"/>
              <a:gd name="connsiteY44" fmla="*/ 405966 h 1161397"/>
              <a:gd name="connsiteX45" fmla="*/ 2881772 w 6884912"/>
              <a:gd name="connsiteY45" fmla="*/ 387260 h 1161397"/>
              <a:gd name="connsiteX46" fmla="*/ 2929932 w 6884912"/>
              <a:gd name="connsiteY46" fmla="*/ 368912 h 1161397"/>
              <a:gd name="connsiteX47" fmla="*/ 3013020 w 6884912"/>
              <a:gd name="connsiteY47" fmla="*/ 327578 h 1161397"/>
              <a:gd name="connsiteX48" fmla="*/ 3222191 w 6884912"/>
              <a:gd name="connsiteY48" fmla="*/ 307887 h 1161397"/>
              <a:gd name="connsiteX49" fmla="*/ 3227953 w 6884912"/>
              <a:gd name="connsiteY49" fmla="*/ 297650 h 1161397"/>
              <a:gd name="connsiteX50" fmla="*/ 3510042 w 6884912"/>
              <a:gd name="connsiteY50" fmla="*/ 311820 h 1161397"/>
              <a:gd name="connsiteX51" fmla="*/ 3626773 w 6884912"/>
              <a:gd name="connsiteY51" fmla="*/ 290452 h 1161397"/>
              <a:gd name="connsiteX52" fmla="*/ 3666217 w 6884912"/>
              <a:gd name="connsiteY52" fmla="*/ 273255 h 1161397"/>
              <a:gd name="connsiteX53" fmla="*/ 3732427 w 6884912"/>
              <a:gd name="connsiteY53" fmla="*/ 245039 h 1161397"/>
              <a:gd name="connsiteX54" fmla="*/ 3777022 w 6884912"/>
              <a:gd name="connsiteY54" fmla="*/ 200276 h 1161397"/>
              <a:gd name="connsiteX55" fmla="*/ 3791246 w 6884912"/>
              <a:gd name="connsiteY55" fmla="*/ 189996 h 1161397"/>
              <a:gd name="connsiteX56" fmla="*/ 3819864 w 6884912"/>
              <a:gd name="connsiteY56" fmla="*/ 194605 h 1161397"/>
              <a:gd name="connsiteX57" fmla="*/ 3830398 w 6884912"/>
              <a:gd name="connsiteY57" fmla="*/ 188383 h 1161397"/>
              <a:gd name="connsiteX58" fmla="*/ 3834360 w 6884912"/>
              <a:gd name="connsiteY58" fmla="*/ 188992 h 1161397"/>
              <a:gd name="connsiteX59" fmla="*/ 3843715 w 6884912"/>
              <a:gd name="connsiteY59" fmla="*/ 188752 h 1161397"/>
              <a:gd name="connsiteX60" fmla="*/ 3842609 w 6884912"/>
              <a:gd name="connsiteY60" fmla="*/ 197386 h 1161397"/>
              <a:gd name="connsiteX61" fmla="*/ 3853961 w 6884912"/>
              <a:gd name="connsiteY61" fmla="*/ 213380 h 1161397"/>
              <a:gd name="connsiteX62" fmla="*/ 3907640 w 6884912"/>
              <a:gd name="connsiteY62" fmla="*/ 207568 h 1161397"/>
              <a:gd name="connsiteX63" fmla="*/ 3910449 w 6884912"/>
              <a:gd name="connsiteY63" fmla="*/ 197808 h 1161397"/>
              <a:gd name="connsiteX64" fmla="*/ 3917197 w 6884912"/>
              <a:gd name="connsiteY64" fmla="*/ 196121 h 1161397"/>
              <a:gd name="connsiteX65" fmla="*/ 3922400 w 6884912"/>
              <a:gd name="connsiteY65" fmla="*/ 205056 h 1161397"/>
              <a:gd name="connsiteX66" fmla="*/ 4013061 w 6884912"/>
              <a:gd name="connsiteY66" fmla="*/ 224874 h 1161397"/>
              <a:gd name="connsiteX67" fmla="*/ 4220717 w 6884912"/>
              <a:gd name="connsiteY67" fmla="*/ 192946 h 1161397"/>
              <a:gd name="connsiteX68" fmla="*/ 4228802 w 6884912"/>
              <a:gd name="connsiteY68" fmla="*/ 201468 h 1161397"/>
              <a:gd name="connsiteX69" fmla="*/ 4289361 w 6884912"/>
              <a:gd name="connsiteY69" fmla="*/ 196642 h 1161397"/>
              <a:gd name="connsiteX70" fmla="*/ 4498913 w 6884912"/>
              <a:gd name="connsiteY70" fmla="*/ 118915 h 1161397"/>
              <a:gd name="connsiteX71" fmla="*/ 4617330 w 6884912"/>
              <a:gd name="connsiteY71" fmla="*/ 111163 h 1161397"/>
              <a:gd name="connsiteX72" fmla="*/ 4659778 w 6884912"/>
              <a:gd name="connsiteY72" fmla="*/ 118219 h 1161397"/>
              <a:gd name="connsiteX73" fmla="*/ 4730870 w 6884912"/>
              <a:gd name="connsiteY73" fmla="*/ 129432 h 1161397"/>
              <a:gd name="connsiteX74" fmla="*/ 4844073 w 6884912"/>
              <a:gd name="connsiteY74" fmla="*/ 161768 h 1161397"/>
              <a:gd name="connsiteX75" fmla="*/ 4856454 w 6884912"/>
              <a:gd name="connsiteY75" fmla="*/ 130488 h 1161397"/>
              <a:gd name="connsiteX76" fmla="*/ 4920038 w 6884912"/>
              <a:gd name="connsiteY76" fmla="*/ 140418 h 1161397"/>
              <a:gd name="connsiteX77" fmla="*/ 5016639 w 6884912"/>
              <a:gd name="connsiteY77" fmla="*/ 158905 h 1161397"/>
              <a:gd name="connsiteX78" fmla="*/ 5072009 w 6884912"/>
              <a:gd name="connsiteY78" fmla="*/ 161502 h 1161397"/>
              <a:gd name="connsiteX79" fmla="*/ 5223626 w 6884912"/>
              <a:gd name="connsiteY79" fmla="*/ 177356 h 1161397"/>
              <a:gd name="connsiteX80" fmla="*/ 5375773 w 6884912"/>
              <a:gd name="connsiteY80" fmla="*/ 199913 h 1161397"/>
              <a:gd name="connsiteX81" fmla="*/ 5467502 w 6884912"/>
              <a:gd name="connsiteY81" fmla="*/ 250963 h 1161397"/>
              <a:gd name="connsiteX82" fmla="*/ 5592395 w 6884912"/>
              <a:gd name="connsiteY82" fmla="*/ 265434 h 1161397"/>
              <a:gd name="connsiteX83" fmla="*/ 5613532 w 6884912"/>
              <a:gd name="connsiteY83" fmla="*/ 273379 h 1161397"/>
              <a:gd name="connsiteX84" fmla="*/ 5642173 w 6884912"/>
              <a:gd name="connsiteY84" fmla="*/ 266904 h 1161397"/>
              <a:gd name="connsiteX85" fmla="*/ 5756910 w 6884912"/>
              <a:gd name="connsiteY85" fmla="*/ 239211 h 1161397"/>
              <a:gd name="connsiteX86" fmla="*/ 5846667 w 6884912"/>
              <a:gd name="connsiteY86" fmla="*/ 201786 h 1161397"/>
              <a:gd name="connsiteX87" fmla="*/ 5960732 w 6884912"/>
              <a:gd name="connsiteY87" fmla="*/ 220708 h 1161397"/>
              <a:gd name="connsiteX88" fmla="*/ 6029542 w 6884912"/>
              <a:gd name="connsiteY88" fmla="*/ 210339 h 1161397"/>
              <a:gd name="connsiteX89" fmla="*/ 6141123 w 6884912"/>
              <a:gd name="connsiteY89" fmla="*/ 159923 h 1161397"/>
              <a:gd name="connsiteX90" fmla="*/ 6290640 w 6884912"/>
              <a:gd name="connsiteY90" fmla="*/ 167441 h 1161397"/>
              <a:gd name="connsiteX91" fmla="*/ 6322806 w 6884912"/>
              <a:gd name="connsiteY91" fmla="*/ 213293 h 1161397"/>
              <a:gd name="connsiteX92" fmla="*/ 6380420 w 6884912"/>
              <a:gd name="connsiteY92" fmla="*/ 173195 h 1161397"/>
              <a:gd name="connsiteX93" fmla="*/ 6507891 w 6884912"/>
              <a:gd name="connsiteY93" fmla="*/ 118474 h 1161397"/>
              <a:gd name="connsiteX94" fmla="*/ 6571807 w 6884912"/>
              <a:gd name="connsiteY94" fmla="*/ 98636 h 1161397"/>
              <a:gd name="connsiteX95" fmla="*/ 6671880 w 6884912"/>
              <a:gd name="connsiteY95" fmla="*/ 82931 h 1161397"/>
              <a:gd name="connsiteX96" fmla="*/ 6702266 w 6884912"/>
              <a:gd name="connsiteY96" fmla="*/ 75470 h 1161397"/>
              <a:gd name="connsiteX97" fmla="*/ 6845802 w 6884912"/>
              <a:gd name="connsiteY97" fmla="*/ 24496 h 1161397"/>
              <a:gd name="connsiteX98" fmla="*/ 6884912 w 6884912"/>
              <a:gd name="connsiteY98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11320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548162 w 6884912"/>
              <a:gd name="connsiteY7" fmla="*/ 984908 h 1161397"/>
              <a:gd name="connsiteX8" fmla="*/ 651408 w 6884912"/>
              <a:gd name="connsiteY8" fmla="*/ 984938 h 1161397"/>
              <a:gd name="connsiteX9" fmla="*/ 723108 w 6884912"/>
              <a:gd name="connsiteY9" fmla="*/ 941904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7166 w 6884912"/>
              <a:gd name="connsiteY14" fmla="*/ 744338 h 1161397"/>
              <a:gd name="connsiteX15" fmla="*/ 1207847 w 6884912"/>
              <a:gd name="connsiteY15" fmla="*/ 689087 h 1161397"/>
              <a:gd name="connsiteX16" fmla="*/ 1242716 w 6884912"/>
              <a:gd name="connsiteY16" fmla="*/ 698052 h 1161397"/>
              <a:gd name="connsiteX17" fmla="*/ 1299977 w 6884912"/>
              <a:gd name="connsiteY17" fmla="*/ 639196 h 1161397"/>
              <a:gd name="connsiteX18" fmla="*/ 1326190 w 6884912"/>
              <a:gd name="connsiteY18" fmla="*/ 625955 h 1161397"/>
              <a:gd name="connsiteX19" fmla="*/ 1339600 w 6884912"/>
              <a:gd name="connsiteY19" fmla="*/ 616295 h 1161397"/>
              <a:gd name="connsiteX20" fmla="*/ 1340054 w 6884912"/>
              <a:gd name="connsiteY20" fmla="*/ 614022 h 1161397"/>
              <a:gd name="connsiteX21" fmla="*/ 1391606 w 6884912"/>
              <a:gd name="connsiteY21" fmla="*/ 615229 h 1161397"/>
              <a:gd name="connsiteX22" fmla="*/ 1397565 w 6884912"/>
              <a:gd name="connsiteY22" fmla="*/ 611490 h 1161397"/>
              <a:gd name="connsiteX23" fmla="*/ 1432302 w 6884912"/>
              <a:gd name="connsiteY23" fmla="*/ 617267 h 1161397"/>
              <a:gd name="connsiteX24" fmla="*/ 1449644 w 6884912"/>
              <a:gd name="connsiteY24" fmla="*/ 617591 h 1161397"/>
              <a:gd name="connsiteX25" fmla="*/ 1455793 w 6884912"/>
              <a:gd name="connsiteY25" fmla="*/ 623174 h 1161397"/>
              <a:gd name="connsiteX26" fmla="*/ 1480758 w 6884912"/>
              <a:gd name="connsiteY26" fmla="*/ 620863 h 1161397"/>
              <a:gd name="connsiteX27" fmla="*/ 1483154 w 6884912"/>
              <a:gd name="connsiteY27" fmla="*/ 618527 h 1161397"/>
              <a:gd name="connsiteX28" fmla="*/ 1505495 w 6884912"/>
              <a:gd name="connsiteY28" fmla="*/ 624325 h 1161397"/>
              <a:gd name="connsiteX29" fmla="*/ 1526340 w 6884912"/>
              <a:gd name="connsiteY29" fmla="*/ 638496 h 1161397"/>
              <a:gd name="connsiteX30" fmla="*/ 1731986 w 6884912"/>
              <a:gd name="connsiteY30" fmla="*/ 589682 h 1161397"/>
              <a:gd name="connsiteX31" fmla="*/ 1927935 w 6884912"/>
              <a:gd name="connsiteY31" fmla="*/ 628540 h 1161397"/>
              <a:gd name="connsiteX32" fmla="*/ 2039075 w 6884912"/>
              <a:gd name="connsiteY32" fmla="*/ 599964 h 1161397"/>
              <a:gd name="connsiteX33" fmla="*/ 2066980 w 6884912"/>
              <a:gd name="connsiteY33" fmla="*/ 550413 h 1161397"/>
              <a:gd name="connsiteX34" fmla="*/ 2352236 w 6884912"/>
              <a:gd name="connsiteY34" fmla="*/ 519602 h 1161397"/>
              <a:gd name="connsiteX35" fmla="*/ 2420791 w 6884912"/>
              <a:gd name="connsiteY35" fmla="*/ 492826 h 1161397"/>
              <a:gd name="connsiteX36" fmla="*/ 2489932 w 6884912"/>
              <a:gd name="connsiteY36" fmla="*/ 507864 h 1161397"/>
              <a:gd name="connsiteX37" fmla="*/ 2512917 w 6884912"/>
              <a:gd name="connsiteY37" fmla="*/ 489127 h 1161397"/>
              <a:gd name="connsiteX38" fmla="*/ 2516783 w 6884912"/>
              <a:gd name="connsiteY38" fmla="*/ 485473 h 1161397"/>
              <a:gd name="connsiteX39" fmla="*/ 2534360 w 6884912"/>
              <a:gd name="connsiteY39" fmla="*/ 480064 h 1161397"/>
              <a:gd name="connsiteX40" fmla="*/ 2536691 w 6884912"/>
              <a:gd name="connsiteY40" fmla="*/ 467018 h 1161397"/>
              <a:gd name="connsiteX41" fmla="*/ 2561265 w 6884912"/>
              <a:gd name="connsiteY41" fmla="*/ 450623 h 1161397"/>
              <a:gd name="connsiteX42" fmla="*/ 2594349 w 6884912"/>
              <a:gd name="connsiteY42" fmla="*/ 443884 h 1161397"/>
              <a:gd name="connsiteX43" fmla="*/ 2754324 w 6884912"/>
              <a:gd name="connsiteY43" fmla="*/ 424766 h 1161397"/>
              <a:gd name="connsiteX44" fmla="*/ 2848470 w 6884912"/>
              <a:gd name="connsiteY44" fmla="*/ 405966 h 1161397"/>
              <a:gd name="connsiteX45" fmla="*/ 2881772 w 6884912"/>
              <a:gd name="connsiteY45" fmla="*/ 387260 h 1161397"/>
              <a:gd name="connsiteX46" fmla="*/ 2929932 w 6884912"/>
              <a:gd name="connsiteY46" fmla="*/ 368912 h 1161397"/>
              <a:gd name="connsiteX47" fmla="*/ 3013020 w 6884912"/>
              <a:gd name="connsiteY47" fmla="*/ 327578 h 1161397"/>
              <a:gd name="connsiteX48" fmla="*/ 3222191 w 6884912"/>
              <a:gd name="connsiteY48" fmla="*/ 307887 h 1161397"/>
              <a:gd name="connsiteX49" fmla="*/ 3227953 w 6884912"/>
              <a:gd name="connsiteY49" fmla="*/ 297650 h 1161397"/>
              <a:gd name="connsiteX50" fmla="*/ 3510042 w 6884912"/>
              <a:gd name="connsiteY50" fmla="*/ 311820 h 1161397"/>
              <a:gd name="connsiteX51" fmla="*/ 3626773 w 6884912"/>
              <a:gd name="connsiteY51" fmla="*/ 290452 h 1161397"/>
              <a:gd name="connsiteX52" fmla="*/ 3666217 w 6884912"/>
              <a:gd name="connsiteY52" fmla="*/ 273255 h 1161397"/>
              <a:gd name="connsiteX53" fmla="*/ 3732427 w 6884912"/>
              <a:gd name="connsiteY53" fmla="*/ 245039 h 1161397"/>
              <a:gd name="connsiteX54" fmla="*/ 3777022 w 6884912"/>
              <a:gd name="connsiteY54" fmla="*/ 200276 h 1161397"/>
              <a:gd name="connsiteX55" fmla="*/ 3791246 w 6884912"/>
              <a:gd name="connsiteY55" fmla="*/ 189996 h 1161397"/>
              <a:gd name="connsiteX56" fmla="*/ 3819864 w 6884912"/>
              <a:gd name="connsiteY56" fmla="*/ 194605 h 1161397"/>
              <a:gd name="connsiteX57" fmla="*/ 3830398 w 6884912"/>
              <a:gd name="connsiteY57" fmla="*/ 188383 h 1161397"/>
              <a:gd name="connsiteX58" fmla="*/ 3834360 w 6884912"/>
              <a:gd name="connsiteY58" fmla="*/ 188992 h 1161397"/>
              <a:gd name="connsiteX59" fmla="*/ 3843715 w 6884912"/>
              <a:gd name="connsiteY59" fmla="*/ 188752 h 1161397"/>
              <a:gd name="connsiteX60" fmla="*/ 3842609 w 6884912"/>
              <a:gd name="connsiteY60" fmla="*/ 197386 h 1161397"/>
              <a:gd name="connsiteX61" fmla="*/ 3853961 w 6884912"/>
              <a:gd name="connsiteY61" fmla="*/ 213380 h 1161397"/>
              <a:gd name="connsiteX62" fmla="*/ 3907640 w 6884912"/>
              <a:gd name="connsiteY62" fmla="*/ 207568 h 1161397"/>
              <a:gd name="connsiteX63" fmla="*/ 3910449 w 6884912"/>
              <a:gd name="connsiteY63" fmla="*/ 197808 h 1161397"/>
              <a:gd name="connsiteX64" fmla="*/ 3917197 w 6884912"/>
              <a:gd name="connsiteY64" fmla="*/ 196121 h 1161397"/>
              <a:gd name="connsiteX65" fmla="*/ 3922400 w 6884912"/>
              <a:gd name="connsiteY65" fmla="*/ 205056 h 1161397"/>
              <a:gd name="connsiteX66" fmla="*/ 4013061 w 6884912"/>
              <a:gd name="connsiteY66" fmla="*/ 224874 h 1161397"/>
              <a:gd name="connsiteX67" fmla="*/ 4220717 w 6884912"/>
              <a:gd name="connsiteY67" fmla="*/ 192946 h 1161397"/>
              <a:gd name="connsiteX68" fmla="*/ 4228802 w 6884912"/>
              <a:gd name="connsiteY68" fmla="*/ 201468 h 1161397"/>
              <a:gd name="connsiteX69" fmla="*/ 4289361 w 6884912"/>
              <a:gd name="connsiteY69" fmla="*/ 196642 h 1161397"/>
              <a:gd name="connsiteX70" fmla="*/ 4498913 w 6884912"/>
              <a:gd name="connsiteY70" fmla="*/ 118915 h 1161397"/>
              <a:gd name="connsiteX71" fmla="*/ 4617330 w 6884912"/>
              <a:gd name="connsiteY71" fmla="*/ 111163 h 1161397"/>
              <a:gd name="connsiteX72" fmla="*/ 4659778 w 6884912"/>
              <a:gd name="connsiteY72" fmla="*/ 118219 h 1161397"/>
              <a:gd name="connsiteX73" fmla="*/ 4730870 w 6884912"/>
              <a:gd name="connsiteY73" fmla="*/ 129432 h 1161397"/>
              <a:gd name="connsiteX74" fmla="*/ 4844073 w 6884912"/>
              <a:gd name="connsiteY74" fmla="*/ 161768 h 1161397"/>
              <a:gd name="connsiteX75" fmla="*/ 4856454 w 6884912"/>
              <a:gd name="connsiteY75" fmla="*/ 130488 h 1161397"/>
              <a:gd name="connsiteX76" fmla="*/ 4920038 w 6884912"/>
              <a:gd name="connsiteY76" fmla="*/ 140418 h 1161397"/>
              <a:gd name="connsiteX77" fmla="*/ 5016639 w 6884912"/>
              <a:gd name="connsiteY77" fmla="*/ 158905 h 1161397"/>
              <a:gd name="connsiteX78" fmla="*/ 5072009 w 6884912"/>
              <a:gd name="connsiteY78" fmla="*/ 161502 h 1161397"/>
              <a:gd name="connsiteX79" fmla="*/ 5223626 w 6884912"/>
              <a:gd name="connsiteY79" fmla="*/ 177356 h 1161397"/>
              <a:gd name="connsiteX80" fmla="*/ 5375773 w 6884912"/>
              <a:gd name="connsiteY80" fmla="*/ 199913 h 1161397"/>
              <a:gd name="connsiteX81" fmla="*/ 5467502 w 6884912"/>
              <a:gd name="connsiteY81" fmla="*/ 250963 h 1161397"/>
              <a:gd name="connsiteX82" fmla="*/ 5592395 w 6884912"/>
              <a:gd name="connsiteY82" fmla="*/ 265434 h 1161397"/>
              <a:gd name="connsiteX83" fmla="*/ 5613532 w 6884912"/>
              <a:gd name="connsiteY83" fmla="*/ 273379 h 1161397"/>
              <a:gd name="connsiteX84" fmla="*/ 5642173 w 6884912"/>
              <a:gd name="connsiteY84" fmla="*/ 266904 h 1161397"/>
              <a:gd name="connsiteX85" fmla="*/ 5756910 w 6884912"/>
              <a:gd name="connsiteY85" fmla="*/ 239211 h 1161397"/>
              <a:gd name="connsiteX86" fmla="*/ 5846667 w 6884912"/>
              <a:gd name="connsiteY86" fmla="*/ 201786 h 1161397"/>
              <a:gd name="connsiteX87" fmla="*/ 5960732 w 6884912"/>
              <a:gd name="connsiteY87" fmla="*/ 220708 h 1161397"/>
              <a:gd name="connsiteX88" fmla="*/ 6029542 w 6884912"/>
              <a:gd name="connsiteY88" fmla="*/ 210339 h 1161397"/>
              <a:gd name="connsiteX89" fmla="*/ 6141123 w 6884912"/>
              <a:gd name="connsiteY89" fmla="*/ 159923 h 1161397"/>
              <a:gd name="connsiteX90" fmla="*/ 6290640 w 6884912"/>
              <a:gd name="connsiteY90" fmla="*/ 167441 h 1161397"/>
              <a:gd name="connsiteX91" fmla="*/ 6322806 w 6884912"/>
              <a:gd name="connsiteY91" fmla="*/ 213293 h 1161397"/>
              <a:gd name="connsiteX92" fmla="*/ 6380420 w 6884912"/>
              <a:gd name="connsiteY92" fmla="*/ 173195 h 1161397"/>
              <a:gd name="connsiteX93" fmla="*/ 6507891 w 6884912"/>
              <a:gd name="connsiteY93" fmla="*/ 118474 h 1161397"/>
              <a:gd name="connsiteX94" fmla="*/ 6571807 w 6884912"/>
              <a:gd name="connsiteY94" fmla="*/ 98636 h 1161397"/>
              <a:gd name="connsiteX95" fmla="*/ 6671880 w 6884912"/>
              <a:gd name="connsiteY95" fmla="*/ 82931 h 1161397"/>
              <a:gd name="connsiteX96" fmla="*/ 6702266 w 6884912"/>
              <a:gd name="connsiteY96" fmla="*/ 75470 h 1161397"/>
              <a:gd name="connsiteX97" fmla="*/ 6845802 w 6884912"/>
              <a:gd name="connsiteY97" fmla="*/ 24496 h 1161397"/>
              <a:gd name="connsiteX98" fmla="*/ 6884912 w 6884912"/>
              <a:gd name="connsiteY98" fmla="*/ 0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088181"/>
                  <a:pt x="115388" y="1111320"/>
                </a:cubicBezTo>
                <a:cubicBezTo>
                  <a:pt x="146435" y="1096221"/>
                  <a:pt x="156823" y="1079485"/>
                  <a:pt x="213420" y="1056868"/>
                </a:cubicBezTo>
                <a:cubicBezTo>
                  <a:pt x="288217" y="1040787"/>
                  <a:pt x="383333" y="1044881"/>
                  <a:pt x="454970" y="1023343"/>
                </a:cubicBezTo>
                <a:cubicBezTo>
                  <a:pt x="440966" y="999969"/>
                  <a:pt x="571419" y="1006841"/>
                  <a:pt x="548162" y="984908"/>
                </a:cubicBezTo>
                <a:cubicBezTo>
                  <a:pt x="561321" y="956563"/>
                  <a:pt x="637415" y="1010272"/>
                  <a:pt x="651408" y="984938"/>
                </a:cubicBezTo>
                <a:cubicBezTo>
                  <a:pt x="671652" y="980952"/>
                  <a:pt x="698726" y="950833"/>
                  <a:pt x="723108" y="941904"/>
                </a:cubicBezTo>
                <a:cubicBezTo>
                  <a:pt x="760262" y="946949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6251" y="768649"/>
                  <a:pt x="1137166" y="744338"/>
                </a:cubicBezTo>
                <a:lnTo>
                  <a:pt x="1207847" y="689087"/>
                </a:lnTo>
                <a:cubicBezTo>
                  <a:pt x="1226429" y="687736"/>
                  <a:pt x="1222409" y="707958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cubicBezTo>
                  <a:pt x="1339751" y="615537"/>
                  <a:pt x="1339903" y="614780"/>
                  <a:pt x="1340054" y="614022"/>
                </a:cubicBez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61730" y="317407"/>
                  <a:pt x="3186369" y="312875"/>
                  <a:pt x="3222191" y="307887"/>
                </a:cubicBezTo>
                <a:cubicBezTo>
                  <a:pt x="3223593" y="304249"/>
                  <a:pt x="3179978" y="296995"/>
                  <a:pt x="3227953" y="297650"/>
                </a:cubicBezTo>
                <a:cubicBezTo>
                  <a:pt x="3275928" y="298306"/>
                  <a:pt x="3443572" y="313020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62781" y="222856"/>
                  <a:pt x="4184760" y="196847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61586" y="136690"/>
                  <a:pt x="4823142" y="161592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7769" y="214252"/>
                  <a:pt x="6349573" y="188998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lnTo>
                  <a:pt x="6884912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Graphic 17" descr="Network">
            <a:extLst>
              <a:ext uri="{FF2B5EF4-FFF2-40B4-BE49-F238E27FC236}">
                <a16:creationId xmlns:a16="http://schemas.microsoft.com/office/drawing/2014/main" id="{61AFD553-C576-3E1D-537E-C79ABF9148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2924" y="2130705"/>
            <a:ext cx="3021806" cy="3021806"/>
          </a:xfrm>
          <a:prstGeom prst="rect">
            <a:avLst/>
          </a:prstGeom>
        </p:spPr>
      </p:pic>
      <p:graphicFrame>
        <p:nvGraphicFramePr>
          <p:cNvPr id="212" name="TextBox 2">
            <a:extLst>
              <a:ext uri="{FF2B5EF4-FFF2-40B4-BE49-F238E27FC236}">
                <a16:creationId xmlns:a16="http://schemas.microsoft.com/office/drawing/2014/main" id="{14E59EBF-CC25-01B4-C89D-91E57E8D85C9}"/>
              </a:ext>
            </a:extLst>
          </p:cNvPr>
          <p:cNvGraphicFramePr/>
          <p:nvPr/>
        </p:nvGraphicFramePr>
        <p:xfrm>
          <a:off x="4036218" y="2194101"/>
          <a:ext cx="4362272" cy="39085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4481942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8B3A2D1A-45FC-4F95-B150-1C13EF2F6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9C3C864-C625-4883-B868-9A4C470F4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468" y="3296652"/>
            <a:ext cx="9151584" cy="3561346"/>
          </a:xfrm>
          <a:custGeom>
            <a:avLst/>
            <a:gdLst>
              <a:gd name="connsiteX0" fmla="*/ 0 w 12202113"/>
              <a:gd name="connsiteY0" fmla="*/ 3188466 h 3188466"/>
              <a:gd name="connsiteX1" fmla="*/ 10116 w 12202113"/>
              <a:gd name="connsiteY1" fmla="*/ 2657641 h 3188466"/>
              <a:gd name="connsiteX2" fmla="*/ 10116 w 12202113"/>
              <a:gd name="connsiteY2" fmla="*/ 0 h 3188466"/>
              <a:gd name="connsiteX3" fmla="*/ 12202113 w 12202113"/>
              <a:gd name="connsiteY3" fmla="*/ 0 h 3188466"/>
              <a:gd name="connsiteX4" fmla="*/ 12202113 w 12202113"/>
              <a:gd name="connsiteY4" fmla="*/ 2879832 h 3188466"/>
              <a:gd name="connsiteX5" fmla="*/ 12198167 w 12202113"/>
              <a:gd name="connsiteY5" fmla="*/ 2880360 h 3188466"/>
              <a:gd name="connsiteX6" fmla="*/ 12122128 w 12202113"/>
              <a:gd name="connsiteY6" fmla="*/ 2887194 h 3188466"/>
              <a:gd name="connsiteX7" fmla="*/ 12028868 w 12202113"/>
              <a:gd name="connsiteY7" fmla="*/ 2911786 h 3188466"/>
              <a:gd name="connsiteX8" fmla="*/ 11995238 w 12202113"/>
              <a:gd name="connsiteY8" fmla="*/ 2914090 h 3188466"/>
              <a:gd name="connsiteX9" fmla="*/ 11996460 w 12202113"/>
              <a:gd name="connsiteY9" fmla="*/ 2918442 h 3188466"/>
              <a:gd name="connsiteX10" fmla="*/ 11983968 w 12202113"/>
              <a:gd name="connsiteY10" fmla="*/ 2918762 h 3188466"/>
              <a:gd name="connsiteX11" fmla="*/ 11956084 w 12202113"/>
              <a:gd name="connsiteY11" fmla="*/ 2918868 h 3188466"/>
              <a:gd name="connsiteX12" fmla="*/ 11872586 w 12202113"/>
              <a:gd name="connsiteY12" fmla="*/ 2920076 h 3188466"/>
              <a:gd name="connsiteX13" fmla="*/ 11849804 w 12202113"/>
              <a:gd name="connsiteY13" fmla="*/ 2928420 h 3188466"/>
              <a:gd name="connsiteX14" fmla="*/ 11828254 w 12202113"/>
              <a:gd name="connsiteY14" fmla="*/ 2928551 h 3188466"/>
              <a:gd name="connsiteX15" fmla="*/ 11703277 w 12202113"/>
              <a:gd name="connsiteY15" fmla="*/ 2939735 h 3188466"/>
              <a:gd name="connsiteX16" fmla="*/ 11686094 w 12202113"/>
              <a:gd name="connsiteY16" fmla="*/ 2940570 h 3188466"/>
              <a:gd name="connsiteX17" fmla="*/ 11676788 w 12202113"/>
              <a:gd name="connsiteY17" fmla="*/ 2944321 h 3188466"/>
              <a:gd name="connsiteX18" fmla="*/ 11643464 w 12202113"/>
              <a:gd name="connsiteY18" fmla="*/ 2945066 h 3188466"/>
              <a:gd name="connsiteX19" fmla="*/ 11641922 w 12202113"/>
              <a:gd name="connsiteY19" fmla="*/ 2947200 h 3188466"/>
              <a:gd name="connsiteX20" fmla="*/ 11532386 w 12202113"/>
              <a:gd name="connsiteY20" fmla="*/ 2965529 h 3188466"/>
              <a:gd name="connsiteX21" fmla="*/ 11513619 w 12202113"/>
              <a:gd name="connsiteY21" fmla="*/ 2968556 h 3188466"/>
              <a:gd name="connsiteX22" fmla="*/ 11497404 w 12202113"/>
              <a:gd name="connsiteY22" fmla="*/ 2967639 h 3188466"/>
              <a:gd name="connsiteX23" fmla="*/ 11407630 w 12202113"/>
              <a:gd name="connsiteY23" fmla="*/ 2970255 h 3188466"/>
              <a:gd name="connsiteX24" fmla="*/ 11386276 w 12202113"/>
              <a:gd name="connsiteY24" fmla="*/ 2968648 h 3188466"/>
              <a:gd name="connsiteX25" fmla="*/ 11377296 w 12202113"/>
              <a:gd name="connsiteY25" fmla="*/ 2965257 h 3188466"/>
              <a:gd name="connsiteX26" fmla="*/ 11342536 w 12202113"/>
              <a:gd name="connsiteY26" fmla="*/ 2971666 h 3188466"/>
              <a:gd name="connsiteX27" fmla="*/ 11288902 w 12202113"/>
              <a:gd name="connsiteY27" fmla="*/ 2976058 h 3188466"/>
              <a:gd name="connsiteX28" fmla="*/ 11263411 w 12202113"/>
              <a:gd name="connsiteY28" fmla="*/ 2979228 h 3188466"/>
              <a:gd name="connsiteX29" fmla="*/ 11242843 w 12202113"/>
              <a:gd name="connsiteY29" fmla="*/ 2977303 h 3188466"/>
              <a:gd name="connsiteX30" fmla="*/ 11125798 w 12202113"/>
              <a:gd name="connsiteY30" fmla="*/ 2976816 h 3188466"/>
              <a:gd name="connsiteX31" fmla="*/ 11098884 w 12202113"/>
              <a:gd name="connsiteY31" fmla="*/ 2973758 h 3188466"/>
              <a:gd name="connsiteX32" fmla="*/ 11086128 w 12202113"/>
              <a:gd name="connsiteY32" fmla="*/ 2967663 h 3188466"/>
              <a:gd name="connsiteX33" fmla="*/ 11076132 w 12202113"/>
              <a:gd name="connsiteY33" fmla="*/ 2969836 h 3188466"/>
              <a:gd name="connsiteX34" fmla="*/ 11005337 w 12202113"/>
              <a:gd name="connsiteY34" fmla="*/ 2970053 h 3188466"/>
              <a:gd name="connsiteX35" fmla="*/ 10959154 w 12202113"/>
              <a:gd name="connsiteY35" fmla="*/ 2970750 h 3188466"/>
              <a:gd name="connsiteX36" fmla="*/ 10956347 w 12202113"/>
              <a:gd name="connsiteY36" fmla="*/ 2979118 h 3188466"/>
              <a:gd name="connsiteX37" fmla="*/ 10915223 w 12202113"/>
              <a:gd name="connsiteY37" fmla="*/ 2982099 h 3188466"/>
              <a:gd name="connsiteX38" fmla="*/ 10871398 w 12202113"/>
              <a:gd name="connsiteY38" fmla="*/ 2976728 h 3188466"/>
              <a:gd name="connsiteX39" fmla="*/ 10819743 w 12202113"/>
              <a:gd name="connsiteY39" fmla="*/ 2977481 h 3188466"/>
              <a:gd name="connsiteX40" fmla="*/ 10788834 w 12202113"/>
              <a:gd name="connsiteY40" fmla="*/ 2977840 h 3188466"/>
              <a:gd name="connsiteX41" fmla="*/ 10707711 w 12202113"/>
              <a:gd name="connsiteY41" fmla="*/ 2985644 h 3188466"/>
              <a:gd name="connsiteX42" fmla="*/ 10576086 w 12202113"/>
              <a:gd name="connsiteY42" fmla="*/ 3015319 h 3188466"/>
              <a:gd name="connsiteX43" fmla="*/ 10534761 w 12202113"/>
              <a:gd name="connsiteY43" fmla="*/ 3019524 h 3188466"/>
              <a:gd name="connsiteX44" fmla="*/ 10527537 w 12202113"/>
              <a:gd name="connsiteY44" fmla="*/ 3017814 h 3188466"/>
              <a:gd name="connsiteX45" fmla="*/ 10321799 w 12202113"/>
              <a:gd name="connsiteY45" fmla="*/ 3035635 h 3188466"/>
              <a:gd name="connsiteX46" fmla="*/ 10284989 w 12202113"/>
              <a:gd name="connsiteY46" fmla="*/ 3036679 h 3188466"/>
              <a:gd name="connsiteX47" fmla="*/ 10257423 w 12202113"/>
              <a:gd name="connsiteY47" fmla="*/ 3036027 h 3188466"/>
              <a:gd name="connsiteX48" fmla="*/ 10191450 w 12202113"/>
              <a:gd name="connsiteY48" fmla="*/ 3041963 h 3188466"/>
              <a:gd name="connsiteX49" fmla="*/ 10083845 w 12202113"/>
              <a:gd name="connsiteY49" fmla="*/ 3054978 h 3188466"/>
              <a:gd name="connsiteX50" fmla="*/ 10060611 w 12202113"/>
              <a:gd name="connsiteY50" fmla="*/ 3057035 h 3188466"/>
              <a:gd name="connsiteX51" fmla="*/ 10039363 w 12202113"/>
              <a:gd name="connsiteY51" fmla="*/ 3055961 h 3188466"/>
              <a:gd name="connsiteX52" fmla="*/ 10033322 w 12202113"/>
              <a:gd name="connsiteY52" fmla="*/ 3053238 h 3188466"/>
              <a:gd name="connsiteX53" fmla="*/ 10020337 w 12202113"/>
              <a:gd name="connsiteY53" fmla="*/ 3053912 h 3188466"/>
              <a:gd name="connsiteX54" fmla="*/ 10016616 w 12202113"/>
              <a:gd name="connsiteY54" fmla="*/ 3053498 h 3188466"/>
              <a:gd name="connsiteX55" fmla="*/ 9995549 w 12202113"/>
              <a:gd name="connsiteY55" fmla="*/ 3051719 h 3188466"/>
              <a:gd name="connsiteX56" fmla="*/ 9957212 w 12202113"/>
              <a:gd name="connsiteY56" fmla="*/ 3062663 h 3188466"/>
              <a:gd name="connsiteX57" fmla="*/ 9904584 w 12202113"/>
              <a:gd name="connsiteY57" fmla="*/ 3063999 h 3188466"/>
              <a:gd name="connsiteX58" fmla="*/ 9713857 w 12202113"/>
              <a:gd name="connsiteY58" fmla="*/ 3087955 h 3188466"/>
              <a:gd name="connsiteX59" fmla="*/ 9678879 w 12202113"/>
              <a:gd name="connsiteY59" fmla="*/ 3079676 h 3188466"/>
              <a:gd name="connsiteX60" fmla="*/ 9598760 w 12202113"/>
              <a:gd name="connsiteY60" fmla="*/ 3085228 h 3188466"/>
              <a:gd name="connsiteX61" fmla="*/ 9488796 w 12202113"/>
              <a:gd name="connsiteY61" fmla="*/ 3115384 h 3188466"/>
              <a:gd name="connsiteX62" fmla="*/ 9341972 w 12202113"/>
              <a:gd name="connsiteY62" fmla="*/ 3126583 h 3188466"/>
              <a:gd name="connsiteX63" fmla="*/ 9333795 w 12202113"/>
              <a:gd name="connsiteY63" fmla="*/ 3132083 h 3188466"/>
              <a:gd name="connsiteX64" fmla="*/ 9321736 w 12202113"/>
              <a:gd name="connsiteY64" fmla="*/ 3135834 h 3188466"/>
              <a:gd name="connsiteX65" fmla="*/ 9319405 w 12202113"/>
              <a:gd name="connsiteY65" fmla="*/ 3135561 h 3188466"/>
              <a:gd name="connsiteX66" fmla="*/ 9302847 w 12202113"/>
              <a:gd name="connsiteY66" fmla="*/ 3137746 h 3188466"/>
              <a:gd name="connsiteX67" fmla="*/ 9300930 w 12202113"/>
              <a:gd name="connsiteY67" fmla="*/ 3139687 h 3188466"/>
              <a:gd name="connsiteX68" fmla="*/ 9290106 w 12202113"/>
              <a:gd name="connsiteY68" fmla="*/ 3141645 h 3188466"/>
              <a:gd name="connsiteX69" fmla="*/ 9270220 w 12202113"/>
              <a:gd name="connsiteY69" fmla="*/ 3146737 h 3188466"/>
              <a:gd name="connsiteX70" fmla="*/ 9265150 w 12202113"/>
              <a:gd name="connsiteY70" fmla="*/ 3146531 h 3188466"/>
              <a:gd name="connsiteX71" fmla="*/ 9233057 w 12202113"/>
              <a:gd name="connsiteY71" fmla="*/ 3152408 h 3188466"/>
              <a:gd name="connsiteX72" fmla="*/ 9231974 w 12202113"/>
              <a:gd name="connsiteY72" fmla="*/ 3151938 h 3188466"/>
              <a:gd name="connsiteX73" fmla="*/ 9220130 w 12202113"/>
              <a:gd name="connsiteY73" fmla="*/ 3151189 h 3188466"/>
              <a:gd name="connsiteX74" fmla="*/ 9198955 w 12202113"/>
              <a:gd name="connsiteY74" fmla="*/ 3151015 h 3188466"/>
              <a:gd name="connsiteX75" fmla="*/ 9142196 w 12202113"/>
              <a:gd name="connsiteY75" fmla="*/ 3143802 h 3188466"/>
              <a:gd name="connsiteX76" fmla="*/ 9108665 w 12202113"/>
              <a:gd name="connsiteY76" fmla="*/ 3149868 h 3188466"/>
              <a:gd name="connsiteX77" fmla="*/ 9014086 w 12202113"/>
              <a:gd name="connsiteY77" fmla="*/ 3150791 h 3188466"/>
              <a:gd name="connsiteX78" fmla="*/ 8915037 w 12202113"/>
              <a:gd name="connsiteY78" fmla="*/ 3140020 h 3188466"/>
              <a:gd name="connsiteX79" fmla="*/ 8815667 w 12202113"/>
              <a:gd name="connsiteY79" fmla="*/ 3138606 h 3188466"/>
              <a:gd name="connsiteX80" fmla="*/ 8779688 w 12202113"/>
              <a:gd name="connsiteY80" fmla="*/ 3138895 h 3188466"/>
              <a:gd name="connsiteX81" fmla="*/ 8715556 w 12202113"/>
              <a:gd name="connsiteY81" fmla="*/ 3135878 h 3188466"/>
              <a:gd name="connsiteX82" fmla="*/ 8686183 w 12202113"/>
              <a:gd name="connsiteY82" fmla="*/ 3132307 h 3188466"/>
              <a:gd name="connsiteX83" fmla="*/ 8684895 w 12202113"/>
              <a:gd name="connsiteY83" fmla="*/ 3132527 h 3188466"/>
              <a:gd name="connsiteX84" fmla="*/ 8682270 w 12202113"/>
              <a:gd name="connsiteY84" fmla="*/ 3130989 h 3188466"/>
              <a:gd name="connsiteX85" fmla="*/ 8676836 w 12202113"/>
              <a:gd name="connsiteY85" fmla="*/ 3130278 h 3188466"/>
              <a:gd name="connsiteX86" fmla="*/ 8662002 w 12202113"/>
              <a:gd name="connsiteY86" fmla="*/ 3130735 h 3188466"/>
              <a:gd name="connsiteX87" fmla="*/ 8656423 w 12202113"/>
              <a:gd name="connsiteY87" fmla="*/ 3131304 h 3188466"/>
              <a:gd name="connsiteX88" fmla="*/ 8648261 w 12202113"/>
              <a:gd name="connsiteY88" fmla="*/ 3131294 h 3188466"/>
              <a:gd name="connsiteX89" fmla="*/ 8648057 w 12202113"/>
              <a:gd name="connsiteY89" fmla="*/ 3131167 h 3188466"/>
              <a:gd name="connsiteX90" fmla="*/ 8640412 w 12202113"/>
              <a:gd name="connsiteY90" fmla="*/ 3131403 h 3188466"/>
              <a:gd name="connsiteX91" fmla="*/ 8603003 w 12202113"/>
              <a:gd name="connsiteY91" fmla="*/ 3134155 h 3188466"/>
              <a:gd name="connsiteX92" fmla="*/ 8553571 w 12202113"/>
              <a:gd name="connsiteY92" fmla="*/ 3122125 h 3188466"/>
              <a:gd name="connsiteX93" fmla="*/ 8533128 w 12202113"/>
              <a:gd name="connsiteY93" fmla="*/ 3120039 h 3188466"/>
              <a:gd name="connsiteX94" fmla="*/ 8522209 w 12202113"/>
              <a:gd name="connsiteY94" fmla="*/ 3118252 h 3188466"/>
              <a:gd name="connsiteX95" fmla="*/ 8521532 w 12202113"/>
              <a:gd name="connsiteY95" fmla="*/ 3117705 h 3188466"/>
              <a:gd name="connsiteX96" fmla="*/ 8485667 w 12202113"/>
              <a:gd name="connsiteY96" fmla="*/ 3120406 h 3188466"/>
              <a:gd name="connsiteX97" fmla="*/ 8480905 w 12202113"/>
              <a:gd name="connsiteY97" fmla="*/ 3119749 h 3188466"/>
              <a:gd name="connsiteX98" fmla="*/ 8457530 w 12202113"/>
              <a:gd name="connsiteY98" fmla="*/ 3122810 h 3188466"/>
              <a:gd name="connsiteX99" fmla="*/ 8445451 w 12202113"/>
              <a:gd name="connsiteY99" fmla="*/ 3123697 h 3188466"/>
              <a:gd name="connsiteX100" fmla="*/ 8442039 w 12202113"/>
              <a:gd name="connsiteY100" fmla="*/ 3125378 h 3188466"/>
              <a:gd name="connsiteX101" fmla="*/ 8424215 w 12202113"/>
              <a:gd name="connsiteY101" fmla="*/ 3125963 h 3188466"/>
              <a:gd name="connsiteX102" fmla="*/ 8422165 w 12202113"/>
              <a:gd name="connsiteY102" fmla="*/ 3125491 h 3188466"/>
              <a:gd name="connsiteX103" fmla="*/ 8407465 w 12202113"/>
              <a:gd name="connsiteY103" fmla="*/ 3127979 h 3188466"/>
              <a:gd name="connsiteX104" fmla="*/ 8395146 w 12202113"/>
              <a:gd name="connsiteY104" fmla="*/ 3132488 h 3188466"/>
              <a:gd name="connsiteX105" fmla="*/ 8243538 w 12202113"/>
              <a:gd name="connsiteY105" fmla="*/ 3129873 h 3188466"/>
              <a:gd name="connsiteX106" fmla="*/ 8112685 w 12202113"/>
              <a:gd name="connsiteY106" fmla="*/ 3148698 h 3188466"/>
              <a:gd name="connsiteX107" fmla="*/ 8026741 w 12202113"/>
              <a:gd name="connsiteY107" fmla="*/ 3154015 h 3188466"/>
              <a:gd name="connsiteX108" fmla="*/ 8030400 w 12202113"/>
              <a:gd name="connsiteY108" fmla="*/ 3146736 h 3188466"/>
              <a:gd name="connsiteX109" fmla="*/ 8002987 w 12202113"/>
              <a:gd name="connsiteY109" fmla="*/ 3135663 h 3188466"/>
              <a:gd name="connsiteX110" fmla="*/ 7798568 w 12202113"/>
              <a:gd name="connsiteY110" fmla="*/ 3141249 h 3188466"/>
              <a:gd name="connsiteX111" fmla="*/ 7746353 w 12202113"/>
              <a:gd name="connsiteY111" fmla="*/ 3137755 h 3188466"/>
              <a:gd name="connsiteX112" fmla="*/ 7700395 w 12202113"/>
              <a:gd name="connsiteY112" fmla="*/ 3144729 h 3188466"/>
              <a:gd name="connsiteX113" fmla="*/ 7681335 w 12202113"/>
              <a:gd name="connsiteY113" fmla="*/ 3141120 h 3188466"/>
              <a:gd name="connsiteX114" fmla="*/ 7678044 w 12202113"/>
              <a:gd name="connsiteY114" fmla="*/ 3140387 h 3188466"/>
              <a:gd name="connsiteX115" fmla="*/ 7664890 w 12202113"/>
              <a:gd name="connsiteY115" fmla="*/ 3139855 h 3188466"/>
              <a:gd name="connsiteX116" fmla="*/ 7661183 w 12202113"/>
              <a:gd name="connsiteY116" fmla="*/ 3136706 h 3188466"/>
              <a:gd name="connsiteX117" fmla="*/ 7641383 w 12202113"/>
              <a:gd name="connsiteY117" fmla="*/ 3133755 h 3188466"/>
              <a:gd name="connsiteX118" fmla="*/ 7617169 w 12202113"/>
              <a:gd name="connsiteY118" fmla="*/ 3133614 h 3188466"/>
              <a:gd name="connsiteX119" fmla="*/ 7531143 w 12202113"/>
              <a:gd name="connsiteY119" fmla="*/ 3132781 h 3188466"/>
              <a:gd name="connsiteX120" fmla="*/ 7517113 w 12202113"/>
              <a:gd name="connsiteY120" fmla="*/ 3134483 h 3188466"/>
              <a:gd name="connsiteX121" fmla="*/ 7471320 w 12202113"/>
              <a:gd name="connsiteY121" fmla="*/ 3131645 h 3188466"/>
              <a:gd name="connsiteX122" fmla="*/ 7430512 w 12202113"/>
              <a:gd name="connsiteY122" fmla="*/ 3131007 h 3188466"/>
              <a:gd name="connsiteX123" fmla="*/ 7404071 w 12202113"/>
              <a:gd name="connsiteY123" fmla="*/ 3132361 h 3188466"/>
              <a:gd name="connsiteX124" fmla="*/ 7397140 w 12202113"/>
              <a:gd name="connsiteY124" fmla="*/ 3131239 h 3188466"/>
              <a:gd name="connsiteX125" fmla="*/ 7370514 w 12202113"/>
              <a:gd name="connsiteY125" fmla="*/ 3130516 h 3188466"/>
              <a:gd name="connsiteX126" fmla="*/ 7356953 w 12202113"/>
              <a:gd name="connsiteY126" fmla="*/ 3132179 h 3188466"/>
              <a:gd name="connsiteX127" fmla="*/ 7343567 w 12202113"/>
              <a:gd name="connsiteY127" fmla="*/ 3128350 h 3188466"/>
              <a:gd name="connsiteX128" fmla="*/ 7340295 w 12202113"/>
              <a:gd name="connsiteY128" fmla="*/ 3125545 h 3188466"/>
              <a:gd name="connsiteX129" fmla="*/ 7321348 w 12202113"/>
              <a:gd name="connsiteY129" fmla="*/ 3126804 h 3188466"/>
              <a:gd name="connsiteX130" fmla="*/ 7305815 w 12202113"/>
              <a:gd name="connsiteY130" fmla="*/ 3124063 h 3188466"/>
              <a:gd name="connsiteX131" fmla="*/ 7292274 w 12202113"/>
              <a:gd name="connsiteY131" fmla="*/ 3125855 h 3188466"/>
              <a:gd name="connsiteX132" fmla="*/ 7286654 w 12202113"/>
              <a:gd name="connsiteY132" fmla="*/ 3125451 h 3188466"/>
              <a:gd name="connsiteX133" fmla="*/ 7272685 w 12202113"/>
              <a:gd name="connsiteY133" fmla="*/ 3124094 h 3188466"/>
              <a:gd name="connsiteX134" fmla="*/ 7248584 w 12202113"/>
              <a:gd name="connsiteY134" fmla="*/ 3121080 h 3188466"/>
              <a:gd name="connsiteX135" fmla="*/ 7241065 w 12202113"/>
              <a:gd name="connsiteY135" fmla="*/ 3120661 h 3188466"/>
              <a:gd name="connsiteX136" fmla="*/ 7224696 w 12202113"/>
              <a:gd name="connsiteY136" fmla="*/ 3116051 h 3188466"/>
              <a:gd name="connsiteX137" fmla="*/ 7193009 w 12202113"/>
              <a:gd name="connsiteY137" fmla="*/ 3112108 h 3188466"/>
              <a:gd name="connsiteX138" fmla="*/ 7137220 w 12202113"/>
              <a:gd name="connsiteY138" fmla="*/ 3098354 h 3188466"/>
              <a:gd name="connsiteX139" fmla="*/ 7104427 w 12202113"/>
              <a:gd name="connsiteY139" fmla="*/ 3091790 h 3188466"/>
              <a:gd name="connsiteX140" fmla="*/ 7082240 w 12202113"/>
              <a:gd name="connsiteY140" fmla="*/ 3085740 h 3188466"/>
              <a:gd name="connsiteX141" fmla="*/ 7016754 w 12202113"/>
              <a:gd name="connsiteY141" fmla="*/ 3077196 h 3188466"/>
              <a:gd name="connsiteX142" fmla="*/ 6904436 w 12202113"/>
              <a:gd name="connsiteY142" fmla="*/ 3065900 h 3188466"/>
              <a:gd name="connsiteX143" fmla="*/ 6881434 w 12202113"/>
              <a:gd name="connsiteY143" fmla="*/ 3062865 h 3188466"/>
              <a:gd name="connsiteX144" fmla="*/ 6865273 w 12202113"/>
              <a:gd name="connsiteY144" fmla="*/ 3057749 h 3188466"/>
              <a:gd name="connsiteX145" fmla="*/ 6864671 w 12202113"/>
              <a:gd name="connsiteY145" fmla="*/ 3054378 h 3188466"/>
              <a:gd name="connsiteX146" fmla="*/ 6852599 w 12202113"/>
              <a:gd name="connsiteY146" fmla="*/ 3052306 h 3188466"/>
              <a:gd name="connsiteX147" fmla="*/ 6850143 w 12202113"/>
              <a:gd name="connsiteY147" fmla="*/ 3051232 h 3188466"/>
              <a:gd name="connsiteX148" fmla="*/ 6835301 w 12202113"/>
              <a:gd name="connsiteY148" fmla="*/ 3045593 h 3188466"/>
              <a:gd name="connsiteX149" fmla="*/ 6784871 w 12202113"/>
              <a:gd name="connsiteY149" fmla="*/ 3046562 h 3188466"/>
              <a:gd name="connsiteX150" fmla="*/ 6738245 w 12202113"/>
              <a:gd name="connsiteY150" fmla="*/ 3037055 h 3188466"/>
              <a:gd name="connsiteX151" fmla="*/ 6537703 w 12202113"/>
              <a:gd name="connsiteY151" fmla="*/ 3017736 h 3188466"/>
              <a:gd name="connsiteX152" fmla="*/ 6521858 w 12202113"/>
              <a:gd name="connsiteY152" fmla="*/ 3004158 h 3188466"/>
              <a:gd name="connsiteX153" fmla="*/ 6445069 w 12202113"/>
              <a:gd name="connsiteY153" fmla="*/ 2992470 h 3188466"/>
              <a:gd name="connsiteX154" fmla="*/ 6302447 w 12202113"/>
              <a:gd name="connsiteY154" fmla="*/ 2994274 h 3188466"/>
              <a:gd name="connsiteX155" fmla="*/ 6160029 w 12202113"/>
              <a:gd name="connsiteY155" fmla="*/ 2973666 h 3188466"/>
              <a:gd name="connsiteX156" fmla="*/ 6144046 w 12202113"/>
              <a:gd name="connsiteY156" fmla="*/ 2976380 h 3188466"/>
              <a:gd name="connsiteX157" fmla="*/ 6127670 w 12202113"/>
              <a:gd name="connsiteY157" fmla="*/ 2976929 h 3188466"/>
              <a:gd name="connsiteX158" fmla="*/ 6126155 w 12202113"/>
              <a:gd name="connsiteY158" fmla="*/ 2976245 h 3188466"/>
              <a:gd name="connsiteX159" fmla="*/ 6108575 w 12202113"/>
              <a:gd name="connsiteY159" fmla="*/ 2974651 h 3188466"/>
              <a:gd name="connsiteX160" fmla="*/ 6103746 w 12202113"/>
              <a:gd name="connsiteY160" fmla="*/ 2975803 h 3188466"/>
              <a:gd name="connsiteX161" fmla="*/ 6091377 w 12202113"/>
              <a:gd name="connsiteY161" fmla="*/ 2975180 h 3188466"/>
              <a:gd name="connsiteX162" fmla="*/ 6066183 w 12202113"/>
              <a:gd name="connsiteY162" fmla="*/ 2975222 h 3188466"/>
              <a:gd name="connsiteX163" fmla="*/ 6063287 w 12202113"/>
              <a:gd name="connsiteY163" fmla="*/ 2974353 h 3188466"/>
              <a:gd name="connsiteX164" fmla="*/ 6054813 w 12202113"/>
              <a:gd name="connsiteY164" fmla="*/ 2974911 h 3188466"/>
              <a:gd name="connsiteX165" fmla="*/ 6050809 w 12202113"/>
              <a:gd name="connsiteY165" fmla="*/ 2973985 h 3188466"/>
              <a:gd name="connsiteX166" fmla="*/ 6013979 w 12202113"/>
              <a:gd name="connsiteY166" fmla="*/ 2974553 h 3188466"/>
              <a:gd name="connsiteX167" fmla="*/ 6013800 w 12202113"/>
              <a:gd name="connsiteY167" fmla="*/ 2973973 h 3188466"/>
              <a:gd name="connsiteX168" fmla="*/ 6004866 w 12202113"/>
              <a:gd name="connsiteY168" fmla="*/ 2971570 h 3188466"/>
              <a:gd name="connsiteX169" fmla="*/ 5987036 w 12202113"/>
              <a:gd name="connsiteY169" fmla="*/ 2968315 h 3188466"/>
              <a:gd name="connsiteX170" fmla="*/ 5950027 w 12202113"/>
              <a:gd name="connsiteY170" fmla="*/ 2953546 h 3188466"/>
              <a:gd name="connsiteX171" fmla="*/ 5911668 w 12202113"/>
              <a:gd name="connsiteY171" fmla="*/ 2954074 h 3188466"/>
              <a:gd name="connsiteX172" fmla="*/ 5904110 w 12202113"/>
              <a:gd name="connsiteY172" fmla="*/ 2953861 h 3188466"/>
              <a:gd name="connsiteX173" fmla="*/ 5904026 w 12202113"/>
              <a:gd name="connsiteY173" fmla="*/ 2953724 h 3188466"/>
              <a:gd name="connsiteX174" fmla="*/ 5896189 w 12202113"/>
              <a:gd name="connsiteY174" fmla="*/ 2953236 h 3188466"/>
              <a:gd name="connsiteX175" fmla="*/ 5890331 w 12202113"/>
              <a:gd name="connsiteY175" fmla="*/ 2953471 h 3188466"/>
              <a:gd name="connsiteX176" fmla="*/ 5875672 w 12202113"/>
              <a:gd name="connsiteY176" fmla="*/ 2953056 h 3188466"/>
              <a:gd name="connsiteX177" fmla="*/ 5871070 w 12202113"/>
              <a:gd name="connsiteY177" fmla="*/ 2952035 h 3188466"/>
              <a:gd name="connsiteX178" fmla="*/ 5869888 w 12202113"/>
              <a:gd name="connsiteY178" fmla="*/ 2950364 h 3188466"/>
              <a:gd name="connsiteX179" fmla="*/ 5868461 w 12202113"/>
              <a:gd name="connsiteY179" fmla="*/ 2950506 h 3188466"/>
              <a:gd name="connsiteX180" fmla="*/ 5843343 w 12202113"/>
              <a:gd name="connsiteY180" fmla="*/ 2945262 h 3188466"/>
              <a:gd name="connsiteX181" fmla="*/ 5784331 w 12202113"/>
              <a:gd name="connsiteY181" fmla="*/ 2938531 h 3188466"/>
              <a:gd name="connsiteX182" fmla="*/ 5749498 w 12202113"/>
              <a:gd name="connsiteY182" fmla="*/ 2936713 h 3188466"/>
              <a:gd name="connsiteX183" fmla="*/ 5655214 w 12202113"/>
              <a:gd name="connsiteY183" fmla="*/ 2929503 h 3188466"/>
              <a:gd name="connsiteX184" fmla="*/ 5561446 w 12202113"/>
              <a:gd name="connsiteY184" fmla="*/ 2920575 h 3188466"/>
              <a:gd name="connsiteX185" fmla="*/ 5519456 w 12202113"/>
              <a:gd name="connsiteY185" fmla="*/ 2906631 h 3188466"/>
              <a:gd name="connsiteX186" fmla="*/ 5514099 w 12202113"/>
              <a:gd name="connsiteY186" fmla="*/ 2906097 h 3188466"/>
              <a:gd name="connsiteX187" fmla="*/ 5499273 w 12202113"/>
              <a:gd name="connsiteY187" fmla="*/ 2907057 h 3188466"/>
              <a:gd name="connsiteX188" fmla="*/ 5493664 w 12202113"/>
              <a:gd name="connsiteY188" fmla="*/ 2907817 h 3188466"/>
              <a:gd name="connsiteX189" fmla="*/ 5485530 w 12202113"/>
              <a:gd name="connsiteY189" fmla="*/ 2908080 h 3188466"/>
              <a:gd name="connsiteX190" fmla="*/ 5485337 w 12202113"/>
              <a:gd name="connsiteY190" fmla="*/ 2907959 h 3188466"/>
              <a:gd name="connsiteX191" fmla="*/ 5477696 w 12202113"/>
              <a:gd name="connsiteY191" fmla="*/ 2908455 h 3188466"/>
              <a:gd name="connsiteX192" fmla="*/ 5440170 w 12202113"/>
              <a:gd name="connsiteY192" fmla="*/ 2912482 h 3188466"/>
              <a:gd name="connsiteX193" fmla="*/ 5391911 w 12202113"/>
              <a:gd name="connsiteY193" fmla="*/ 2902040 h 3188466"/>
              <a:gd name="connsiteX194" fmla="*/ 5371708 w 12202113"/>
              <a:gd name="connsiteY194" fmla="*/ 2900629 h 3188466"/>
              <a:gd name="connsiteX195" fmla="*/ 5360976 w 12202113"/>
              <a:gd name="connsiteY195" fmla="*/ 2899197 h 3188466"/>
              <a:gd name="connsiteX196" fmla="*/ 5360345 w 12202113"/>
              <a:gd name="connsiteY196" fmla="*/ 2898671 h 3188466"/>
              <a:gd name="connsiteX197" fmla="*/ 5324367 w 12202113"/>
              <a:gd name="connsiteY197" fmla="*/ 2902593 h 3188466"/>
              <a:gd name="connsiteX198" fmla="*/ 5319673 w 12202113"/>
              <a:gd name="connsiteY198" fmla="*/ 2902094 h 3188466"/>
              <a:gd name="connsiteX199" fmla="*/ 5296114 w 12202113"/>
              <a:gd name="connsiteY199" fmla="*/ 2905958 h 3188466"/>
              <a:gd name="connsiteX200" fmla="*/ 5283999 w 12202113"/>
              <a:gd name="connsiteY200" fmla="*/ 2907258 h 3188466"/>
              <a:gd name="connsiteX201" fmla="*/ 5280460 w 12202113"/>
              <a:gd name="connsiteY201" fmla="*/ 2909063 h 3188466"/>
              <a:gd name="connsiteX202" fmla="*/ 5262637 w 12202113"/>
              <a:gd name="connsiteY202" fmla="*/ 2910250 h 3188466"/>
              <a:gd name="connsiteX203" fmla="*/ 5260635 w 12202113"/>
              <a:gd name="connsiteY203" fmla="*/ 2909845 h 3188466"/>
              <a:gd name="connsiteX204" fmla="*/ 5245770 w 12202113"/>
              <a:gd name="connsiteY204" fmla="*/ 2912842 h 3188466"/>
              <a:gd name="connsiteX205" fmla="*/ 5233108 w 12202113"/>
              <a:gd name="connsiteY205" fmla="*/ 2917794 h 3188466"/>
              <a:gd name="connsiteX206" fmla="*/ 5082201 w 12202113"/>
              <a:gd name="connsiteY206" fmla="*/ 2920260 h 3188466"/>
              <a:gd name="connsiteX207" fmla="*/ 4939211 w 12202113"/>
              <a:gd name="connsiteY207" fmla="*/ 2931760 h 3188466"/>
              <a:gd name="connsiteX208" fmla="*/ 4794309 w 12202113"/>
              <a:gd name="connsiteY208" fmla="*/ 2937227 h 3188466"/>
              <a:gd name="connsiteX209" fmla="*/ 4637676 w 12202113"/>
              <a:gd name="connsiteY209" fmla="*/ 2946666 h 3188466"/>
              <a:gd name="connsiteX210" fmla="*/ 4585922 w 12202113"/>
              <a:gd name="connsiteY210" fmla="*/ 2944906 h 3188466"/>
              <a:gd name="connsiteX211" fmla="*/ 4539516 w 12202113"/>
              <a:gd name="connsiteY211" fmla="*/ 2953466 h 3188466"/>
              <a:gd name="connsiteX212" fmla="*/ 4520819 w 12202113"/>
              <a:gd name="connsiteY212" fmla="*/ 2950477 h 3188466"/>
              <a:gd name="connsiteX213" fmla="*/ 4517604 w 12202113"/>
              <a:gd name="connsiteY213" fmla="*/ 2949852 h 3188466"/>
              <a:gd name="connsiteX214" fmla="*/ 4504537 w 12202113"/>
              <a:gd name="connsiteY214" fmla="*/ 2949759 h 3188466"/>
              <a:gd name="connsiteX215" fmla="*/ 4501104 w 12202113"/>
              <a:gd name="connsiteY215" fmla="*/ 2946715 h 3188466"/>
              <a:gd name="connsiteX216" fmla="*/ 4342695 w 12202113"/>
              <a:gd name="connsiteY216" fmla="*/ 2951638 h 3188466"/>
              <a:gd name="connsiteX217" fmla="*/ 4274096 w 12202113"/>
              <a:gd name="connsiteY217" fmla="*/ 2953640 h 3188466"/>
              <a:gd name="connsiteX218" fmla="*/ 4248170 w 12202113"/>
              <a:gd name="connsiteY218" fmla="*/ 2951384 h 3188466"/>
              <a:gd name="connsiteX219" fmla="*/ 4147924 w 12202113"/>
              <a:gd name="connsiteY219" fmla="*/ 2945945 h 3188466"/>
              <a:gd name="connsiteX220" fmla="*/ 4061825 w 12202113"/>
              <a:gd name="connsiteY220" fmla="*/ 2944206 h 3188466"/>
              <a:gd name="connsiteX221" fmla="*/ 3998557 w 12202113"/>
              <a:gd name="connsiteY221" fmla="*/ 2955821 h 3188466"/>
              <a:gd name="connsiteX222" fmla="*/ 3993107 w 12202113"/>
              <a:gd name="connsiteY222" fmla="*/ 2953708 h 3188466"/>
              <a:gd name="connsiteX223" fmla="*/ 3949713 w 12202113"/>
              <a:gd name="connsiteY223" fmla="*/ 2955441 h 3188466"/>
              <a:gd name="connsiteX224" fmla="*/ 3797284 w 12202113"/>
              <a:gd name="connsiteY224" fmla="*/ 2977037 h 3188466"/>
              <a:gd name="connsiteX225" fmla="*/ 3712498 w 12202113"/>
              <a:gd name="connsiteY225" fmla="*/ 2979996 h 3188466"/>
              <a:gd name="connsiteX226" fmla="*/ 3682471 w 12202113"/>
              <a:gd name="connsiteY226" fmla="*/ 2978543 h 3188466"/>
              <a:gd name="connsiteX227" fmla="*/ 3632163 w 12202113"/>
              <a:gd name="connsiteY227" fmla="*/ 2976264 h 3188466"/>
              <a:gd name="connsiteX228" fmla="*/ 3594728 w 12202113"/>
              <a:gd name="connsiteY228" fmla="*/ 2968398 h 3188466"/>
              <a:gd name="connsiteX229" fmla="*/ 3552594 w 12202113"/>
              <a:gd name="connsiteY229" fmla="*/ 2968934 h 3188466"/>
              <a:gd name="connsiteX230" fmla="*/ 3542589 w 12202113"/>
              <a:gd name="connsiteY230" fmla="*/ 2977031 h 3188466"/>
              <a:gd name="connsiteX231" fmla="*/ 3497591 w 12202113"/>
              <a:gd name="connsiteY231" fmla="*/ 2975018 h 3188466"/>
              <a:gd name="connsiteX232" fmla="*/ 3429352 w 12202113"/>
              <a:gd name="connsiteY232" fmla="*/ 2971090 h 3188466"/>
              <a:gd name="connsiteX233" fmla="*/ 3389938 w 12202113"/>
              <a:gd name="connsiteY233" fmla="*/ 2970884 h 3188466"/>
              <a:gd name="connsiteX234" fmla="*/ 3282344 w 12202113"/>
              <a:gd name="connsiteY234" fmla="*/ 2968084 h 3188466"/>
              <a:gd name="connsiteX235" fmla="*/ 3174624 w 12202113"/>
              <a:gd name="connsiteY235" fmla="*/ 2963576 h 3188466"/>
              <a:gd name="connsiteX236" fmla="*/ 3111077 w 12202113"/>
              <a:gd name="connsiteY236" fmla="*/ 2951285 h 3188466"/>
              <a:gd name="connsiteX237" fmla="*/ 3022501 w 12202113"/>
              <a:gd name="connsiteY237" fmla="*/ 2948619 h 3188466"/>
              <a:gd name="connsiteX238" fmla="*/ 3007714 w 12202113"/>
              <a:gd name="connsiteY238" fmla="*/ 2946762 h 3188466"/>
              <a:gd name="connsiteX239" fmla="*/ 2903098 w 12202113"/>
              <a:gd name="connsiteY239" fmla="*/ 2940576 h 3188466"/>
              <a:gd name="connsiteX240" fmla="*/ 2781591 w 12202113"/>
              <a:gd name="connsiteY240" fmla="*/ 2946394 h 3188466"/>
              <a:gd name="connsiteX241" fmla="*/ 2627942 w 12202113"/>
              <a:gd name="connsiteY241" fmla="*/ 2919996 h 3188466"/>
              <a:gd name="connsiteX242" fmla="*/ 2354959 w 12202113"/>
              <a:gd name="connsiteY242" fmla="*/ 2882080 h 3188466"/>
              <a:gd name="connsiteX243" fmla="*/ 2063184 w 12202113"/>
              <a:gd name="connsiteY243" fmla="*/ 2879109 h 3188466"/>
              <a:gd name="connsiteX244" fmla="*/ 1986946 w 12202113"/>
              <a:gd name="connsiteY244" fmla="*/ 2887619 h 3188466"/>
              <a:gd name="connsiteX245" fmla="*/ 1763479 w 12202113"/>
              <a:gd name="connsiteY245" fmla="*/ 2909077 h 3188466"/>
              <a:gd name="connsiteX246" fmla="*/ 1537980 w 12202113"/>
              <a:gd name="connsiteY246" fmla="*/ 2960398 h 3188466"/>
              <a:gd name="connsiteX247" fmla="*/ 1395229 w 12202113"/>
              <a:gd name="connsiteY247" fmla="*/ 2975625 h 3188466"/>
              <a:gd name="connsiteX248" fmla="*/ 1327834 w 12202113"/>
              <a:gd name="connsiteY248" fmla="*/ 2989485 h 3188466"/>
              <a:gd name="connsiteX249" fmla="*/ 1280757 w 12202113"/>
              <a:gd name="connsiteY249" fmla="*/ 2992959 h 3188466"/>
              <a:gd name="connsiteX250" fmla="*/ 1252582 w 12202113"/>
              <a:gd name="connsiteY250" fmla="*/ 2995877 h 3188466"/>
              <a:gd name="connsiteX251" fmla="*/ 1204670 w 12202113"/>
              <a:gd name="connsiteY251" fmla="*/ 3014826 h 3188466"/>
              <a:gd name="connsiteX252" fmla="*/ 1020457 w 12202113"/>
              <a:gd name="connsiteY252" fmla="*/ 3031603 h 3188466"/>
              <a:gd name="connsiteX253" fmla="*/ 843248 w 12202113"/>
              <a:gd name="connsiteY253" fmla="*/ 3026954 h 3188466"/>
              <a:gd name="connsiteX254" fmla="*/ 583517 w 12202113"/>
              <a:gd name="connsiteY254" fmla="*/ 3089095 h 3188466"/>
              <a:gd name="connsiteX255" fmla="*/ 556836 w 12202113"/>
              <a:gd name="connsiteY255" fmla="*/ 3094374 h 3188466"/>
              <a:gd name="connsiteX256" fmla="*/ 412089 w 12202113"/>
              <a:gd name="connsiteY256" fmla="*/ 3121334 h 3188466"/>
              <a:gd name="connsiteX257" fmla="*/ 83929 w 12202113"/>
              <a:gd name="connsiteY257" fmla="*/ 3150566 h 3188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</a:cxnLst>
            <a:rect l="l" t="t" r="r" b="b"/>
            <a:pathLst>
              <a:path w="12202113" h="3188466">
                <a:moveTo>
                  <a:pt x="0" y="3188466"/>
                </a:moveTo>
                <a:lnTo>
                  <a:pt x="10116" y="2657641"/>
                </a:lnTo>
                <a:lnTo>
                  <a:pt x="10116" y="0"/>
                </a:lnTo>
                <a:lnTo>
                  <a:pt x="12202113" y="0"/>
                </a:lnTo>
                <a:lnTo>
                  <a:pt x="12202113" y="2879832"/>
                </a:lnTo>
                <a:lnTo>
                  <a:pt x="12198167" y="2880360"/>
                </a:lnTo>
                <a:cubicBezTo>
                  <a:pt x="12163116" y="2884349"/>
                  <a:pt x="12143771" y="2884544"/>
                  <a:pt x="12122128" y="2887194"/>
                </a:cubicBezTo>
                <a:cubicBezTo>
                  <a:pt x="12087086" y="2893347"/>
                  <a:pt x="12050015" y="2907304"/>
                  <a:pt x="12028868" y="2911786"/>
                </a:cubicBezTo>
                <a:lnTo>
                  <a:pt x="11995238" y="2914090"/>
                </a:lnTo>
                <a:lnTo>
                  <a:pt x="11996460" y="2918442"/>
                </a:lnTo>
                <a:lnTo>
                  <a:pt x="11983968" y="2918762"/>
                </a:lnTo>
                <a:lnTo>
                  <a:pt x="11956084" y="2918868"/>
                </a:lnTo>
                <a:cubicBezTo>
                  <a:pt x="11938684" y="2919526"/>
                  <a:pt x="11890300" y="2918483"/>
                  <a:pt x="11872586" y="2920076"/>
                </a:cubicBezTo>
                <a:cubicBezTo>
                  <a:pt x="11867476" y="2924717"/>
                  <a:pt x="11859589" y="2927247"/>
                  <a:pt x="11849804" y="2928420"/>
                </a:cubicBezTo>
                <a:lnTo>
                  <a:pt x="11828254" y="2928551"/>
                </a:lnTo>
                <a:lnTo>
                  <a:pt x="11703277" y="2939735"/>
                </a:lnTo>
                <a:lnTo>
                  <a:pt x="11686094" y="2940570"/>
                </a:lnTo>
                <a:lnTo>
                  <a:pt x="11676788" y="2944321"/>
                </a:lnTo>
                <a:cubicBezTo>
                  <a:pt x="11669684" y="2945069"/>
                  <a:pt x="11649276" y="2944585"/>
                  <a:pt x="11643464" y="2945066"/>
                </a:cubicBezTo>
                <a:lnTo>
                  <a:pt x="11641922" y="2947200"/>
                </a:lnTo>
                <a:cubicBezTo>
                  <a:pt x="11623408" y="2950611"/>
                  <a:pt x="11553770" y="2961969"/>
                  <a:pt x="11532386" y="2965529"/>
                </a:cubicBezTo>
                <a:cubicBezTo>
                  <a:pt x="11528114" y="2962248"/>
                  <a:pt x="11518548" y="2967430"/>
                  <a:pt x="11513619" y="2968556"/>
                </a:cubicBezTo>
                <a:cubicBezTo>
                  <a:pt x="11512856" y="2966346"/>
                  <a:pt x="11500924" y="2965672"/>
                  <a:pt x="11497404" y="2967639"/>
                </a:cubicBezTo>
                <a:cubicBezTo>
                  <a:pt x="11413522" y="2978420"/>
                  <a:pt x="11455510" y="2956141"/>
                  <a:pt x="11407630" y="2970255"/>
                </a:cubicBezTo>
                <a:cubicBezTo>
                  <a:pt x="11399160" y="2971190"/>
                  <a:pt x="11392296" y="2970299"/>
                  <a:pt x="11386276" y="2968648"/>
                </a:cubicBezTo>
                <a:lnTo>
                  <a:pt x="11377296" y="2965257"/>
                </a:lnTo>
                <a:lnTo>
                  <a:pt x="11342536" y="2971666"/>
                </a:lnTo>
                <a:cubicBezTo>
                  <a:pt x="11325414" y="2973900"/>
                  <a:pt x="11307393" y="2975381"/>
                  <a:pt x="11288902" y="2976058"/>
                </a:cubicBezTo>
                <a:cubicBezTo>
                  <a:pt x="11284753" y="2971542"/>
                  <a:pt x="11270239" y="2977957"/>
                  <a:pt x="11263411" y="2979228"/>
                </a:cubicBezTo>
                <a:cubicBezTo>
                  <a:pt x="11263340" y="2976278"/>
                  <a:pt x="11248212" y="2974865"/>
                  <a:pt x="11242843" y="2977303"/>
                </a:cubicBezTo>
                <a:cubicBezTo>
                  <a:pt x="11130019" y="2987845"/>
                  <a:pt x="11193504" y="2960297"/>
                  <a:pt x="11125798" y="2976816"/>
                </a:cubicBezTo>
                <a:cubicBezTo>
                  <a:pt x="11114472" y="2977677"/>
                  <a:pt x="11105974" y="2976199"/>
                  <a:pt x="11098884" y="2973758"/>
                </a:cubicBezTo>
                <a:lnTo>
                  <a:pt x="11086128" y="2967663"/>
                </a:lnTo>
                <a:lnTo>
                  <a:pt x="11076132" y="2969836"/>
                </a:lnTo>
                <a:cubicBezTo>
                  <a:pt x="11038408" y="2970007"/>
                  <a:pt x="11027285" y="2963760"/>
                  <a:pt x="11005337" y="2970053"/>
                </a:cubicBezTo>
                <a:cubicBezTo>
                  <a:pt x="10972902" y="2956973"/>
                  <a:pt x="10983824" y="2968749"/>
                  <a:pt x="10959154" y="2970750"/>
                </a:cubicBezTo>
                <a:cubicBezTo>
                  <a:pt x="10939692" y="2973358"/>
                  <a:pt x="10975422" y="2978377"/>
                  <a:pt x="10956347" y="2979118"/>
                </a:cubicBezTo>
                <a:cubicBezTo>
                  <a:pt x="10935712" y="2975741"/>
                  <a:pt x="10936682" y="2986229"/>
                  <a:pt x="10915223" y="2982099"/>
                </a:cubicBezTo>
                <a:cubicBezTo>
                  <a:pt x="10920436" y="2974198"/>
                  <a:pt x="10872877" y="2983630"/>
                  <a:pt x="10871398" y="2976728"/>
                </a:cubicBezTo>
                <a:cubicBezTo>
                  <a:pt x="10853171" y="2986599"/>
                  <a:pt x="10844013" y="2974439"/>
                  <a:pt x="10819743" y="2977481"/>
                </a:cubicBezTo>
                <a:cubicBezTo>
                  <a:pt x="10808314" y="2981215"/>
                  <a:pt x="10800068" y="2981856"/>
                  <a:pt x="10788834" y="2977840"/>
                </a:cubicBezTo>
                <a:cubicBezTo>
                  <a:pt x="10736185" y="2996020"/>
                  <a:pt x="10756982" y="2978653"/>
                  <a:pt x="10707711" y="2985644"/>
                </a:cubicBezTo>
                <a:cubicBezTo>
                  <a:pt x="10665262" y="2992997"/>
                  <a:pt x="10617142" y="2997767"/>
                  <a:pt x="10576086" y="3015319"/>
                </a:cubicBezTo>
                <a:cubicBezTo>
                  <a:pt x="10568550" y="3020292"/>
                  <a:pt x="10550046" y="3022174"/>
                  <a:pt x="10534761" y="3019524"/>
                </a:cubicBezTo>
                <a:cubicBezTo>
                  <a:pt x="10532134" y="3019067"/>
                  <a:pt x="10529698" y="3018490"/>
                  <a:pt x="10527537" y="3017814"/>
                </a:cubicBezTo>
                <a:cubicBezTo>
                  <a:pt x="10492044" y="3020498"/>
                  <a:pt x="10362224" y="3032491"/>
                  <a:pt x="10321799" y="3035635"/>
                </a:cubicBezTo>
                <a:cubicBezTo>
                  <a:pt x="10318526" y="3029246"/>
                  <a:pt x="10298084" y="3040774"/>
                  <a:pt x="10284989" y="3036679"/>
                </a:cubicBezTo>
                <a:cubicBezTo>
                  <a:pt x="10275610" y="3033085"/>
                  <a:pt x="10267220" y="3035744"/>
                  <a:pt x="10257423" y="3036027"/>
                </a:cubicBezTo>
                <a:cubicBezTo>
                  <a:pt x="10244517" y="3033202"/>
                  <a:pt x="10202424" y="3038304"/>
                  <a:pt x="10191450" y="3041963"/>
                </a:cubicBezTo>
                <a:cubicBezTo>
                  <a:pt x="10165225" y="3054679"/>
                  <a:pt x="10105634" y="3045236"/>
                  <a:pt x="10083845" y="3054978"/>
                </a:cubicBezTo>
                <a:cubicBezTo>
                  <a:pt x="10075939" y="3056408"/>
                  <a:pt x="10068203" y="3056986"/>
                  <a:pt x="10060611" y="3057035"/>
                </a:cubicBezTo>
                <a:lnTo>
                  <a:pt x="10039363" y="3055961"/>
                </a:lnTo>
                <a:lnTo>
                  <a:pt x="10033322" y="3053238"/>
                </a:lnTo>
                <a:lnTo>
                  <a:pt x="10020337" y="3053912"/>
                </a:lnTo>
                <a:lnTo>
                  <a:pt x="10016616" y="3053498"/>
                </a:lnTo>
                <a:cubicBezTo>
                  <a:pt x="10009508" y="3052695"/>
                  <a:pt x="10002492" y="3051995"/>
                  <a:pt x="9995549" y="3051719"/>
                </a:cubicBezTo>
                <a:cubicBezTo>
                  <a:pt x="10004680" y="3065377"/>
                  <a:pt x="9937988" y="3051618"/>
                  <a:pt x="9957212" y="3062663"/>
                </a:cubicBezTo>
                <a:cubicBezTo>
                  <a:pt x="9920646" y="3063519"/>
                  <a:pt x="9948538" y="3073806"/>
                  <a:pt x="9904584" y="3063999"/>
                </a:cubicBezTo>
                <a:cubicBezTo>
                  <a:pt x="9847813" y="3075166"/>
                  <a:pt x="9758323" y="3071010"/>
                  <a:pt x="9713857" y="3087955"/>
                </a:cubicBezTo>
                <a:cubicBezTo>
                  <a:pt x="9719380" y="3081485"/>
                  <a:pt x="9695453" y="3076466"/>
                  <a:pt x="9678879" y="3079676"/>
                </a:cubicBezTo>
                <a:cubicBezTo>
                  <a:pt x="9698255" y="3054291"/>
                  <a:pt x="9613348" y="3102551"/>
                  <a:pt x="9598760" y="3085228"/>
                </a:cubicBezTo>
                <a:cubicBezTo>
                  <a:pt x="9598041" y="3101310"/>
                  <a:pt x="9523758" y="3128579"/>
                  <a:pt x="9488796" y="3115384"/>
                </a:cubicBezTo>
                <a:cubicBezTo>
                  <a:pt x="9435532" y="3118605"/>
                  <a:pt x="9397815" y="3131898"/>
                  <a:pt x="9341972" y="3126583"/>
                </a:cubicBezTo>
                <a:cubicBezTo>
                  <a:pt x="9340239" y="3128735"/>
                  <a:pt x="9337399" y="3130536"/>
                  <a:pt x="9333795" y="3132083"/>
                </a:cubicBezTo>
                <a:lnTo>
                  <a:pt x="9321736" y="3135834"/>
                </a:lnTo>
                <a:lnTo>
                  <a:pt x="9319405" y="3135561"/>
                </a:lnTo>
                <a:cubicBezTo>
                  <a:pt x="9310247" y="3135512"/>
                  <a:pt x="9305558" y="3136419"/>
                  <a:pt x="9302847" y="3137746"/>
                </a:cubicBezTo>
                <a:lnTo>
                  <a:pt x="9300930" y="3139687"/>
                </a:lnTo>
                <a:lnTo>
                  <a:pt x="9290106" y="3141645"/>
                </a:lnTo>
                <a:lnTo>
                  <a:pt x="9270220" y="3146737"/>
                </a:lnTo>
                <a:lnTo>
                  <a:pt x="9265150" y="3146531"/>
                </a:lnTo>
                <a:lnTo>
                  <a:pt x="9233057" y="3152408"/>
                </a:lnTo>
                <a:lnTo>
                  <a:pt x="9231974" y="3151938"/>
                </a:lnTo>
                <a:cubicBezTo>
                  <a:pt x="9228816" y="3151020"/>
                  <a:pt x="9225099" y="3150595"/>
                  <a:pt x="9220130" y="3151189"/>
                </a:cubicBezTo>
                <a:cubicBezTo>
                  <a:pt x="9218372" y="3142213"/>
                  <a:pt x="9213458" y="3148467"/>
                  <a:pt x="9198955" y="3151015"/>
                </a:cubicBezTo>
                <a:cubicBezTo>
                  <a:pt x="9192986" y="3137641"/>
                  <a:pt x="9157451" y="3149750"/>
                  <a:pt x="9142196" y="3143802"/>
                </a:cubicBezTo>
                <a:cubicBezTo>
                  <a:pt x="9131673" y="3145976"/>
                  <a:pt x="9120437" y="3148030"/>
                  <a:pt x="9108665" y="3149868"/>
                </a:cubicBezTo>
                <a:lnTo>
                  <a:pt x="9014086" y="3150791"/>
                </a:lnTo>
                <a:lnTo>
                  <a:pt x="8915037" y="3140020"/>
                </a:lnTo>
                <a:cubicBezTo>
                  <a:pt x="8878400" y="3139785"/>
                  <a:pt x="8846675" y="3135786"/>
                  <a:pt x="8815667" y="3138606"/>
                </a:cubicBezTo>
                <a:cubicBezTo>
                  <a:pt x="8803071" y="3135495"/>
                  <a:pt x="8791199" y="3134238"/>
                  <a:pt x="8779688" y="3138895"/>
                </a:cubicBezTo>
                <a:cubicBezTo>
                  <a:pt x="8745498" y="3137342"/>
                  <a:pt x="8737221" y="3130691"/>
                  <a:pt x="8715556" y="3135878"/>
                </a:cubicBezTo>
                <a:cubicBezTo>
                  <a:pt x="8696347" y="3125121"/>
                  <a:pt x="8695210" y="3129227"/>
                  <a:pt x="8686183" y="3132307"/>
                </a:cubicBezTo>
                <a:lnTo>
                  <a:pt x="8684895" y="3132527"/>
                </a:lnTo>
                <a:lnTo>
                  <a:pt x="8682270" y="3130989"/>
                </a:lnTo>
                <a:lnTo>
                  <a:pt x="8676836" y="3130278"/>
                </a:lnTo>
                <a:lnTo>
                  <a:pt x="8662002" y="3130735"/>
                </a:lnTo>
                <a:lnTo>
                  <a:pt x="8656423" y="3131304"/>
                </a:lnTo>
                <a:cubicBezTo>
                  <a:pt x="8652581" y="3131550"/>
                  <a:pt x="8650028" y="3131521"/>
                  <a:pt x="8648261" y="3131294"/>
                </a:cubicBezTo>
                <a:lnTo>
                  <a:pt x="8648057" y="3131167"/>
                </a:lnTo>
                <a:lnTo>
                  <a:pt x="8640412" y="3131403"/>
                </a:lnTo>
                <a:cubicBezTo>
                  <a:pt x="8627510" y="3132092"/>
                  <a:pt x="8614954" y="3133035"/>
                  <a:pt x="8603003" y="3134155"/>
                </a:cubicBezTo>
                <a:cubicBezTo>
                  <a:pt x="8592897" y="3127095"/>
                  <a:pt x="8548738" y="3135435"/>
                  <a:pt x="8553571" y="3122125"/>
                </a:cubicBezTo>
                <a:cubicBezTo>
                  <a:pt x="8537450" y="3123243"/>
                  <a:pt x="8527699" y="3128769"/>
                  <a:pt x="8533128" y="3120039"/>
                </a:cubicBezTo>
                <a:cubicBezTo>
                  <a:pt x="8527821" y="3120156"/>
                  <a:pt x="8524551" y="3119414"/>
                  <a:pt x="8522209" y="3118252"/>
                </a:cubicBezTo>
                <a:lnTo>
                  <a:pt x="8521532" y="3117705"/>
                </a:lnTo>
                <a:lnTo>
                  <a:pt x="8485667" y="3120406"/>
                </a:lnTo>
                <a:lnTo>
                  <a:pt x="8480905" y="3119749"/>
                </a:lnTo>
                <a:lnTo>
                  <a:pt x="8457530" y="3122810"/>
                </a:lnTo>
                <a:lnTo>
                  <a:pt x="8445451" y="3123697"/>
                </a:lnTo>
                <a:lnTo>
                  <a:pt x="8442039" y="3125378"/>
                </a:lnTo>
                <a:cubicBezTo>
                  <a:pt x="8438355" y="3126399"/>
                  <a:pt x="8433075" y="3126839"/>
                  <a:pt x="8424215" y="3125963"/>
                </a:cubicBezTo>
                <a:lnTo>
                  <a:pt x="8422165" y="3125491"/>
                </a:lnTo>
                <a:lnTo>
                  <a:pt x="8407465" y="3127979"/>
                </a:lnTo>
                <a:cubicBezTo>
                  <a:pt x="8402731" y="3129129"/>
                  <a:pt x="8398540" y="3130592"/>
                  <a:pt x="8395146" y="3132488"/>
                </a:cubicBezTo>
                <a:cubicBezTo>
                  <a:pt x="8345093" y="3122354"/>
                  <a:pt x="8297866" y="3131626"/>
                  <a:pt x="8243538" y="3129873"/>
                </a:cubicBezTo>
                <a:cubicBezTo>
                  <a:pt x="8220052" y="3114107"/>
                  <a:pt x="8126172" y="3133411"/>
                  <a:pt x="8112685" y="3148698"/>
                </a:cubicBezTo>
                <a:cubicBezTo>
                  <a:pt x="8112380" y="3135302"/>
                  <a:pt x="8044302" y="3153542"/>
                  <a:pt x="8026741" y="3154015"/>
                </a:cubicBezTo>
                <a:cubicBezTo>
                  <a:pt x="8020887" y="3154173"/>
                  <a:pt x="8020646" y="3152357"/>
                  <a:pt x="8030400" y="3146736"/>
                </a:cubicBezTo>
                <a:cubicBezTo>
                  <a:pt x="8011739" y="3148301"/>
                  <a:pt x="7992477" y="3141339"/>
                  <a:pt x="8002987" y="3135663"/>
                </a:cubicBezTo>
                <a:cubicBezTo>
                  <a:pt x="7946297" y="3147811"/>
                  <a:pt x="7862627" y="3135732"/>
                  <a:pt x="7798568" y="3141249"/>
                </a:cubicBezTo>
                <a:cubicBezTo>
                  <a:pt x="7763645" y="3127901"/>
                  <a:pt x="7782577" y="3140251"/>
                  <a:pt x="7746353" y="3137755"/>
                </a:cubicBezTo>
                <a:cubicBezTo>
                  <a:pt x="7756261" y="3150042"/>
                  <a:pt x="7702377" y="3130861"/>
                  <a:pt x="7700395" y="3144729"/>
                </a:cubicBezTo>
                <a:cubicBezTo>
                  <a:pt x="7693866" y="3143835"/>
                  <a:pt x="7687603" y="3142532"/>
                  <a:pt x="7681335" y="3141120"/>
                </a:cubicBezTo>
                <a:lnTo>
                  <a:pt x="7678044" y="3140387"/>
                </a:lnTo>
                <a:lnTo>
                  <a:pt x="7664890" y="3139855"/>
                </a:lnTo>
                <a:lnTo>
                  <a:pt x="7661183" y="3136706"/>
                </a:lnTo>
                <a:lnTo>
                  <a:pt x="7641383" y="3133755"/>
                </a:lnTo>
                <a:cubicBezTo>
                  <a:pt x="7633967" y="3133115"/>
                  <a:pt x="7625987" y="3132967"/>
                  <a:pt x="7617169" y="3133614"/>
                </a:cubicBezTo>
                <a:cubicBezTo>
                  <a:pt x="7595475" y="3139109"/>
                  <a:pt x="7561695" y="3132374"/>
                  <a:pt x="7531143" y="3132781"/>
                </a:cubicBezTo>
                <a:lnTo>
                  <a:pt x="7517113" y="3134483"/>
                </a:lnTo>
                <a:lnTo>
                  <a:pt x="7471320" y="3131645"/>
                </a:lnTo>
                <a:cubicBezTo>
                  <a:pt x="7458285" y="3131095"/>
                  <a:pt x="7444756" y="3130805"/>
                  <a:pt x="7430512" y="3131007"/>
                </a:cubicBezTo>
                <a:lnTo>
                  <a:pt x="7404071" y="3132361"/>
                </a:lnTo>
                <a:lnTo>
                  <a:pt x="7397140" y="3131239"/>
                </a:lnTo>
                <a:cubicBezTo>
                  <a:pt x="7385068" y="3131364"/>
                  <a:pt x="7369091" y="3135313"/>
                  <a:pt x="7370514" y="3130516"/>
                </a:cubicBezTo>
                <a:lnTo>
                  <a:pt x="7356953" y="3132179"/>
                </a:lnTo>
                <a:lnTo>
                  <a:pt x="7343567" y="3128350"/>
                </a:lnTo>
                <a:cubicBezTo>
                  <a:pt x="7342101" y="3127461"/>
                  <a:pt x="7340998" y="3126514"/>
                  <a:pt x="7340295" y="3125545"/>
                </a:cubicBezTo>
                <a:lnTo>
                  <a:pt x="7321348" y="3126804"/>
                </a:lnTo>
                <a:lnTo>
                  <a:pt x="7305815" y="3124063"/>
                </a:lnTo>
                <a:lnTo>
                  <a:pt x="7292274" y="3125855"/>
                </a:lnTo>
                <a:lnTo>
                  <a:pt x="7286654" y="3125451"/>
                </a:lnTo>
                <a:lnTo>
                  <a:pt x="7272685" y="3124094"/>
                </a:lnTo>
                <a:cubicBezTo>
                  <a:pt x="7265523" y="3123143"/>
                  <a:pt x="7257508" y="3121997"/>
                  <a:pt x="7248584" y="3121080"/>
                </a:cubicBezTo>
                <a:lnTo>
                  <a:pt x="7241065" y="3120661"/>
                </a:lnTo>
                <a:lnTo>
                  <a:pt x="7224696" y="3116051"/>
                </a:lnTo>
                <a:cubicBezTo>
                  <a:pt x="7212786" y="3112566"/>
                  <a:pt x="7203412" y="3110217"/>
                  <a:pt x="7193009" y="3112108"/>
                </a:cubicBezTo>
                <a:cubicBezTo>
                  <a:pt x="7175276" y="3107606"/>
                  <a:pt x="7162888" y="3094987"/>
                  <a:pt x="7137220" y="3098354"/>
                </a:cubicBezTo>
                <a:cubicBezTo>
                  <a:pt x="7145010" y="3092637"/>
                  <a:pt x="7108715" y="3097662"/>
                  <a:pt x="7104427" y="3091790"/>
                </a:cubicBezTo>
                <a:cubicBezTo>
                  <a:pt x="7102447" y="3087061"/>
                  <a:pt x="7090976" y="3087484"/>
                  <a:pt x="7082240" y="3085740"/>
                </a:cubicBezTo>
                <a:cubicBezTo>
                  <a:pt x="7076014" y="3080911"/>
                  <a:pt x="7032058" y="3076501"/>
                  <a:pt x="7016754" y="3077196"/>
                </a:cubicBezTo>
                <a:cubicBezTo>
                  <a:pt x="6973620" y="3082001"/>
                  <a:pt x="6938923" y="3062558"/>
                  <a:pt x="6904436" y="3065900"/>
                </a:cubicBezTo>
                <a:cubicBezTo>
                  <a:pt x="6895406" y="3065445"/>
                  <a:pt x="6887919" y="3064350"/>
                  <a:pt x="6881434" y="3062865"/>
                </a:cubicBezTo>
                <a:lnTo>
                  <a:pt x="6865273" y="3057749"/>
                </a:lnTo>
                <a:cubicBezTo>
                  <a:pt x="6865072" y="3056626"/>
                  <a:pt x="6864871" y="3055502"/>
                  <a:pt x="6864671" y="3054378"/>
                </a:cubicBezTo>
                <a:lnTo>
                  <a:pt x="6852599" y="3052306"/>
                </a:lnTo>
                <a:lnTo>
                  <a:pt x="6850143" y="3051232"/>
                </a:lnTo>
                <a:cubicBezTo>
                  <a:pt x="6845470" y="3049168"/>
                  <a:pt x="6840704" y="3047206"/>
                  <a:pt x="6835301" y="3045593"/>
                </a:cubicBezTo>
                <a:cubicBezTo>
                  <a:pt x="6820447" y="3058242"/>
                  <a:pt x="6786888" y="3033956"/>
                  <a:pt x="6784871" y="3046562"/>
                </a:cubicBezTo>
                <a:cubicBezTo>
                  <a:pt x="6752593" y="3039899"/>
                  <a:pt x="6759140" y="3053646"/>
                  <a:pt x="6738245" y="3037055"/>
                </a:cubicBezTo>
                <a:cubicBezTo>
                  <a:pt x="6671880" y="3034501"/>
                  <a:pt x="6603220" y="3013245"/>
                  <a:pt x="6537703" y="3017736"/>
                </a:cubicBezTo>
                <a:cubicBezTo>
                  <a:pt x="6553051" y="3013722"/>
                  <a:pt x="6541149" y="3004943"/>
                  <a:pt x="6521858" y="3004158"/>
                </a:cubicBezTo>
                <a:cubicBezTo>
                  <a:pt x="6580141" y="2987944"/>
                  <a:pt x="6428765" y="3009117"/>
                  <a:pt x="6445069" y="2992470"/>
                </a:cubicBezTo>
                <a:cubicBezTo>
                  <a:pt x="6417897" y="3005060"/>
                  <a:pt x="6310156" y="3011743"/>
                  <a:pt x="6302447" y="2994274"/>
                </a:cubicBezTo>
                <a:cubicBezTo>
                  <a:pt x="6252173" y="2986131"/>
                  <a:pt x="6198382" y="2989085"/>
                  <a:pt x="6160029" y="2973666"/>
                </a:cubicBezTo>
                <a:cubicBezTo>
                  <a:pt x="6155014" y="2975022"/>
                  <a:pt x="6149642" y="2975878"/>
                  <a:pt x="6144046" y="2976380"/>
                </a:cubicBezTo>
                <a:lnTo>
                  <a:pt x="6127670" y="2976929"/>
                </a:lnTo>
                <a:lnTo>
                  <a:pt x="6126155" y="2976245"/>
                </a:lnTo>
                <a:cubicBezTo>
                  <a:pt x="6118509" y="2974369"/>
                  <a:pt x="6113052" y="2974144"/>
                  <a:pt x="6108575" y="2974651"/>
                </a:cubicBezTo>
                <a:lnTo>
                  <a:pt x="6103746" y="2975803"/>
                </a:lnTo>
                <a:lnTo>
                  <a:pt x="6091377" y="2975180"/>
                </a:lnTo>
                <a:lnTo>
                  <a:pt x="6066183" y="2975222"/>
                </a:lnTo>
                <a:lnTo>
                  <a:pt x="6063287" y="2974353"/>
                </a:lnTo>
                <a:lnTo>
                  <a:pt x="6054813" y="2974911"/>
                </a:lnTo>
                <a:lnTo>
                  <a:pt x="6050809" y="2973985"/>
                </a:lnTo>
                <a:lnTo>
                  <a:pt x="6013979" y="2974553"/>
                </a:lnTo>
                <a:cubicBezTo>
                  <a:pt x="6013918" y="2974361"/>
                  <a:pt x="6013860" y="2974167"/>
                  <a:pt x="6013800" y="2973973"/>
                </a:cubicBezTo>
                <a:cubicBezTo>
                  <a:pt x="6012565" y="2972689"/>
                  <a:pt x="6010070" y="2971765"/>
                  <a:pt x="6004866" y="2971570"/>
                </a:cubicBezTo>
                <a:cubicBezTo>
                  <a:pt x="6017706" y="2963268"/>
                  <a:pt x="6003515" y="2968156"/>
                  <a:pt x="5987036" y="2968315"/>
                </a:cubicBezTo>
                <a:cubicBezTo>
                  <a:pt x="6003302" y="2955458"/>
                  <a:pt x="5953573" y="2961108"/>
                  <a:pt x="5950027" y="2953546"/>
                </a:cubicBezTo>
                <a:cubicBezTo>
                  <a:pt x="5937559" y="2953953"/>
                  <a:pt x="5924668" y="2954151"/>
                  <a:pt x="5911668" y="2954074"/>
                </a:cubicBezTo>
                <a:lnTo>
                  <a:pt x="5904110" y="2953861"/>
                </a:lnTo>
                <a:cubicBezTo>
                  <a:pt x="5904082" y="2953815"/>
                  <a:pt x="5904053" y="2953769"/>
                  <a:pt x="5904026" y="2953724"/>
                </a:cubicBezTo>
                <a:cubicBezTo>
                  <a:pt x="5902528" y="2953395"/>
                  <a:pt x="5900097" y="2953219"/>
                  <a:pt x="5896189" y="2953236"/>
                </a:cubicBezTo>
                <a:lnTo>
                  <a:pt x="5890331" y="2953471"/>
                </a:lnTo>
                <a:lnTo>
                  <a:pt x="5875672" y="2953056"/>
                </a:lnTo>
                <a:lnTo>
                  <a:pt x="5871070" y="2952035"/>
                </a:lnTo>
                <a:lnTo>
                  <a:pt x="5869888" y="2950364"/>
                </a:lnTo>
                <a:lnTo>
                  <a:pt x="5868461" y="2950506"/>
                </a:lnTo>
                <a:cubicBezTo>
                  <a:pt x="5857092" y="2953019"/>
                  <a:pt x="5852416" y="2957005"/>
                  <a:pt x="5843343" y="2945262"/>
                </a:cubicBezTo>
                <a:cubicBezTo>
                  <a:pt x="5817989" y="2949116"/>
                  <a:pt x="5815840" y="2942065"/>
                  <a:pt x="5784331" y="2938531"/>
                </a:cubicBezTo>
                <a:cubicBezTo>
                  <a:pt x="5769202" y="2942455"/>
                  <a:pt x="5758885" y="2940521"/>
                  <a:pt x="5749498" y="2936713"/>
                </a:cubicBezTo>
                <a:cubicBezTo>
                  <a:pt x="5717228" y="2937683"/>
                  <a:pt x="5690227" y="2931877"/>
                  <a:pt x="5655214" y="2929503"/>
                </a:cubicBezTo>
                <a:cubicBezTo>
                  <a:pt x="5614827" y="2933899"/>
                  <a:pt x="5598877" y="2923069"/>
                  <a:pt x="5561446" y="2920575"/>
                </a:cubicBezTo>
                <a:cubicBezTo>
                  <a:pt x="5525084" y="2929276"/>
                  <a:pt x="5537471" y="2911136"/>
                  <a:pt x="5519456" y="2906631"/>
                </a:cubicBezTo>
                <a:lnTo>
                  <a:pt x="5514099" y="2906097"/>
                </a:lnTo>
                <a:lnTo>
                  <a:pt x="5499273" y="2907057"/>
                </a:lnTo>
                <a:lnTo>
                  <a:pt x="5493664" y="2907817"/>
                </a:lnTo>
                <a:cubicBezTo>
                  <a:pt x="5489815" y="2908191"/>
                  <a:pt x="5487270" y="2908250"/>
                  <a:pt x="5485530" y="2908080"/>
                </a:cubicBezTo>
                <a:lnTo>
                  <a:pt x="5485337" y="2907959"/>
                </a:lnTo>
                <a:lnTo>
                  <a:pt x="5477696" y="2908455"/>
                </a:lnTo>
                <a:cubicBezTo>
                  <a:pt x="5464775" y="2909581"/>
                  <a:pt x="5452182" y="2910951"/>
                  <a:pt x="5440170" y="2912482"/>
                </a:cubicBezTo>
                <a:cubicBezTo>
                  <a:pt x="5430698" y="2905718"/>
                  <a:pt x="5385970" y="2915593"/>
                  <a:pt x="5391911" y="2902040"/>
                </a:cubicBezTo>
                <a:cubicBezTo>
                  <a:pt x="5375744" y="2903707"/>
                  <a:pt x="5365560" y="2909594"/>
                  <a:pt x="5371708" y="2900629"/>
                </a:cubicBezTo>
                <a:cubicBezTo>
                  <a:pt x="5366408" y="2900926"/>
                  <a:pt x="5363213" y="2900288"/>
                  <a:pt x="5360976" y="2899197"/>
                </a:cubicBezTo>
                <a:lnTo>
                  <a:pt x="5360345" y="2898671"/>
                </a:lnTo>
                <a:lnTo>
                  <a:pt x="5324367" y="2902593"/>
                </a:lnTo>
                <a:lnTo>
                  <a:pt x="5319673" y="2902094"/>
                </a:lnTo>
                <a:lnTo>
                  <a:pt x="5296114" y="2905958"/>
                </a:lnTo>
                <a:lnTo>
                  <a:pt x="5283999" y="2907258"/>
                </a:lnTo>
                <a:lnTo>
                  <a:pt x="5280460" y="2909063"/>
                </a:lnTo>
                <a:cubicBezTo>
                  <a:pt x="5276699" y="2910214"/>
                  <a:pt x="5271395" y="2910834"/>
                  <a:pt x="5262637" y="2910250"/>
                </a:cubicBezTo>
                <a:lnTo>
                  <a:pt x="5260635" y="2909845"/>
                </a:lnTo>
                <a:lnTo>
                  <a:pt x="5245770" y="2912842"/>
                </a:lnTo>
                <a:cubicBezTo>
                  <a:pt x="5240955" y="2914159"/>
                  <a:pt x="5236652" y="2915770"/>
                  <a:pt x="5233108" y="2917794"/>
                </a:cubicBezTo>
                <a:cubicBezTo>
                  <a:pt x="5184071" y="2909280"/>
                  <a:pt x="5136210" y="2920197"/>
                  <a:pt x="5082201" y="2920260"/>
                </a:cubicBezTo>
                <a:lnTo>
                  <a:pt x="4939211" y="2931760"/>
                </a:lnTo>
                <a:cubicBezTo>
                  <a:pt x="4920477" y="2933960"/>
                  <a:pt x="4783353" y="2943291"/>
                  <a:pt x="4794309" y="2937227"/>
                </a:cubicBezTo>
                <a:cubicBezTo>
                  <a:pt x="4736776" y="2951353"/>
                  <a:pt x="4701995" y="2938961"/>
                  <a:pt x="4637676" y="2946666"/>
                </a:cubicBezTo>
                <a:cubicBezTo>
                  <a:pt x="4603987" y="2934412"/>
                  <a:pt x="4621816" y="2946201"/>
                  <a:pt x="4585922" y="2944906"/>
                </a:cubicBezTo>
                <a:cubicBezTo>
                  <a:pt x="4594760" y="2956935"/>
                  <a:pt x="4542663" y="2939450"/>
                  <a:pt x="4539516" y="2953466"/>
                </a:cubicBezTo>
                <a:cubicBezTo>
                  <a:pt x="4533082" y="2952789"/>
                  <a:pt x="4526953" y="2951687"/>
                  <a:pt x="4520819" y="2950477"/>
                </a:cubicBezTo>
                <a:lnTo>
                  <a:pt x="4517604" y="2949852"/>
                </a:lnTo>
                <a:lnTo>
                  <a:pt x="4504537" y="2949759"/>
                </a:lnTo>
                <a:lnTo>
                  <a:pt x="4501104" y="2946715"/>
                </a:lnTo>
                <a:lnTo>
                  <a:pt x="4342695" y="2951638"/>
                </a:lnTo>
                <a:cubicBezTo>
                  <a:pt x="4328954" y="2954609"/>
                  <a:pt x="4284038" y="2957184"/>
                  <a:pt x="4274096" y="2953640"/>
                </a:cubicBezTo>
                <a:cubicBezTo>
                  <a:pt x="4264434" y="2953346"/>
                  <a:pt x="4254047" y="2955481"/>
                  <a:pt x="4248170" y="2951384"/>
                </a:cubicBezTo>
                <a:lnTo>
                  <a:pt x="4147924" y="2945945"/>
                </a:lnTo>
                <a:cubicBezTo>
                  <a:pt x="4131656" y="2952619"/>
                  <a:pt x="4104816" y="2942907"/>
                  <a:pt x="4061825" y="2944206"/>
                </a:cubicBezTo>
                <a:cubicBezTo>
                  <a:pt x="4044045" y="2951860"/>
                  <a:pt x="4032845" y="2944993"/>
                  <a:pt x="3998557" y="2955821"/>
                </a:cubicBezTo>
                <a:cubicBezTo>
                  <a:pt x="3997072" y="2955023"/>
                  <a:pt x="3995237" y="2954313"/>
                  <a:pt x="3993107" y="2953708"/>
                </a:cubicBezTo>
                <a:cubicBezTo>
                  <a:pt x="3980729" y="2950196"/>
                  <a:pt x="3961302" y="2950972"/>
                  <a:pt x="3949713" y="2955441"/>
                </a:cubicBezTo>
                <a:cubicBezTo>
                  <a:pt x="3894925" y="2970367"/>
                  <a:pt x="3844508" y="2972262"/>
                  <a:pt x="3797284" y="2977037"/>
                </a:cubicBezTo>
                <a:cubicBezTo>
                  <a:pt x="3743822" y="2981057"/>
                  <a:pt x="3778974" y="2965129"/>
                  <a:pt x="3712498" y="2979996"/>
                </a:cubicBezTo>
                <a:cubicBezTo>
                  <a:pt x="3705202" y="2975373"/>
                  <a:pt x="3696720" y="2975524"/>
                  <a:pt x="3682471" y="2978543"/>
                </a:cubicBezTo>
                <a:cubicBezTo>
                  <a:pt x="3656488" y="2980127"/>
                  <a:pt x="3658300" y="2967587"/>
                  <a:pt x="3632163" y="2976264"/>
                </a:cubicBezTo>
                <a:cubicBezTo>
                  <a:pt x="3636766" y="2969363"/>
                  <a:pt x="3582819" y="2975892"/>
                  <a:pt x="3594728" y="2968398"/>
                </a:cubicBezTo>
                <a:cubicBezTo>
                  <a:pt x="3577705" y="2963064"/>
                  <a:pt x="3569481" y="2973476"/>
                  <a:pt x="3552594" y="2968934"/>
                </a:cubicBezTo>
                <a:cubicBezTo>
                  <a:pt x="3533613" y="2968552"/>
                  <a:pt x="3563577" y="2975594"/>
                  <a:pt x="3542589" y="2977031"/>
                </a:cubicBezTo>
                <a:cubicBezTo>
                  <a:pt x="3517131" y="2977564"/>
                  <a:pt x="3517346" y="2989828"/>
                  <a:pt x="3497591" y="2975018"/>
                </a:cubicBezTo>
                <a:lnTo>
                  <a:pt x="3429352" y="2971090"/>
                </a:lnTo>
                <a:cubicBezTo>
                  <a:pt x="3414141" y="2975624"/>
                  <a:pt x="3401904" y="2974195"/>
                  <a:pt x="3389938" y="2970884"/>
                </a:cubicBezTo>
                <a:cubicBezTo>
                  <a:pt x="3354504" y="2973297"/>
                  <a:pt x="3322178" y="2968827"/>
                  <a:pt x="3282344" y="2968084"/>
                </a:cubicBezTo>
                <a:cubicBezTo>
                  <a:pt x="3239277" y="2974224"/>
                  <a:pt x="3217192" y="2964327"/>
                  <a:pt x="3174624" y="2963576"/>
                </a:cubicBezTo>
                <a:cubicBezTo>
                  <a:pt x="3132504" y="2975210"/>
                  <a:pt x="3146911" y="2949576"/>
                  <a:pt x="3111077" y="2951285"/>
                </a:cubicBezTo>
                <a:cubicBezTo>
                  <a:pt x="3052732" y="2962418"/>
                  <a:pt x="3112543" y="2942881"/>
                  <a:pt x="3022501" y="2948619"/>
                </a:cubicBezTo>
                <a:cubicBezTo>
                  <a:pt x="3017399" y="2950352"/>
                  <a:pt x="3006521" y="2948989"/>
                  <a:pt x="3007714" y="2946762"/>
                </a:cubicBezTo>
                <a:cubicBezTo>
                  <a:pt x="2987987" y="2948105"/>
                  <a:pt x="2931270" y="2937206"/>
                  <a:pt x="2903098" y="2940576"/>
                </a:cubicBezTo>
                <a:cubicBezTo>
                  <a:pt x="2848155" y="2935894"/>
                  <a:pt x="2821430" y="2947095"/>
                  <a:pt x="2781591" y="2946394"/>
                </a:cubicBezTo>
                <a:cubicBezTo>
                  <a:pt x="2735559" y="2940279"/>
                  <a:pt x="2708563" y="2934146"/>
                  <a:pt x="2627942" y="2919996"/>
                </a:cubicBezTo>
                <a:lnTo>
                  <a:pt x="2354959" y="2882080"/>
                </a:lnTo>
                <a:cubicBezTo>
                  <a:pt x="2252426" y="2847776"/>
                  <a:pt x="2124519" y="2878188"/>
                  <a:pt x="2063184" y="2879109"/>
                </a:cubicBezTo>
                <a:cubicBezTo>
                  <a:pt x="2038620" y="2892844"/>
                  <a:pt x="2017217" y="2880735"/>
                  <a:pt x="1986946" y="2887619"/>
                </a:cubicBezTo>
                <a:cubicBezTo>
                  <a:pt x="1919067" y="2894646"/>
                  <a:pt x="1852404" y="2912737"/>
                  <a:pt x="1763479" y="2909077"/>
                </a:cubicBezTo>
                <a:cubicBezTo>
                  <a:pt x="1726097" y="2949538"/>
                  <a:pt x="1621108" y="2933327"/>
                  <a:pt x="1537980" y="2960398"/>
                </a:cubicBezTo>
                <a:cubicBezTo>
                  <a:pt x="1489205" y="2967965"/>
                  <a:pt x="1410921" y="2954082"/>
                  <a:pt x="1395229" y="2975625"/>
                </a:cubicBezTo>
                <a:cubicBezTo>
                  <a:pt x="1371975" y="2964548"/>
                  <a:pt x="1352259" y="2986116"/>
                  <a:pt x="1327834" y="2989485"/>
                </a:cubicBezTo>
                <a:cubicBezTo>
                  <a:pt x="1307734" y="2982782"/>
                  <a:pt x="1298456" y="2990289"/>
                  <a:pt x="1280757" y="2992959"/>
                </a:cubicBezTo>
                <a:cubicBezTo>
                  <a:pt x="1272383" y="2988567"/>
                  <a:pt x="1257337" y="2989790"/>
                  <a:pt x="1252582" y="2995877"/>
                </a:cubicBezTo>
                <a:cubicBezTo>
                  <a:pt x="1260705" y="3008688"/>
                  <a:pt x="1207969" y="3005420"/>
                  <a:pt x="1204670" y="3014826"/>
                </a:cubicBezTo>
                <a:cubicBezTo>
                  <a:pt x="1174431" y="3018683"/>
                  <a:pt x="1041848" y="3015513"/>
                  <a:pt x="1020457" y="3031603"/>
                </a:cubicBezTo>
                <a:cubicBezTo>
                  <a:pt x="959520" y="3042500"/>
                  <a:pt x="869308" y="3024872"/>
                  <a:pt x="843248" y="3026954"/>
                </a:cubicBezTo>
                <a:cubicBezTo>
                  <a:pt x="815646" y="3001836"/>
                  <a:pt x="694189" y="3080490"/>
                  <a:pt x="583517" y="3089095"/>
                </a:cubicBezTo>
                <a:cubicBezTo>
                  <a:pt x="568425" y="3087467"/>
                  <a:pt x="560448" y="3088013"/>
                  <a:pt x="556836" y="3094374"/>
                </a:cubicBezTo>
                <a:cubicBezTo>
                  <a:pt x="528264" y="3099747"/>
                  <a:pt x="471823" y="3109156"/>
                  <a:pt x="412089" y="3121334"/>
                </a:cubicBezTo>
                <a:cubicBezTo>
                  <a:pt x="367235" y="3131096"/>
                  <a:pt x="143790" y="3139436"/>
                  <a:pt x="83929" y="315056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905833"/>
            <a:ext cx="3161297" cy="239871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Problem Statement – Anthem Inc.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90F534-FEE7-239E-50D3-A322D70766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138" b="1"/>
          <a:stretch/>
        </p:blipFill>
        <p:spPr>
          <a:xfrm>
            <a:off x="265471" y="553454"/>
            <a:ext cx="8573729" cy="246927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223084" y="3884452"/>
            <a:ext cx="4292266" cy="23987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dirty="0"/>
              <a:t>Confidentiality Issue: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 Credential-based attacks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Lax access control policies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dirty="0"/>
              <a:t>Availability Issue: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No air-gapped backups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Weak DR readiness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759" y="3752849"/>
            <a:ext cx="2468166" cy="245268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100"/>
              <a:t>Problem Statement – SolarWinds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C4480A-59B2-137D-FFE2-53E6EC5E9D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03"/>
          <a:stretch/>
        </p:blipFill>
        <p:spPr>
          <a:xfrm>
            <a:off x="20" y="10"/>
            <a:ext cx="9143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EEFD5CB7-10AE-7885-D047-DAD13FC35B4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7660591"/>
              </p:ext>
            </p:extLst>
          </p:nvPr>
        </p:nvGraphicFramePr>
        <p:xfrm>
          <a:off x="3167986" y="3752850"/>
          <a:ext cx="5614060" cy="2452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131BAD53-4E89-4F62-BBB7-26359763E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Freeform: Shape 72">
            <a:extLst>
              <a:ext uri="{FF2B5EF4-FFF2-40B4-BE49-F238E27FC236}">
                <a16:creationId xmlns:a16="http://schemas.microsoft.com/office/drawing/2014/main" id="{62756DA2-40EB-4C6F-B962-5822FFB54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24007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26142"/>
            <a:ext cx="2804505" cy="158299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Solutions – Anthem Inc.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6310" y="1809135"/>
            <a:ext cx="3216845" cy="51914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defTabSz="914400">
              <a:lnSpc>
                <a:spcPct val="120000"/>
              </a:lnSpc>
            </a:pPr>
            <a:r>
              <a:rPr lang="en-US" sz="1600" b="1" dirty="0"/>
              <a:t>1. Zero Trust Security Framework</a:t>
            </a:r>
            <a:endParaRPr lang="en-US" sz="1600" dirty="0"/>
          </a:p>
          <a:p>
            <a:pPr indent="-228600" defTabSz="9144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/>
              <a:t>Tools</a:t>
            </a:r>
            <a:r>
              <a:rPr lang="en-US" sz="1600" dirty="0"/>
              <a:t>: Cisco Duo, CrowdStrike, Okta, VMware NSX</a:t>
            </a:r>
          </a:p>
          <a:p>
            <a:pPr lvl="0" indent="-228600" defTabSz="914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Cost</a:t>
            </a:r>
            <a:r>
              <a:rPr lang="en-US" sz="1600" dirty="0"/>
              <a:t>: $1.5M, Timeline: 12 months</a:t>
            </a:r>
          </a:p>
          <a:p>
            <a:pPr lvl="0" indent="-228600" defTabSz="914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Strategy</a:t>
            </a:r>
            <a:r>
              <a:rPr lang="en-US" sz="1600" dirty="0"/>
              <a:t>: </a:t>
            </a:r>
            <a:r>
              <a:rPr lang="en-US" sz="1600" dirty="0" err="1"/>
              <a:t>Microsegmentation</a:t>
            </a:r>
            <a:r>
              <a:rPr lang="en-US" sz="1600" dirty="0"/>
              <a:t>, RBAC, MFA</a:t>
            </a:r>
          </a:p>
          <a:p>
            <a:pPr lvl="0" defTabSz="914400">
              <a:lnSpc>
                <a:spcPct val="120000"/>
              </a:lnSpc>
            </a:pPr>
            <a:endParaRPr lang="en-US" sz="1600" dirty="0"/>
          </a:p>
          <a:p>
            <a:pPr lvl="0" defTabSz="914400">
              <a:lnSpc>
                <a:spcPct val="120000"/>
              </a:lnSpc>
            </a:pPr>
            <a:r>
              <a:rPr lang="en-US" sz="1600" b="1" dirty="0"/>
              <a:t>2. Ransomware-Proof Backups</a:t>
            </a:r>
          </a:p>
          <a:p>
            <a:pPr lvl="0" indent="-228600" defTabSz="914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Tools</a:t>
            </a:r>
            <a:r>
              <a:rPr lang="en-US" sz="1600" dirty="0"/>
              <a:t>: Rubrik, Cohesity, Microsoft Sentinel</a:t>
            </a:r>
          </a:p>
          <a:p>
            <a:pPr lvl="0" indent="-228600" defTabSz="914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Cost</a:t>
            </a:r>
            <a:r>
              <a:rPr lang="en-US" sz="1600" dirty="0"/>
              <a:t>: $750K</a:t>
            </a:r>
          </a:p>
          <a:p>
            <a:pPr indent="-228600" defTabSz="9144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/>
              <a:t>Features</a:t>
            </a:r>
            <a:r>
              <a:rPr lang="en-US" sz="1600" dirty="0"/>
              <a:t>: Immutable, air-gapped, tested restores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5B73F8-E23B-9405-032A-9236F4C45B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4084092" y="2119439"/>
            <a:ext cx="4616356" cy="264286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31AE5F-97D5-41A0-F284-A2D13190B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4" name="Rectangle 63">
            <a:extLst>
              <a:ext uri="{FF2B5EF4-FFF2-40B4-BE49-F238E27FC236}">
                <a16:creationId xmlns:a16="http://schemas.microsoft.com/office/drawing/2014/main" id="{131BAD53-4E89-4F62-BBB7-26359763E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62756DA2-40EB-4C6F-B962-5822FFB54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24007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C8DFF9-21F4-7379-1A93-CC5CE137B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09600"/>
            <a:ext cx="2804505" cy="133083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Solutions – SolarWinds</a:t>
            </a:r>
            <a:endParaRPr lang="en-US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D66AFC-4E2A-702B-9501-BCD45C1129FA}"/>
              </a:ext>
            </a:extLst>
          </p:cNvPr>
          <p:cNvSpPr txBox="1"/>
          <p:nvPr/>
        </p:nvSpPr>
        <p:spPr>
          <a:xfrm>
            <a:off x="646774" y="2194102"/>
            <a:ext cx="2570251" cy="39085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600" b="1" dirty="0"/>
              <a:t>1. Secure Dev Pipeline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/>
              <a:t>Tools</a:t>
            </a:r>
            <a:r>
              <a:rPr lang="en-US" sz="1600" dirty="0"/>
              <a:t>: Bazel, </a:t>
            </a:r>
            <a:r>
              <a:rPr lang="en-US" sz="1600" dirty="0" err="1"/>
              <a:t>Grafeas</a:t>
            </a:r>
            <a:r>
              <a:rPr lang="en-US" sz="1600" dirty="0"/>
              <a:t>, </a:t>
            </a:r>
            <a:r>
              <a:rPr lang="en-US" sz="1600" dirty="0" err="1"/>
              <a:t>GitGuardian</a:t>
            </a:r>
            <a:r>
              <a:rPr lang="en-US" sz="1600" dirty="0"/>
              <a:t>, </a:t>
            </a:r>
            <a:r>
              <a:rPr lang="en-US" sz="1600" dirty="0" err="1"/>
              <a:t>Sigstore</a:t>
            </a:r>
            <a:endParaRPr lang="en-US" sz="1600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/>
              <a:t>Cost</a:t>
            </a:r>
            <a:r>
              <a:rPr lang="en-US" sz="1600" dirty="0"/>
              <a:t>: </a:t>
            </a:r>
            <a:r>
              <a:rPr lang="en-US" sz="1600" b="1" dirty="0"/>
              <a:t>$900K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/>
              <a:t>Goals</a:t>
            </a:r>
            <a:r>
              <a:rPr lang="en-US" sz="1600" dirty="0"/>
              <a:t>: Reproducibility, audit, validation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dirty="0"/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600" b="1" dirty="0"/>
              <a:t>2. MFA and Credential Hardening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/>
              <a:t>Tools</a:t>
            </a:r>
            <a:r>
              <a:rPr lang="en-US" sz="1600" dirty="0"/>
              <a:t>: CyberArk, </a:t>
            </a:r>
            <a:r>
              <a:rPr lang="en-US" sz="1600" dirty="0" err="1"/>
              <a:t>HashiCorp</a:t>
            </a:r>
            <a:r>
              <a:rPr lang="en-US" sz="1600" dirty="0"/>
              <a:t> Vault, YubiKeys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/>
              <a:t>Cost</a:t>
            </a:r>
            <a:r>
              <a:rPr lang="en-US" sz="1600" dirty="0"/>
              <a:t>: $450K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/>
              <a:t>Benefits</a:t>
            </a:r>
            <a:r>
              <a:rPr lang="en-US" sz="1600" dirty="0"/>
              <a:t>: Strong identity enforcement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F999A4-2961-D0BD-7A06-6828D7A099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4084092" y="1258529"/>
            <a:ext cx="4616356" cy="4503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4149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7" name="Rectangle 66">
            <a:extLst>
              <a:ext uri="{FF2B5EF4-FFF2-40B4-BE49-F238E27FC236}">
                <a16:creationId xmlns:a16="http://schemas.microsoft.com/office/drawing/2014/main" id="{5628E5CB-913B-4378-97CE-18C9F6410C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7188"/>
            <a:ext cx="3647136" cy="556929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Implementation Timeline</a:t>
            </a:r>
          </a:p>
        </p:txBody>
      </p:sp>
      <p:graphicFrame>
        <p:nvGraphicFramePr>
          <p:cNvPr id="21" name="TextBox 2">
            <a:extLst>
              <a:ext uri="{FF2B5EF4-FFF2-40B4-BE49-F238E27FC236}">
                <a16:creationId xmlns:a16="http://schemas.microsoft.com/office/drawing/2014/main" id="{4F9FCE50-AA5B-57FD-619D-02C019D9A3C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45236239"/>
              </p:ext>
            </p:extLst>
          </p:nvPr>
        </p:nvGraphicFramePr>
        <p:xfrm>
          <a:off x="4050889" y="621792"/>
          <a:ext cx="4768645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Course Knowledge Integration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7725701B-B4BB-0B28-0380-E4CDA7B1FB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75788987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7188"/>
            <a:ext cx="7886700" cy="113349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45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Key Takeaways</a:t>
            </a:r>
          </a:p>
        </p:txBody>
      </p:sp>
      <p:graphicFrame>
        <p:nvGraphicFramePr>
          <p:cNvPr id="19" name="TextBox 2">
            <a:extLst>
              <a:ext uri="{FF2B5EF4-FFF2-40B4-BE49-F238E27FC236}">
                <a16:creationId xmlns:a16="http://schemas.microsoft.com/office/drawing/2014/main" id="{BF9F3594-330C-DA02-2137-B8DD3843A52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3044278"/>
              </p:ext>
            </p:extLst>
          </p:nvPr>
        </p:nvGraphicFramePr>
        <p:xfrm>
          <a:off x="628650" y="1828800"/>
          <a:ext cx="78867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6" name="Rectangle 65">
            <a:extLst>
              <a:ext uri="{FF2B5EF4-FFF2-40B4-BE49-F238E27FC236}">
                <a16:creationId xmlns:a16="http://schemas.microsoft.com/office/drawing/2014/main" id="{0E91F5CA-B392-444C-88E3-BF5BAAEBDE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459807F-B6FA-44D3-9A53-C55B6B5688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80681"/>
            <a:ext cx="9144000" cy="2777318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1295" y="5279511"/>
            <a:ext cx="7261411" cy="7398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100">
                <a:solidFill>
                  <a:schemeClr val="tx1">
                    <a:lumMod val="85000"/>
                    <a:lumOff val="15000"/>
                  </a:schemeClr>
                </a:solidFill>
              </a:rPr>
              <a:t>Thank You / Q&amp;A</a:t>
            </a:r>
          </a:p>
        </p:txBody>
      </p:sp>
      <p:pic>
        <p:nvPicPr>
          <p:cNvPr id="5" name="Picture 4" descr="Question mark boxes">
            <a:extLst>
              <a:ext uri="{FF2B5EF4-FFF2-40B4-BE49-F238E27FC236}">
                <a16:creationId xmlns:a16="http://schemas.microsoft.com/office/drawing/2014/main" id="{F96B12BA-78D8-3C3D-FED3-D520421FEE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482" r="4140" b="-1"/>
          <a:stretch/>
        </p:blipFill>
        <p:spPr>
          <a:xfrm>
            <a:off x="20" y="10"/>
            <a:ext cx="9143979" cy="5886523"/>
          </a:xfrm>
          <a:custGeom>
            <a:avLst/>
            <a:gdLst/>
            <a:ahLst/>
            <a:cxnLst/>
            <a:rect l="l" t="t" r="r" b="b"/>
            <a:pathLst>
              <a:path w="12191999" h="5886533">
                <a:moveTo>
                  <a:pt x="4721173" y="4907914"/>
                </a:moveTo>
                <a:lnTo>
                  <a:pt x="4722109" y="4908125"/>
                </a:lnTo>
                <a:cubicBezTo>
                  <a:pt x="4721143" y="4908767"/>
                  <a:pt x="4718263" y="4909373"/>
                  <a:pt x="4717199" y="4909396"/>
                </a:cubicBezTo>
                <a:close/>
                <a:moveTo>
                  <a:pt x="0" y="0"/>
                </a:moveTo>
                <a:lnTo>
                  <a:pt x="12191999" y="0"/>
                </a:lnTo>
                <a:lnTo>
                  <a:pt x="12191999" y="5751311"/>
                </a:lnTo>
                <a:lnTo>
                  <a:pt x="12140860" y="5770509"/>
                </a:lnTo>
                <a:cubicBezTo>
                  <a:pt x="12126656" y="5772723"/>
                  <a:pt x="12093589" y="5827925"/>
                  <a:pt x="12080161" y="5826358"/>
                </a:cubicBezTo>
                <a:cubicBezTo>
                  <a:pt x="11978188" y="5850511"/>
                  <a:pt x="11967361" y="5873564"/>
                  <a:pt x="11917885" y="5861578"/>
                </a:cubicBezTo>
                <a:cubicBezTo>
                  <a:pt x="11872779" y="5859863"/>
                  <a:pt x="11928861" y="5896778"/>
                  <a:pt x="11894610" y="5883738"/>
                </a:cubicBezTo>
                <a:cubicBezTo>
                  <a:pt x="11860359" y="5870698"/>
                  <a:pt x="11736091" y="5807232"/>
                  <a:pt x="11712379" y="5783337"/>
                </a:cubicBezTo>
                <a:cubicBezTo>
                  <a:pt x="11688667" y="5759442"/>
                  <a:pt x="11627912" y="5782933"/>
                  <a:pt x="11585366" y="5740371"/>
                </a:cubicBezTo>
                <a:lnTo>
                  <a:pt x="11516470" y="5663679"/>
                </a:lnTo>
                <a:cubicBezTo>
                  <a:pt x="11468274" y="5661847"/>
                  <a:pt x="11507335" y="5626593"/>
                  <a:pt x="11462692" y="5610127"/>
                </a:cubicBezTo>
                <a:cubicBezTo>
                  <a:pt x="11417567" y="5608500"/>
                  <a:pt x="11408021" y="5556613"/>
                  <a:pt x="11369712" y="5548654"/>
                </a:cubicBezTo>
                <a:cubicBezTo>
                  <a:pt x="11354317" y="5554704"/>
                  <a:pt x="11288328" y="5499810"/>
                  <a:pt x="11273969" y="5488986"/>
                </a:cubicBezTo>
                <a:cubicBezTo>
                  <a:pt x="11231913" y="5490378"/>
                  <a:pt x="11221973" y="5480544"/>
                  <a:pt x="11195084" y="5467967"/>
                </a:cubicBezTo>
                <a:cubicBezTo>
                  <a:pt x="11164086" y="5497749"/>
                  <a:pt x="11171649" y="5471790"/>
                  <a:pt x="11143408" y="5468614"/>
                </a:cubicBezTo>
                <a:cubicBezTo>
                  <a:pt x="11125906" y="5464975"/>
                  <a:pt x="11102603" y="5460835"/>
                  <a:pt x="11085935" y="5459365"/>
                </a:cubicBezTo>
                <a:cubicBezTo>
                  <a:pt x="11057493" y="5459661"/>
                  <a:pt x="11029906" y="5441496"/>
                  <a:pt x="11030953" y="5456484"/>
                </a:cubicBezTo>
                <a:cubicBezTo>
                  <a:pt x="11007784" y="5459001"/>
                  <a:pt x="10982005" y="5463178"/>
                  <a:pt x="10951060" y="5461240"/>
                </a:cubicBezTo>
                <a:cubicBezTo>
                  <a:pt x="10885365" y="5424406"/>
                  <a:pt x="10915288" y="5460968"/>
                  <a:pt x="10857721" y="5448157"/>
                </a:cubicBezTo>
                <a:cubicBezTo>
                  <a:pt x="10806646" y="5435790"/>
                  <a:pt x="10707075" y="5402712"/>
                  <a:pt x="10644616" y="5387039"/>
                </a:cubicBezTo>
                <a:cubicBezTo>
                  <a:pt x="10616446" y="5382224"/>
                  <a:pt x="10558603" y="5371613"/>
                  <a:pt x="10519277" y="5366793"/>
                </a:cubicBezTo>
                <a:cubicBezTo>
                  <a:pt x="10495461" y="5368312"/>
                  <a:pt x="10473830" y="5354868"/>
                  <a:pt x="10445981" y="5364735"/>
                </a:cubicBezTo>
                <a:cubicBezTo>
                  <a:pt x="10436536" y="5368773"/>
                  <a:pt x="10409281" y="5367966"/>
                  <a:pt x="10383865" y="5360888"/>
                </a:cubicBezTo>
                <a:cubicBezTo>
                  <a:pt x="10374827" y="5369095"/>
                  <a:pt x="10347864" y="5360432"/>
                  <a:pt x="10336852" y="5360277"/>
                </a:cubicBezTo>
                <a:cubicBezTo>
                  <a:pt x="10323586" y="5366987"/>
                  <a:pt x="10274741" y="5357921"/>
                  <a:pt x="10261098" y="5350526"/>
                </a:cubicBezTo>
                <a:lnTo>
                  <a:pt x="10126497" y="5339011"/>
                </a:lnTo>
                <a:lnTo>
                  <a:pt x="10082166" y="5336916"/>
                </a:lnTo>
                <a:cubicBezTo>
                  <a:pt x="10074567" y="5338985"/>
                  <a:pt x="10046860" y="5337657"/>
                  <a:pt x="10039237" y="5338580"/>
                </a:cubicBezTo>
                <a:cubicBezTo>
                  <a:pt x="9998458" y="5328479"/>
                  <a:pt x="9984394" y="5327989"/>
                  <a:pt x="9960016" y="5323065"/>
                </a:cubicBezTo>
                <a:cubicBezTo>
                  <a:pt x="9918980" y="5322923"/>
                  <a:pt x="9888741" y="5326122"/>
                  <a:pt x="9847789" y="5316297"/>
                </a:cubicBezTo>
                <a:lnTo>
                  <a:pt x="9728306" y="5296090"/>
                </a:lnTo>
                <a:cubicBezTo>
                  <a:pt x="9675056" y="5305676"/>
                  <a:pt x="9602035" y="5297282"/>
                  <a:pt x="9584504" y="5284670"/>
                </a:cubicBezTo>
                <a:cubicBezTo>
                  <a:pt x="9518952" y="5270394"/>
                  <a:pt x="9415429" y="5244268"/>
                  <a:pt x="9343049" y="5238968"/>
                </a:cubicBezTo>
                <a:lnTo>
                  <a:pt x="9231367" y="5187063"/>
                </a:lnTo>
                <a:lnTo>
                  <a:pt x="9194807" y="5176984"/>
                </a:lnTo>
                <a:lnTo>
                  <a:pt x="9189243" y="5167745"/>
                </a:lnTo>
                <a:lnTo>
                  <a:pt x="9151229" y="5156543"/>
                </a:lnTo>
                <a:lnTo>
                  <a:pt x="9150207" y="5157608"/>
                </a:lnTo>
                <a:cubicBezTo>
                  <a:pt x="9147045" y="5159739"/>
                  <a:pt x="9143081" y="5160831"/>
                  <a:pt x="9137315" y="5159777"/>
                </a:cubicBezTo>
                <a:cubicBezTo>
                  <a:pt x="9138862" y="5179261"/>
                  <a:pt x="9130952" y="5165972"/>
                  <a:pt x="9113809" y="5161143"/>
                </a:cubicBezTo>
                <a:cubicBezTo>
                  <a:pt x="9112388" y="5190326"/>
                  <a:pt x="9068114" y="5155892"/>
                  <a:pt x="9053450" y="5169457"/>
                </a:cubicBezTo>
                <a:lnTo>
                  <a:pt x="9005483" y="5166172"/>
                </a:lnTo>
                <a:lnTo>
                  <a:pt x="9005198" y="5166412"/>
                </a:lnTo>
                <a:cubicBezTo>
                  <a:pt x="9003143" y="5166632"/>
                  <a:pt x="9000324" y="5166304"/>
                  <a:pt x="8996229" y="5165201"/>
                </a:cubicBezTo>
                <a:lnTo>
                  <a:pt x="8990391" y="5163140"/>
                </a:lnTo>
                <a:lnTo>
                  <a:pt x="8974334" y="5159914"/>
                </a:lnTo>
                <a:lnTo>
                  <a:pt x="8968008" y="5160614"/>
                </a:lnTo>
                <a:lnTo>
                  <a:pt x="8963045" y="5162839"/>
                </a:lnTo>
                <a:cubicBezTo>
                  <a:pt x="8954690" y="5154888"/>
                  <a:pt x="8955517" y="5145940"/>
                  <a:pt x="8928985" y="5166027"/>
                </a:cubicBezTo>
                <a:cubicBezTo>
                  <a:pt x="8898031" y="5165007"/>
                  <a:pt x="8789300" y="5150352"/>
                  <a:pt x="8752441" y="5146795"/>
                </a:cubicBezTo>
                <a:cubicBezTo>
                  <a:pt x="8719819" y="5136075"/>
                  <a:pt x="8748194" y="5149736"/>
                  <a:pt x="8707844" y="5144694"/>
                </a:cubicBezTo>
                <a:cubicBezTo>
                  <a:pt x="8671606" y="5125159"/>
                  <a:pt x="8639142" y="5141599"/>
                  <a:pt x="8596068" y="5136122"/>
                </a:cubicBezTo>
                <a:lnTo>
                  <a:pt x="8525227" y="5150964"/>
                </a:lnTo>
                <a:lnTo>
                  <a:pt x="8510980" y="5145049"/>
                </a:lnTo>
                <a:lnTo>
                  <a:pt x="8506164" y="5142048"/>
                </a:lnTo>
                <a:cubicBezTo>
                  <a:pt x="8502646" y="5140271"/>
                  <a:pt x="8500045" y="5139460"/>
                  <a:pt x="8497965" y="5139310"/>
                </a:cubicBezTo>
                <a:lnTo>
                  <a:pt x="8497591" y="5139489"/>
                </a:lnTo>
                <a:lnTo>
                  <a:pt x="8490246" y="5136439"/>
                </a:lnTo>
                <a:lnTo>
                  <a:pt x="8367179" y="5122397"/>
                </a:lnTo>
                <a:cubicBezTo>
                  <a:pt x="8362021" y="5120372"/>
                  <a:pt x="8357730" y="5120720"/>
                  <a:pt x="8353796" y="5122203"/>
                </a:cubicBezTo>
                <a:lnTo>
                  <a:pt x="8352369" y="5123043"/>
                </a:lnTo>
                <a:lnTo>
                  <a:pt x="8320101" y="5105625"/>
                </a:lnTo>
                <a:lnTo>
                  <a:pt x="8314429" y="5105299"/>
                </a:lnTo>
                <a:lnTo>
                  <a:pt x="8295170" y="5091404"/>
                </a:lnTo>
                <a:lnTo>
                  <a:pt x="8284273" y="5085581"/>
                </a:lnTo>
                <a:lnTo>
                  <a:pt x="8283146" y="5081138"/>
                </a:lnTo>
                <a:cubicBezTo>
                  <a:pt x="8280842" y="5077893"/>
                  <a:pt x="8276148" y="5075245"/>
                  <a:pt x="8266072" y="5073963"/>
                </a:cubicBezTo>
                <a:lnTo>
                  <a:pt x="8263373" y="5074193"/>
                </a:lnTo>
                <a:lnTo>
                  <a:pt x="8252030" y="5064350"/>
                </a:lnTo>
                <a:cubicBezTo>
                  <a:pt x="8248856" y="5060500"/>
                  <a:pt x="8246644" y="5056218"/>
                  <a:pt x="8245831" y="5051358"/>
                </a:cubicBezTo>
                <a:cubicBezTo>
                  <a:pt x="8181824" y="5054265"/>
                  <a:pt x="8147127" y="5020143"/>
                  <a:pt x="8090268" y="5005197"/>
                </a:cubicBezTo>
                <a:cubicBezTo>
                  <a:pt x="8025464" y="4982055"/>
                  <a:pt x="7967067" y="4960819"/>
                  <a:pt x="7905404" y="4963224"/>
                </a:cubicBezTo>
                <a:cubicBezTo>
                  <a:pt x="7835116" y="4948312"/>
                  <a:pt x="7780962" y="4946081"/>
                  <a:pt x="7718741" y="4937509"/>
                </a:cubicBezTo>
                <a:lnTo>
                  <a:pt x="7614343" y="4940980"/>
                </a:lnTo>
                <a:lnTo>
                  <a:pt x="7527539" y="4935152"/>
                </a:lnTo>
                <a:lnTo>
                  <a:pt x="7519567" y="4932599"/>
                </a:lnTo>
                <a:cubicBezTo>
                  <a:pt x="7513989" y="4931260"/>
                  <a:pt x="7510169" y="4930910"/>
                  <a:pt x="7507408" y="4931264"/>
                </a:cubicBezTo>
                <a:lnTo>
                  <a:pt x="7507036" y="4931591"/>
                </a:lnTo>
                <a:lnTo>
                  <a:pt x="7495791" y="4929639"/>
                </a:lnTo>
                <a:cubicBezTo>
                  <a:pt x="7476982" y="4925521"/>
                  <a:pt x="7422524" y="4942937"/>
                  <a:pt x="7405387" y="4937744"/>
                </a:cubicBezTo>
                <a:cubicBezTo>
                  <a:pt x="7374785" y="4940694"/>
                  <a:pt x="7333986" y="4941799"/>
                  <a:pt x="7312176" y="4947339"/>
                </a:cubicBezTo>
                <a:lnTo>
                  <a:pt x="7310849" y="4948781"/>
                </a:lnTo>
                <a:lnTo>
                  <a:pt x="7218556" y="4923532"/>
                </a:lnTo>
                <a:lnTo>
                  <a:pt x="7201098" y="4918982"/>
                </a:lnTo>
                <a:lnTo>
                  <a:pt x="7197000" y="4913624"/>
                </a:lnTo>
                <a:cubicBezTo>
                  <a:pt x="7192108" y="4910101"/>
                  <a:pt x="7184502" y="4907962"/>
                  <a:pt x="7170804" y="4908976"/>
                </a:cubicBezTo>
                <a:lnTo>
                  <a:pt x="7096984" y="4896748"/>
                </a:lnTo>
                <a:cubicBezTo>
                  <a:pt x="7061144" y="4895770"/>
                  <a:pt x="7050185" y="4894793"/>
                  <a:pt x="7018492" y="4897122"/>
                </a:cubicBezTo>
                <a:cubicBezTo>
                  <a:pt x="6937524" y="4886184"/>
                  <a:pt x="6943641" y="4862018"/>
                  <a:pt x="6904142" y="4867616"/>
                </a:cubicBezTo>
                <a:cubicBezTo>
                  <a:pt x="6871918" y="4872824"/>
                  <a:pt x="6787985" y="4853750"/>
                  <a:pt x="6708218" y="4839661"/>
                </a:cubicBezTo>
                <a:cubicBezTo>
                  <a:pt x="6649102" y="4830206"/>
                  <a:pt x="6628102" y="4816105"/>
                  <a:pt x="6549451" y="4810885"/>
                </a:cubicBezTo>
                <a:cubicBezTo>
                  <a:pt x="6472150" y="4766795"/>
                  <a:pt x="6409692" y="4790518"/>
                  <a:pt x="6317556" y="4764085"/>
                </a:cubicBezTo>
                <a:cubicBezTo>
                  <a:pt x="6297547" y="4748563"/>
                  <a:pt x="6209288" y="4765756"/>
                  <a:pt x="6168670" y="4761998"/>
                </a:cubicBezTo>
                <a:cubicBezTo>
                  <a:pt x="6128052" y="4758240"/>
                  <a:pt x="6090536" y="4744692"/>
                  <a:pt x="6073844" y="4741536"/>
                </a:cubicBezTo>
                <a:lnTo>
                  <a:pt x="6068526" y="4743073"/>
                </a:lnTo>
                <a:lnTo>
                  <a:pt x="6048634" y="4742390"/>
                </a:lnTo>
                <a:lnTo>
                  <a:pt x="6041279" y="4750739"/>
                </a:lnTo>
                <a:lnTo>
                  <a:pt x="6010088" y="4755832"/>
                </a:lnTo>
                <a:cubicBezTo>
                  <a:pt x="5998677" y="4756419"/>
                  <a:pt x="5970124" y="4755506"/>
                  <a:pt x="5957373" y="4752188"/>
                </a:cubicBezTo>
                <a:lnTo>
                  <a:pt x="5758915" y="4736496"/>
                </a:lnTo>
                <a:lnTo>
                  <a:pt x="5626957" y="4735473"/>
                </a:lnTo>
                <a:lnTo>
                  <a:pt x="5470902" y="4749493"/>
                </a:lnTo>
                <a:cubicBezTo>
                  <a:pt x="5478131" y="4762521"/>
                  <a:pt x="5439006" y="4748455"/>
                  <a:pt x="5432757" y="4760746"/>
                </a:cubicBezTo>
                <a:cubicBezTo>
                  <a:pt x="5429365" y="4770778"/>
                  <a:pt x="5391824" y="4775462"/>
                  <a:pt x="5381664" y="4778448"/>
                </a:cubicBezTo>
                <a:lnTo>
                  <a:pt x="5261760" y="4798865"/>
                </a:lnTo>
                <a:cubicBezTo>
                  <a:pt x="5251595" y="4799049"/>
                  <a:pt x="5230547" y="4807359"/>
                  <a:pt x="5222959" y="4809989"/>
                </a:cubicBezTo>
                <a:lnTo>
                  <a:pt x="5174657" y="4812979"/>
                </a:lnTo>
                <a:lnTo>
                  <a:pt x="5156551" y="4820202"/>
                </a:lnTo>
                <a:lnTo>
                  <a:pt x="5142595" y="4823602"/>
                </a:lnTo>
                <a:lnTo>
                  <a:pt x="5139593" y="4825703"/>
                </a:lnTo>
                <a:cubicBezTo>
                  <a:pt x="5133873" y="4829743"/>
                  <a:pt x="5128076" y="4833554"/>
                  <a:pt x="5121656" y="4836556"/>
                </a:cubicBezTo>
                <a:cubicBezTo>
                  <a:pt x="5108317" y="4807937"/>
                  <a:pt x="5064853" y="4857373"/>
                  <a:pt x="5065787" y="4829985"/>
                </a:cubicBezTo>
                <a:cubicBezTo>
                  <a:pt x="5028193" y="4841501"/>
                  <a:pt x="5038944" y="4812412"/>
                  <a:pt x="5011510" y="4846366"/>
                </a:cubicBezTo>
                <a:cubicBezTo>
                  <a:pt x="4937023" y="4845983"/>
                  <a:pt x="4916353" y="4832976"/>
                  <a:pt x="4840437" y="4870383"/>
                </a:cubicBezTo>
                <a:cubicBezTo>
                  <a:pt x="4806739" y="4887025"/>
                  <a:pt x="4784106" y="4898171"/>
                  <a:pt x="4762444" y="4898151"/>
                </a:cubicBezTo>
                <a:cubicBezTo>
                  <a:pt x="4741323" y="4902652"/>
                  <a:pt x="4729481" y="4905474"/>
                  <a:pt x="4723182" y="4907166"/>
                </a:cubicBezTo>
                <a:lnTo>
                  <a:pt x="4721173" y="4907914"/>
                </a:lnTo>
                <a:lnTo>
                  <a:pt x="4715524" y="4906639"/>
                </a:lnTo>
                <a:cubicBezTo>
                  <a:pt x="4680148" y="4913595"/>
                  <a:pt x="4524744" y="4914403"/>
                  <a:pt x="4515810" y="4916541"/>
                </a:cubicBezTo>
                <a:cubicBezTo>
                  <a:pt x="4457819" y="4929653"/>
                  <a:pt x="4462659" y="4930394"/>
                  <a:pt x="4428539" y="4927192"/>
                </a:cubicBezTo>
                <a:cubicBezTo>
                  <a:pt x="4423303" y="4923821"/>
                  <a:pt x="4368974" y="4930115"/>
                  <a:pt x="4362872" y="4928538"/>
                </a:cubicBezTo>
                <a:lnTo>
                  <a:pt x="4316962" y="4921923"/>
                </a:lnTo>
                <a:lnTo>
                  <a:pt x="4315106" y="4923264"/>
                </a:lnTo>
                <a:cubicBezTo>
                  <a:pt x="4306123" y="4926635"/>
                  <a:pt x="4299993" y="4926634"/>
                  <a:pt x="4295140" y="4925143"/>
                </a:cubicBezTo>
                <a:lnTo>
                  <a:pt x="4290059" y="4922226"/>
                </a:lnTo>
                <a:lnTo>
                  <a:pt x="4276138" y="4922472"/>
                </a:lnTo>
                <a:lnTo>
                  <a:pt x="4248113" y="4920148"/>
                </a:lnTo>
                <a:lnTo>
                  <a:pt x="4202046" y="4922943"/>
                </a:lnTo>
                <a:cubicBezTo>
                  <a:pt x="4201945" y="4923363"/>
                  <a:pt x="4201842" y="4923782"/>
                  <a:pt x="4201741" y="4924202"/>
                </a:cubicBezTo>
                <a:cubicBezTo>
                  <a:pt x="4200116" y="4927039"/>
                  <a:pt x="4197140" y="4929158"/>
                  <a:pt x="4191245" y="4929836"/>
                </a:cubicBezTo>
                <a:cubicBezTo>
                  <a:pt x="4204212" y="4947125"/>
                  <a:pt x="4161274" y="4945230"/>
                  <a:pt x="4142742" y="4945701"/>
                </a:cubicBezTo>
                <a:cubicBezTo>
                  <a:pt x="4124717" y="4952767"/>
                  <a:pt x="4099099" y="4966347"/>
                  <a:pt x="4083094" y="4972234"/>
                </a:cubicBezTo>
                <a:lnTo>
                  <a:pt x="4074543" y="4973069"/>
                </a:lnTo>
                <a:cubicBezTo>
                  <a:pt x="4074504" y="4973170"/>
                  <a:pt x="4074463" y="4973269"/>
                  <a:pt x="4074424" y="4973368"/>
                </a:cubicBezTo>
                <a:cubicBezTo>
                  <a:pt x="4072678" y="4974152"/>
                  <a:pt x="4069906" y="4974653"/>
                  <a:pt x="4065507" y="4974812"/>
                </a:cubicBezTo>
                <a:lnTo>
                  <a:pt x="4058951" y="4974594"/>
                </a:lnTo>
                <a:lnTo>
                  <a:pt x="4042361" y="4976215"/>
                </a:lnTo>
                <a:lnTo>
                  <a:pt x="4036993" y="4978649"/>
                </a:lnTo>
                <a:lnTo>
                  <a:pt x="4035360" y="4982316"/>
                </a:lnTo>
                <a:lnTo>
                  <a:pt x="4033775" y="4982081"/>
                </a:lnTo>
                <a:cubicBezTo>
                  <a:pt x="4021424" y="4977217"/>
                  <a:pt x="4016874" y="4968841"/>
                  <a:pt x="4004535" y="4994649"/>
                </a:cubicBezTo>
                <a:cubicBezTo>
                  <a:pt x="3976667" y="4987584"/>
                  <a:pt x="3972977" y="5002913"/>
                  <a:pt x="3936843" y="5012106"/>
                </a:cubicBezTo>
                <a:cubicBezTo>
                  <a:pt x="3920506" y="5004382"/>
                  <a:pt x="3908535" y="5009071"/>
                  <a:pt x="3897272" y="5017761"/>
                </a:cubicBezTo>
                <a:cubicBezTo>
                  <a:pt x="3861092" y="5017265"/>
                  <a:pt x="3829628" y="5031135"/>
                  <a:pt x="3789757" y="5037999"/>
                </a:cubicBezTo>
                <a:cubicBezTo>
                  <a:pt x="3741007" y="5052705"/>
                  <a:pt x="3725129" y="5054682"/>
                  <a:pt x="3682510" y="5061922"/>
                </a:cubicBezTo>
                <a:lnTo>
                  <a:pt x="3610032" y="5094193"/>
                </a:lnTo>
                <a:lnTo>
                  <a:pt x="3603852" y="5092831"/>
                </a:lnTo>
                <a:cubicBezTo>
                  <a:pt x="3599580" y="5092212"/>
                  <a:pt x="3596726" y="5092212"/>
                  <a:pt x="3594733" y="5092667"/>
                </a:cubicBezTo>
                <a:lnTo>
                  <a:pt x="3594498" y="5092936"/>
                </a:lnTo>
                <a:lnTo>
                  <a:pt x="3585975" y="5092246"/>
                </a:lnTo>
                <a:cubicBezTo>
                  <a:pt x="3571623" y="5090455"/>
                  <a:pt x="3549389" y="5104654"/>
                  <a:pt x="3536132" y="5101945"/>
                </a:cubicBezTo>
                <a:cubicBezTo>
                  <a:pt x="3513940" y="5106241"/>
                  <a:pt x="3488622" y="5099976"/>
                  <a:pt x="3473220" y="5105606"/>
                </a:cubicBezTo>
                <a:lnTo>
                  <a:pt x="3400725" y="5117654"/>
                </a:lnTo>
                <a:lnTo>
                  <a:pt x="3375935" y="5106247"/>
                </a:lnTo>
                <a:lnTo>
                  <a:pt x="3348219" y="5109860"/>
                </a:lnTo>
                <a:cubicBezTo>
                  <a:pt x="3337206" y="5110533"/>
                  <a:pt x="3327054" y="5111295"/>
                  <a:pt x="3319639" y="5114795"/>
                </a:cubicBezTo>
                <a:lnTo>
                  <a:pt x="3248529" y="5133347"/>
                </a:lnTo>
                <a:lnTo>
                  <a:pt x="3210308" y="5119794"/>
                </a:lnTo>
                <a:cubicBezTo>
                  <a:pt x="3206088" y="5117870"/>
                  <a:pt x="3200152" y="5117326"/>
                  <a:pt x="3190375" y="5119915"/>
                </a:cubicBezTo>
                <a:lnTo>
                  <a:pt x="3188145" y="5121096"/>
                </a:lnTo>
                <a:cubicBezTo>
                  <a:pt x="3182625" y="5119116"/>
                  <a:pt x="3141856" y="5121682"/>
                  <a:pt x="3108596" y="5122416"/>
                </a:cubicBezTo>
                <a:cubicBezTo>
                  <a:pt x="3055968" y="5124842"/>
                  <a:pt x="3048940" y="5117475"/>
                  <a:pt x="2988584" y="5125502"/>
                </a:cubicBezTo>
                <a:cubicBezTo>
                  <a:pt x="2928853" y="5129690"/>
                  <a:pt x="2917951" y="5124649"/>
                  <a:pt x="2876540" y="5133019"/>
                </a:cubicBezTo>
                <a:lnTo>
                  <a:pt x="2626864" y="5133771"/>
                </a:lnTo>
                <a:cubicBezTo>
                  <a:pt x="2562348" y="5111858"/>
                  <a:pt x="2563422" y="5142456"/>
                  <a:pt x="2491422" y="5135486"/>
                </a:cubicBezTo>
                <a:cubicBezTo>
                  <a:pt x="2433091" y="5200962"/>
                  <a:pt x="2455709" y="5160483"/>
                  <a:pt x="2415617" y="5168715"/>
                </a:cubicBezTo>
                <a:lnTo>
                  <a:pt x="2290098" y="5166151"/>
                </a:lnTo>
                <a:cubicBezTo>
                  <a:pt x="2257057" y="5152522"/>
                  <a:pt x="2202458" y="5187690"/>
                  <a:pt x="2161714" y="5169302"/>
                </a:cubicBezTo>
                <a:cubicBezTo>
                  <a:pt x="2122714" y="5172302"/>
                  <a:pt x="2080450" y="5180350"/>
                  <a:pt x="2056089" y="5184144"/>
                </a:cubicBezTo>
                <a:cubicBezTo>
                  <a:pt x="2019828" y="5191108"/>
                  <a:pt x="1978839" y="5203797"/>
                  <a:pt x="1944153" y="5211084"/>
                </a:cubicBezTo>
                <a:cubicBezTo>
                  <a:pt x="1925867" y="5199079"/>
                  <a:pt x="1896027" y="5224183"/>
                  <a:pt x="1847968" y="5227868"/>
                </a:cubicBezTo>
                <a:cubicBezTo>
                  <a:pt x="1827977" y="5213971"/>
                  <a:pt x="1815570" y="5230544"/>
                  <a:pt x="1777083" y="5212267"/>
                </a:cubicBezTo>
                <a:cubicBezTo>
                  <a:pt x="1775439" y="5214216"/>
                  <a:pt x="1773397" y="5216035"/>
                  <a:pt x="1771025" y="5217668"/>
                </a:cubicBezTo>
                <a:cubicBezTo>
                  <a:pt x="1757251" y="5227146"/>
                  <a:pt x="1735528" y="5228402"/>
                  <a:pt x="1722509" y="5220470"/>
                </a:cubicBezTo>
                <a:cubicBezTo>
                  <a:pt x="1691779" y="5208440"/>
                  <a:pt x="1662321" y="5203305"/>
                  <a:pt x="1633941" y="5200774"/>
                </a:cubicBezTo>
                <a:lnTo>
                  <a:pt x="1586145" y="5210184"/>
                </a:lnTo>
                <a:cubicBezTo>
                  <a:pt x="1567948" y="5215416"/>
                  <a:pt x="1545900" y="5226363"/>
                  <a:pt x="1524748" y="5232173"/>
                </a:cubicBezTo>
                <a:cubicBezTo>
                  <a:pt x="1502586" y="5235395"/>
                  <a:pt x="1478013" y="5230993"/>
                  <a:pt x="1459242" y="5245044"/>
                </a:cubicBezTo>
                <a:cubicBezTo>
                  <a:pt x="1421474" y="5260197"/>
                  <a:pt x="1374524" y="5244220"/>
                  <a:pt x="1349457" y="5280705"/>
                </a:cubicBezTo>
                <a:cubicBezTo>
                  <a:pt x="1273276" y="5302389"/>
                  <a:pt x="1121512" y="5336260"/>
                  <a:pt x="1009212" y="5361227"/>
                </a:cubicBezTo>
                <a:cubicBezTo>
                  <a:pt x="939016" y="5373529"/>
                  <a:pt x="866895" y="5370149"/>
                  <a:pt x="808572" y="5377024"/>
                </a:cubicBezTo>
                <a:cubicBezTo>
                  <a:pt x="802823" y="5374184"/>
                  <a:pt x="726016" y="5397963"/>
                  <a:pt x="719549" y="5396991"/>
                </a:cubicBezTo>
                <a:lnTo>
                  <a:pt x="698795" y="5397657"/>
                </a:lnTo>
                <a:cubicBezTo>
                  <a:pt x="689833" y="5401894"/>
                  <a:pt x="683492" y="5402495"/>
                  <a:pt x="678327" y="5401487"/>
                </a:cubicBezTo>
                <a:lnTo>
                  <a:pt x="672784" y="5399085"/>
                </a:lnTo>
                <a:lnTo>
                  <a:pt x="658406" y="5400696"/>
                </a:lnTo>
                <a:lnTo>
                  <a:pt x="629185" y="5401132"/>
                </a:lnTo>
                <a:lnTo>
                  <a:pt x="624558" y="5403782"/>
                </a:lnTo>
                <a:lnTo>
                  <a:pt x="581798" y="5408438"/>
                </a:lnTo>
                <a:cubicBezTo>
                  <a:pt x="581736" y="5408865"/>
                  <a:pt x="581671" y="5409294"/>
                  <a:pt x="581608" y="5409722"/>
                </a:cubicBezTo>
                <a:cubicBezTo>
                  <a:pt x="580204" y="5412704"/>
                  <a:pt x="577331" y="5415106"/>
                  <a:pt x="571299" y="5416358"/>
                </a:cubicBezTo>
                <a:cubicBezTo>
                  <a:pt x="551623" y="5426267"/>
                  <a:pt x="484499" y="5459654"/>
                  <a:pt x="463549" y="5469173"/>
                </a:cubicBezTo>
                <a:cubicBezTo>
                  <a:pt x="453136" y="5470720"/>
                  <a:pt x="449731" y="5472678"/>
                  <a:pt x="445606" y="5473465"/>
                </a:cubicBezTo>
                <a:lnTo>
                  <a:pt x="438799" y="5473893"/>
                </a:lnTo>
                <a:cubicBezTo>
                  <a:pt x="417222" y="5482183"/>
                  <a:pt x="343312" y="5513407"/>
                  <a:pt x="316138" y="5523213"/>
                </a:cubicBezTo>
                <a:cubicBezTo>
                  <a:pt x="298481" y="5517132"/>
                  <a:pt x="286556" y="5522972"/>
                  <a:pt x="275748" y="5532726"/>
                </a:cubicBezTo>
                <a:cubicBezTo>
                  <a:pt x="238274" y="5535784"/>
                  <a:pt x="207076" y="5552679"/>
                  <a:pt x="166496" y="5563424"/>
                </a:cubicBezTo>
                <a:lnTo>
                  <a:pt x="0" y="5629888"/>
                </a:lnTo>
                <a:close/>
              </a:path>
            </a:pathLst>
          </a:custGeom>
        </p:spPr>
      </p:pic>
      <p:sp>
        <p:nvSpPr>
          <p:cNvPr id="3" name="TextBox 2"/>
          <p:cNvSpPr txBox="1"/>
          <p:nvPr/>
        </p:nvSpPr>
        <p:spPr>
          <a:xfrm>
            <a:off x="6059983" y="2533476"/>
            <a:ext cx="1510856" cy="60301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577</Words>
  <Application>Microsoft Office PowerPoint</Application>
  <PresentationFormat>On-screen Show (4:3)</PresentationFormat>
  <Paragraphs>109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Abadi</vt:lpstr>
      <vt:lpstr>Aptos</vt:lpstr>
      <vt:lpstr>Arial</vt:lpstr>
      <vt:lpstr>Calibri</vt:lpstr>
      <vt:lpstr>Office Theme</vt:lpstr>
      <vt:lpstr>INFO8965 – NETWORK AND SECURITY Course Project Report:                                               1. ANTHEM INC                                2. SOLARWINDS </vt:lpstr>
      <vt:lpstr>Security Analysis and Recommendations for Anthem Inc. and SolarWinds</vt:lpstr>
      <vt:lpstr>Executive Summary</vt:lpstr>
      <vt:lpstr>Organization Overview – Anthem Inc.</vt:lpstr>
      <vt:lpstr>Organization Overview – SolarWinds</vt:lpstr>
      <vt:lpstr>CIA Triad Analysis</vt:lpstr>
      <vt:lpstr>CIA Triad – SolarWinds</vt:lpstr>
      <vt:lpstr>CIA Triad – SolarWinds</vt:lpstr>
      <vt:lpstr>Problem Statement – Anthem Inc.</vt:lpstr>
      <vt:lpstr>Problem Statement – SolarWinds</vt:lpstr>
      <vt:lpstr>Solutions – Anthem Inc.</vt:lpstr>
      <vt:lpstr>Solutions – SolarWinds</vt:lpstr>
      <vt:lpstr>Implementation Timeline</vt:lpstr>
      <vt:lpstr>Course Knowledge Integration</vt:lpstr>
      <vt:lpstr>Key Takeaways</vt:lpstr>
      <vt:lpstr>Thank You / Q&amp;A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Twinkle M</dc:creator>
  <cp:keywords/>
  <dc:description>generated using python-pptx</dc:description>
  <cp:lastModifiedBy>Twinkle Akhilesh Mishra</cp:lastModifiedBy>
  <cp:revision>11</cp:revision>
  <dcterms:created xsi:type="dcterms:W3CDTF">2013-01-27T09:14:16Z</dcterms:created>
  <dcterms:modified xsi:type="dcterms:W3CDTF">2025-04-12T02:45:41Z</dcterms:modified>
  <cp:category/>
</cp:coreProperties>
</file>